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3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1822C-7403-4131-BD72-C5E056A27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96178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26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48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E69F9-6B9D-41C3-8482-4D5D712E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zh-CN" dirty="0"/>
              <a:t>实现词法分析器</a:t>
            </a:r>
            <a:br>
              <a:rPr lang="en-US" altLang="zh-CN" dirty="0"/>
            </a:br>
            <a:r>
              <a:rPr lang="zh-CN" altLang="en-US" dirty="0"/>
              <a:t>（小组合作）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C1760D-74E7-48BB-9E02-8209732679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3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B5FE55-C2F3-4FF3-80DC-0AEF06A93098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255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注意：接下来几次上机作业都由助教线下检查给分，不需要撰写、提交报告（</a:t>
            </a:r>
            <a:r>
              <a:rPr lang="zh-CN" altLang="en-US">
                <a:solidFill>
                  <a:srgbClr val="FF0000"/>
                </a:solidFill>
              </a:rPr>
              <a:t>但在小雅平台还是</a:t>
            </a:r>
            <a:r>
              <a:rPr lang="zh-CN" altLang="en-US" dirty="0">
                <a:solidFill>
                  <a:srgbClr val="FF0000"/>
                </a:solidFill>
              </a:rPr>
              <a:t>需要提交源程序或</a:t>
            </a:r>
            <a:r>
              <a:rPr lang="en-US" altLang="zh-CN" dirty="0">
                <a:solidFill>
                  <a:srgbClr val="FF0000"/>
                </a:solidFill>
              </a:rPr>
              <a:t>Git</a:t>
            </a:r>
            <a:r>
              <a:rPr lang="zh-CN" altLang="en-US" dirty="0">
                <a:solidFill>
                  <a:srgbClr val="FF0000"/>
                </a:solidFill>
              </a:rPr>
              <a:t>链接，以便打分）。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列出你要实现的</a:t>
            </a:r>
            <a:r>
              <a:rPr lang="en-US" altLang="zh-CN" dirty="0" err="1"/>
              <a:t>SysY</a:t>
            </a:r>
            <a:r>
              <a:rPr lang="zh-CN" altLang="en-US" dirty="0"/>
              <a:t>编译器支持的语言特性所涉及的单词，设计正规定义。利用</a:t>
            </a:r>
            <a:r>
              <a:rPr lang="en-US" altLang="zh-CN" dirty="0"/>
              <a:t>Lex</a:t>
            </a:r>
            <a:r>
              <a:rPr lang="zh-CN" altLang="en-US" dirty="0"/>
              <a:t>工具实现词法分析器，识别所有单词，能将源程序转化为单词流。选择不同框架，对此次作业的要求在细节上可能有所不同，具体见实验教学指导书及与负责助教沟通。</a:t>
            </a:r>
          </a:p>
          <a:p>
            <a:r>
              <a:rPr lang="zh-CN" altLang="en-US" dirty="0"/>
              <a:t>设计符号表，当然目前符号表项还只是词素等简单内容，但符号表的数据结构、搜索算法、词素的保存、保留字的处理等问题都可以考虑了。</a:t>
            </a:r>
          </a:p>
          <a:p>
            <a:r>
              <a:rPr lang="zh-CN" altLang="en-US" dirty="0"/>
              <a:t>验证你的程序，可以输入简单的</a:t>
            </a:r>
            <a:r>
              <a:rPr lang="en-US" altLang="zh-CN" dirty="0" err="1"/>
              <a:t>SysY</a:t>
            </a:r>
            <a:r>
              <a:rPr lang="zh-CN" altLang="en-US" dirty="0"/>
              <a:t>源程序，输出单词流，包括每个单词的词素内容、单词类别和属性（常数的属性可以是数值，标识符可以是指向符号表的指针）。</a:t>
            </a:r>
          </a:p>
          <a:p>
            <a:r>
              <a:rPr lang="zh-CN" altLang="en-US" dirty="0"/>
              <a:t>如下例：</a:t>
            </a:r>
            <a:endParaRPr lang="zh-CN" altLang="zh-CN" dirty="0"/>
          </a:p>
          <a:p>
            <a:pPr marL="270000" algn="just">
              <a:spcAft>
                <a:spcPts val="0"/>
              </a:spcAft>
            </a:pPr>
            <a:endParaRPr lang="en-US" altLang="zh-CN" sz="16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/>
              <a:t>main()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int a;</a:t>
            </a:r>
          </a:p>
          <a:p>
            <a:r>
              <a:rPr lang="en-US" altLang="zh-CN" dirty="0"/>
              <a:t>	if (a == 0)</a:t>
            </a:r>
          </a:p>
          <a:p>
            <a:r>
              <a:rPr lang="en-US" altLang="zh-CN" dirty="0"/>
              <a:t>		a = a + 1;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zh-CN" altLang="zh-CN" dirty="0"/>
              <a:t>可能的输出结果为：</a:t>
            </a:r>
          </a:p>
          <a:p>
            <a:r>
              <a:rPr lang="zh-CN" altLang="zh-CN" dirty="0"/>
              <a:t>单词</a:t>
            </a:r>
            <a:r>
              <a:rPr lang="en-US" altLang="zh-CN" dirty="0"/>
              <a:t>			</a:t>
            </a:r>
            <a:r>
              <a:rPr lang="zh-CN" altLang="zh-CN" dirty="0"/>
              <a:t>词素</a:t>
            </a:r>
            <a:r>
              <a:rPr lang="en-US" altLang="zh-CN" dirty="0"/>
              <a:t>		</a:t>
            </a:r>
            <a:r>
              <a:rPr lang="zh-CN" altLang="zh-CN" dirty="0"/>
              <a:t>属性</a:t>
            </a:r>
          </a:p>
          <a:p>
            <a:r>
              <a:rPr lang="en-US" altLang="zh-CN" dirty="0"/>
              <a:t>ID			main		0</a:t>
            </a:r>
            <a:endParaRPr lang="zh-CN" altLang="zh-CN" dirty="0"/>
          </a:p>
          <a:p>
            <a:r>
              <a:rPr lang="en-US" altLang="zh-CN" dirty="0"/>
              <a:t>LBRACE			{</a:t>
            </a:r>
            <a:endParaRPr lang="zh-CN" altLang="zh-CN" dirty="0"/>
          </a:p>
          <a:p>
            <a:r>
              <a:rPr lang="en-US" altLang="zh-CN" dirty="0"/>
              <a:t>INT			int</a:t>
            </a:r>
            <a:endParaRPr lang="zh-CN" altLang="zh-CN" dirty="0"/>
          </a:p>
          <a:p>
            <a:r>
              <a:rPr lang="en-US" altLang="zh-CN" dirty="0"/>
              <a:t>ID			a		1</a:t>
            </a:r>
            <a:endParaRPr lang="zh-CN" altLang="zh-CN" dirty="0"/>
          </a:p>
          <a:p>
            <a:r>
              <a:rPr lang="en-US" altLang="zh-CN" dirty="0"/>
              <a:t>SEMICOLON		;</a:t>
            </a:r>
            <a:endParaRPr lang="zh-CN" altLang="zh-CN" dirty="0"/>
          </a:p>
          <a:p>
            <a:r>
              <a:rPr lang="en-US" altLang="zh-CN" dirty="0"/>
              <a:t>IF			if</a:t>
            </a:r>
            <a:endParaRPr lang="zh-CN" altLang="zh-CN" dirty="0"/>
          </a:p>
          <a:p>
            <a:r>
              <a:rPr lang="en-US" altLang="zh-CN" dirty="0"/>
              <a:t>LPAREN			(</a:t>
            </a:r>
            <a:endParaRPr lang="zh-CN" altLang="zh-CN" dirty="0"/>
          </a:p>
          <a:p>
            <a:r>
              <a:rPr lang="en-US" altLang="zh-CN" dirty="0"/>
              <a:t>ID			a		1</a:t>
            </a:r>
            <a:endParaRPr lang="zh-CN" altLang="zh-CN" dirty="0"/>
          </a:p>
          <a:p>
            <a:r>
              <a:rPr lang="en-US" altLang="zh-CN" dirty="0"/>
              <a:t>EQ			==</a:t>
            </a:r>
            <a:endParaRPr lang="zh-CN" altLang="zh-CN" dirty="0"/>
          </a:p>
          <a:p>
            <a:r>
              <a:rPr lang="en-US" altLang="zh-CN" dirty="0"/>
              <a:t>NUMBER			0		0</a:t>
            </a:r>
            <a:endParaRPr lang="zh-CN" altLang="zh-CN" dirty="0"/>
          </a:p>
          <a:p>
            <a:r>
              <a:rPr lang="en-US" altLang="zh-CN" dirty="0"/>
              <a:t>RPAREN			)</a:t>
            </a:r>
            <a:endParaRPr lang="zh-CN" altLang="zh-CN" dirty="0"/>
          </a:p>
          <a:p>
            <a:r>
              <a:rPr lang="en-US" altLang="zh-CN" dirty="0"/>
              <a:t>ID			a		1</a:t>
            </a:r>
            <a:endParaRPr lang="zh-CN" altLang="zh-CN" dirty="0"/>
          </a:p>
          <a:p>
            <a:endParaRPr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261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FA25188-E694-4813-8869-7790C4B2D23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en-US" altLang="zh-CN" dirty="0"/>
              <a:t>ASSIGN			=</a:t>
            </a:r>
            <a:endParaRPr lang="zh-CN" altLang="zh-CN" dirty="0"/>
          </a:p>
          <a:p>
            <a:r>
              <a:rPr lang="en-US" altLang="zh-CN" dirty="0"/>
              <a:t>ID			a		1</a:t>
            </a:r>
            <a:endParaRPr lang="zh-CN" altLang="zh-CN" dirty="0"/>
          </a:p>
          <a:p>
            <a:r>
              <a:rPr lang="en-US" altLang="zh-CN" dirty="0"/>
              <a:t>PLUS			+</a:t>
            </a:r>
            <a:endParaRPr lang="zh-CN" altLang="zh-CN" dirty="0"/>
          </a:p>
          <a:p>
            <a:r>
              <a:rPr lang="en-US" altLang="zh-CN" dirty="0"/>
              <a:t>NUMBER			1		1</a:t>
            </a:r>
            <a:endParaRPr lang="zh-CN" altLang="zh-CN" dirty="0"/>
          </a:p>
          <a:p>
            <a:r>
              <a:rPr lang="en-US" altLang="zh-CN" dirty="0"/>
              <a:t>SEMICOLON		;</a:t>
            </a:r>
            <a:endParaRPr lang="zh-CN" altLang="zh-CN" dirty="0"/>
          </a:p>
          <a:p>
            <a:r>
              <a:rPr lang="en-US" altLang="zh-CN" dirty="0"/>
              <a:t>RBRACE			}</a:t>
            </a:r>
          </a:p>
          <a:p>
            <a:endParaRPr lang="en-US" altLang="zh-CN" dirty="0"/>
          </a:p>
          <a:p>
            <a:r>
              <a:rPr lang="zh-CN" altLang="en-US" dirty="0"/>
              <a:t>给助教讲解你的程序、进行展示。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课外探索：</a:t>
            </a:r>
            <a:r>
              <a:rPr lang="zh-CN" altLang="en-US" dirty="0"/>
              <a:t>能否设计实现</a:t>
            </a:r>
            <a:r>
              <a:rPr lang="zh-CN" altLang="en-US"/>
              <a:t>一个</a:t>
            </a:r>
            <a:r>
              <a:rPr lang="en-US" altLang="zh-CN"/>
              <a:t>Lex</a:t>
            </a:r>
            <a:r>
              <a:rPr lang="zh-CN" altLang="en-US" dirty="0"/>
              <a:t>工具（或其流程中的主要算法）？即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、设计实现正则表达式</a:t>
            </a:r>
            <a:r>
              <a:rPr lang="en-US" altLang="zh-CN" dirty="0">
                <a:sym typeface="Wingdings" panose="05000000000000000000" pitchFamily="2" charset="2"/>
              </a:rPr>
              <a:t>NFA</a:t>
            </a:r>
            <a:r>
              <a:rPr lang="zh-CN" altLang="en-US" dirty="0">
                <a:sym typeface="Wingdings" panose="05000000000000000000" pitchFamily="2" charset="2"/>
              </a:rPr>
              <a:t>的转换程序（可借助</a:t>
            </a:r>
            <a:r>
              <a:rPr lang="en-US" altLang="zh-CN" dirty="0">
                <a:sym typeface="Wingdings" panose="05000000000000000000" pitchFamily="2" charset="2"/>
              </a:rPr>
              <a:t>Bison</a:t>
            </a:r>
            <a:r>
              <a:rPr lang="zh-CN" altLang="en-US" dirty="0">
                <a:sym typeface="Wingdings" panose="05000000000000000000" pitchFamily="2" charset="2"/>
              </a:rPr>
              <a:t>工具）；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en-US" altLang="zh-CN" dirty="0">
                <a:sym typeface="Wingdings" panose="05000000000000000000" pitchFamily="2" charset="2"/>
              </a:rPr>
              <a:t>2</a:t>
            </a:r>
            <a:r>
              <a:rPr lang="zh-CN" altLang="en-US" dirty="0">
                <a:sym typeface="Wingdings" panose="05000000000000000000" pitchFamily="2" charset="2"/>
              </a:rPr>
              <a:t>、设计实现</a:t>
            </a:r>
            <a:r>
              <a:rPr lang="en-US" altLang="zh-CN" dirty="0">
                <a:sym typeface="Wingdings" panose="05000000000000000000" pitchFamily="2" charset="2"/>
              </a:rPr>
              <a:t>NFADFA</a:t>
            </a:r>
            <a:r>
              <a:rPr lang="zh-CN" altLang="en-US" dirty="0">
                <a:sym typeface="Wingdings" panose="05000000000000000000" pitchFamily="2" charset="2"/>
              </a:rPr>
              <a:t>的转换程序；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en-US" altLang="zh-CN" dirty="0">
                <a:sym typeface="Wingdings" panose="05000000000000000000" pitchFamily="2" charset="2"/>
              </a:rPr>
              <a:t>3</a:t>
            </a:r>
            <a:r>
              <a:rPr lang="zh-CN" altLang="en-US" dirty="0">
                <a:sym typeface="Wingdings" panose="05000000000000000000" pitchFamily="2" charset="2"/>
              </a:rPr>
              <a:t>、设计实现</a:t>
            </a:r>
            <a:r>
              <a:rPr lang="en-US" altLang="zh-CN" dirty="0">
                <a:sym typeface="Wingdings" panose="05000000000000000000" pitchFamily="2" charset="2"/>
              </a:rPr>
              <a:t>DFA</a:t>
            </a:r>
            <a:r>
              <a:rPr lang="zh-CN" altLang="en-US" dirty="0">
                <a:sym typeface="Wingdings" panose="05000000000000000000" pitchFamily="2" charset="2"/>
              </a:rPr>
              <a:t>化简的程序；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en-US" altLang="zh-CN" dirty="0">
                <a:sym typeface="Wingdings" panose="05000000000000000000" pitchFamily="2" charset="2"/>
              </a:rPr>
              <a:t>4</a:t>
            </a:r>
            <a:r>
              <a:rPr lang="zh-CN" altLang="en-US" dirty="0">
                <a:sym typeface="Wingdings" panose="05000000000000000000" pitchFamily="2" charset="2"/>
              </a:rPr>
              <a:t>、实现模拟</a:t>
            </a:r>
            <a:r>
              <a:rPr lang="en-US" altLang="zh-CN" dirty="0">
                <a:sym typeface="Wingdings" panose="05000000000000000000" pitchFamily="2" charset="2"/>
              </a:rPr>
              <a:t>DFA</a:t>
            </a:r>
            <a:r>
              <a:rPr lang="zh-CN" altLang="en-US" dirty="0">
                <a:sym typeface="Wingdings" panose="05000000000000000000" pitchFamily="2" charset="2"/>
              </a:rPr>
              <a:t>运转的程序（将前三步转换的</a:t>
            </a:r>
            <a:r>
              <a:rPr lang="en-US" altLang="zh-CN" dirty="0">
                <a:sym typeface="Wingdings" panose="05000000000000000000" pitchFamily="2" charset="2"/>
              </a:rPr>
              <a:t>DFA</a:t>
            </a:r>
            <a:r>
              <a:rPr lang="zh-CN" altLang="en-US" dirty="0">
                <a:sym typeface="Wingdings" panose="05000000000000000000" pitchFamily="2" charset="2"/>
              </a:rPr>
              <a:t>与标准的模拟运行算法融合起来）。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7968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3.0"/>
  <p:tag name="PROBLEMVOICEALLOW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528</Words>
  <Application>Microsoft Office PowerPoint</Application>
  <PresentationFormat>全屏显示(16:10)</PresentationFormat>
  <Paragraphs>51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Microsoft Yahei</vt:lpstr>
      <vt:lpstr>等线</vt:lpstr>
      <vt:lpstr>等线 Light</vt:lpstr>
      <vt:lpstr>Arial</vt:lpstr>
      <vt:lpstr>Times New Roman</vt:lpstr>
      <vt:lpstr>Wingdings</vt:lpstr>
      <vt:lpstr>Office 主题​​</vt:lpstr>
      <vt:lpstr>实现词法分析器 （小组合作）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预备工作2 定义你的编译器功能 &amp; 汇编编程</dc:title>
  <dc:creator>王 刚</dc:creator>
  <cp:lastModifiedBy>Administrator</cp:lastModifiedBy>
  <cp:revision>20</cp:revision>
  <dcterms:created xsi:type="dcterms:W3CDTF">2019-09-29T04:07:54Z</dcterms:created>
  <dcterms:modified xsi:type="dcterms:W3CDTF">2025-10-10T02:00:54Z</dcterms:modified>
</cp:coreProperties>
</file>