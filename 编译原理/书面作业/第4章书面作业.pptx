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tmp" ContentType="image/png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tags/tag32.xml" ContentType="application/vnd.openxmlformats-officedocument.presentationml.tags+xml"/>
  <Override PartName="/ppt/tags/tag33.xml" ContentType="application/vnd.openxmlformats-officedocument.presentationml.tags+xml"/>
  <Override PartName="/ppt/tags/tag34.xml" ContentType="application/vnd.openxmlformats-officedocument.presentationml.tags+xml"/>
  <Override PartName="/ppt/tags/tag35.xml" ContentType="application/vnd.openxmlformats-officedocument.presentationml.tags+xml"/>
  <Override PartName="/ppt/tags/tag36.xml" ContentType="application/vnd.openxmlformats-officedocument.presentationml.tags+xml"/>
  <Override PartName="/ppt/tags/tag37.xml" ContentType="application/vnd.openxmlformats-officedocument.presentationml.tags+xml"/>
  <Override PartName="/ppt/tags/tag38.xml" ContentType="application/vnd.openxmlformats-officedocument.presentationml.tags+xml"/>
  <Override PartName="/ppt/tags/tag39.xml" ContentType="application/vnd.openxmlformats-officedocument.presentationml.tags+xml"/>
  <Override PartName="/ppt/tags/tag40.xml" ContentType="application/vnd.openxmlformats-officedocument.presentationml.tags+xml"/>
  <Override PartName="/ppt/tags/tag41.xml" ContentType="application/vnd.openxmlformats-officedocument.presentationml.tags+xml"/>
  <Override PartName="/ppt/tags/tag42.xml" ContentType="application/vnd.openxmlformats-officedocument.presentationml.tags+xml"/>
  <Override PartName="/ppt/tags/tag43.xml" ContentType="application/vnd.openxmlformats-officedocument.presentationml.tags+xml"/>
  <Override PartName="/ppt/tags/tag44.xml" ContentType="application/vnd.openxmlformats-officedocument.presentationml.tags+xml"/>
  <Override PartName="/ppt/tags/tag45.xml" ContentType="application/vnd.openxmlformats-officedocument.presentationml.tags+xml"/>
  <Override PartName="/ppt/tags/tag46.xml" ContentType="application/vnd.openxmlformats-officedocument.presentationml.tags+xml"/>
  <Override PartName="/ppt/tags/tag47.xml" ContentType="application/vnd.openxmlformats-officedocument.presentationml.tags+xml"/>
  <Override PartName="/ppt/tags/tag48.xml" ContentType="application/vnd.openxmlformats-officedocument.presentationml.tags+xml"/>
  <Override PartName="/ppt/tags/tag49.xml" ContentType="application/vnd.openxmlformats-officedocument.presentationml.tags+xml"/>
  <Override PartName="/ppt/tags/tag50.xml" ContentType="application/vnd.openxmlformats-officedocument.presentationml.tags+xml"/>
  <Override PartName="/ppt/tags/tag51.xml" ContentType="application/vnd.openxmlformats-officedocument.presentationml.tags+xml"/>
  <Override PartName="/ppt/tags/tag52.xml" ContentType="application/vnd.openxmlformats-officedocument.presentationml.tags+xml"/>
  <Override PartName="/ppt/tags/tag53.xml" ContentType="application/vnd.openxmlformats-officedocument.presentationml.tags+xml"/>
  <Override PartName="/ppt/tags/tag54.xml" ContentType="application/vnd.openxmlformats-officedocument.presentationml.tags+xml"/>
  <Override PartName="/ppt/tags/tag55.xml" ContentType="application/vnd.openxmlformats-officedocument.presentationml.tags+xml"/>
  <Override PartName="/ppt/tags/tag56.xml" ContentType="application/vnd.openxmlformats-officedocument.presentationml.tags+xml"/>
  <Override PartName="/ppt/tags/tag57.xml" ContentType="application/vnd.openxmlformats-officedocument.presentationml.tags+xml"/>
  <Override PartName="/ppt/tags/tag58.xml" ContentType="application/vnd.openxmlformats-officedocument.presentationml.tags+xml"/>
  <Override PartName="/ppt/tags/tag59.xml" ContentType="application/vnd.openxmlformats-officedocument.presentationml.tags+xml"/>
  <Override PartName="/ppt/tags/tag60.xml" ContentType="application/vnd.openxmlformats-officedocument.presentationml.tags+xml"/>
  <Override PartName="/ppt/tags/tag61.xml" ContentType="application/vnd.openxmlformats-officedocument.presentationml.tags+xml"/>
  <Override PartName="/ppt/tags/tag62.xml" ContentType="application/vnd.openxmlformats-officedocument.presentationml.tags+xml"/>
  <Override PartName="/ppt/tags/tag63.xml" ContentType="application/vnd.openxmlformats-officedocument.presentationml.tags+xml"/>
  <Override PartName="/ppt/tags/tag64.xml" ContentType="application/vnd.openxmlformats-officedocument.presentationml.tags+xml"/>
  <Override PartName="/ppt/tags/tag65.xml" ContentType="application/vnd.openxmlformats-officedocument.presentationml.tags+xml"/>
  <Override PartName="/ppt/tags/tag66.xml" ContentType="application/vnd.openxmlformats-officedocument.presentationml.tags+xml"/>
  <Override PartName="/ppt/tags/tag67.xml" ContentType="application/vnd.openxmlformats-officedocument.presentationml.tags+xml"/>
  <Override PartName="/ppt/tags/tag68.xml" ContentType="application/vnd.openxmlformats-officedocument.presentationml.tags+xml"/>
  <Override PartName="/ppt/tags/tag69.xml" ContentType="application/vnd.openxmlformats-officedocument.presentationml.tags+xml"/>
  <Override PartName="/ppt/tags/tag70.xml" ContentType="application/vnd.openxmlformats-officedocument.presentationml.tags+xml"/>
  <Override PartName="/ppt/tags/tag71.xml" ContentType="application/vnd.openxmlformats-officedocument.presentationml.tags+xml"/>
  <Override PartName="/ppt/tags/tag72.xml" ContentType="application/vnd.openxmlformats-officedocument.presentationml.tags+xml"/>
  <Override PartName="/ppt/tags/tag73.xml" ContentType="application/vnd.openxmlformats-officedocument.presentationml.tags+xml"/>
  <Override PartName="/ppt/tags/tag74.xml" ContentType="application/vnd.openxmlformats-officedocument.presentationml.tags+xml"/>
  <Override PartName="/ppt/tags/tag75.xml" ContentType="application/vnd.openxmlformats-officedocument.presentationml.tags+xml"/>
  <Override PartName="/ppt/tags/tag76.xml" ContentType="application/vnd.openxmlformats-officedocument.presentationml.tags+xml"/>
  <Override PartName="/ppt/tags/tag77.xml" ContentType="application/vnd.openxmlformats-officedocument.presentationml.tags+xml"/>
  <Override PartName="/ppt/tags/tag78.xml" ContentType="application/vnd.openxmlformats-officedocument.presentationml.tags+xml"/>
  <Override PartName="/ppt/tags/tag79.xml" ContentType="application/vnd.openxmlformats-officedocument.presentationml.tags+xml"/>
  <Override PartName="/ppt/tags/tag80.xml" ContentType="application/vnd.openxmlformats-officedocument.presentationml.tags+xml"/>
  <Override PartName="/ppt/tags/tag81.xml" ContentType="application/vnd.openxmlformats-officedocument.presentationml.tags+xml"/>
  <Override PartName="/ppt/tags/tag82.xml" ContentType="application/vnd.openxmlformats-officedocument.presentationml.tags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sldSz cx="5715000" cy="9144000" type="screen16x10"/>
  <p:notesSz cx="6858000" cy="9144000"/>
  <p:defaultTextStyle>
    <a:defPPr>
      <a:defRPr lang="zh-CN"/>
    </a:defPPr>
    <a:lvl1pPr marL="0" algn="l" defTabSz="713232" rtl="0" eaLnBrk="1" latinLnBrk="0" hangingPunct="1">
      <a:defRPr sz="1404" kern="1200">
        <a:solidFill>
          <a:schemeClr val="tx1"/>
        </a:solidFill>
        <a:latin typeface="+mn-lt"/>
        <a:ea typeface="+mn-ea"/>
        <a:cs typeface="+mn-cs"/>
      </a:defRPr>
    </a:lvl1pPr>
    <a:lvl2pPr marL="356616" algn="l" defTabSz="713232" rtl="0" eaLnBrk="1" latinLnBrk="0" hangingPunct="1">
      <a:defRPr sz="1404" kern="1200">
        <a:solidFill>
          <a:schemeClr val="tx1"/>
        </a:solidFill>
        <a:latin typeface="+mn-lt"/>
        <a:ea typeface="+mn-ea"/>
        <a:cs typeface="+mn-cs"/>
      </a:defRPr>
    </a:lvl2pPr>
    <a:lvl3pPr marL="713232" algn="l" defTabSz="713232" rtl="0" eaLnBrk="1" latinLnBrk="0" hangingPunct="1">
      <a:defRPr sz="1404" kern="1200">
        <a:solidFill>
          <a:schemeClr val="tx1"/>
        </a:solidFill>
        <a:latin typeface="+mn-lt"/>
        <a:ea typeface="+mn-ea"/>
        <a:cs typeface="+mn-cs"/>
      </a:defRPr>
    </a:lvl3pPr>
    <a:lvl4pPr marL="1069848" algn="l" defTabSz="713232" rtl="0" eaLnBrk="1" latinLnBrk="0" hangingPunct="1">
      <a:defRPr sz="1404" kern="1200">
        <a:solidFill>
          <a:schemeClr val="tx1"/>
        </a:solidFill>
        <a:latin typeface="+mn-lt"/>
        <a:ea typeface="+mn-ea"/>
        <a:cs typeface="+mn-cs"/>
      </a:defRPr>
    </a:lvl4pPr>
    <a:lvl5pPr marL="1426464" algn="l" defTabSz="713232" rtl="0" eaLnBrk="1" latinLnBrk="0" hangingPunct="1">
      <a:defRPr sz="1404" kern="1200">
        <a:solidFill>
          <a:schemeClr val="tx1"/>
        </a:solidFill>
        <a:latin typeface="+mn-lt"/>
        <a:ea typeface="+mn-ea"/>
        <a:cs typeface="+mn-cs"/>
      </a:defRPr>
    </a:lvl5pPr>
    <a:lvl6pPr marL="1783080" algn="l" defTabSz="713232" rtl="0" eaLnBrk="1" latinLnBrk="0" hangingPunct="1">
      <a:defRPr sz="1404" kern="1200">
        <a:solidFill>
          <a:schemeClr val="tx1"/>
        </a:solidFill>
        <a:latin typeface="+mn-lt"/>
        <a:ea typeface="+mn-ea"/>
        <a:cs typeface="+mn-cs"/>
      </a:defRPr>
    </a:lvl6pPr>
    <a:lvl7pPr marL="2139696" algn="l" defTabSz="713232" rtl="0" eaLnBrk="1" latinLnBrk="0" hangingPunct="1">
      <a:defRPr sz="1404" kern="1200">
        <a:solidFill>
          <a:schemeClr val="tx1"/>
        </a:solidFill>
        <a:latin typeface="+mn-lt"/>
        <a:ea typeface="+mn-ea"/>
        <a:cs typeface="+mn-cs"/>
      </a:defRPr>
    </a:lvl7pPr>
    <a:lvl8pPr marL="2496312" algn="l" defTabSz="713232" rtl="0" eaLnBrk="1" latinLnBrk="0" hangingPunct="1">
      <a:defRPr sz="1404" kern="1200">
        <a:solidFill>
          <a:schemeClr val="tx1"/>
        </a:solidFill>
        <a:latin typeface="+mn-lt"/>
        <a:ea typeface="+mn-ea"/>
        <a:cs typeface="+mn-cs"/>
      </a:defRPr>
    </a:lvl8pPr>
    <a:lvl9pPr marL="2852928" algn="l" defTabSz="713232" rtl="0" eaLnBrk="1" latinLnBrk="0" hangingPunct="1">
      <a:defRPr sz="1404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86" d="100"/>
          <a:sy n="86" d="100"/>
        </p:scale>
        <p:origin x="786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>
  <p:cSld name="雨课堂试卷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AAD1822C-7403-4131-BD72-C5E056A2741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85750" y="3810000"/>
            <a:ext cx="5143500" cy="1524000"/>
          </a:xfrm>
          <a:prstGeom prst="rect">
            <a:avLst/>
          </a:prstGeom>
        </p:spPr>
        <p:txBody>
          <a:bodyPr vert="horz" anchor="ctr" anchorCtr="1"/>
          <a:lstStyle>
            <a:lvl1pPr>
              <a:defRPr sz="2600"/>
            </a:lvl1pPr>
          </a:lstStyle>
          <a:p>
            <a:r>
              <a:rPr lang="zh-CN" altLang="en-US"/>
              <a:t>请填写试卷标题</a:t>
            </a:r>
          </a:p>
        </p:txBody>
      </p:sp>
    </p:spTree>
    <p:extLst>
      <p:ext uri="{BB962C8B-B14F-4D97-AF65-F5344CB8AC3E}">
        <p14:creationId xmlns:p14="http://schemas.microsoft.com/office/powerpoint/2010/main" val="196178414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73726224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55548524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txStyles>
    <p:titleStyle>
      <a:lvl1pPr algn="l" defTabSz="385763" rtl="0" eaLnBrk="1" latinLnBrk="0" hangingPunct="1">
        <a:lnSpc>
          <a:spcPct val="90000"/>
        </a:lnSpc>
        <a:spcBef>
          <a:spcPct val="0"/>
        </a:spcBef>
        <a:buNone/>
        <a:defRPr sz="1856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96441" indent="-96441" algn="l" defTabSz="385763" rtl="0" eaLnBrk="1" latinLnBrk="0" hangingPunct="1">
        <a:lnSpc>
          <a:spcPct val="90000"/>
        </a:lnSpc>
        <a:spcBef>
          <a:spcPts val="422"/>
        </a:spcBef>
        <a:buFont typeface="Arial" panose="020B0604020202020204" pitchFamily="34" charset="0"/>
        <a:buChar char="•"/>
        <a:defRPr sz="1181" kern="1200">
          <a:solidFill>
            <a:schemeClr val="tx1"/>
          </a:solidFill>
          <a:latin typeface="+mn-lt"/>
          <a:ea typeface="+mn-ea"/>
          <a:cs typeface="+mn-cs"/>
        </a:defRPr>
      </a:lvl1pPr>
      <a:lvl2pPr marL="289322" indent="-96441" algn="l" defTabSz="385763" rtl="0" eaLnBrk="1" latinLnBrk="0" hangingPunct="1">
        <a:lnSpc>
          <a:spcPct val="90000"/>
        </a:lnSpc>
        <a:spcBef>
          <a:spcPts val="211"/>
        </a:spcBef>
        <a:buFont typeface="Arial" panose="020B0604020202020204" pitchFamily="34" charset="0"/>
        <a:buChar char="•"/>
        <a:defRPr sz="1013" kern="1200">
          <a:solidFill>
            <a:schemeClr val="tx1"/>
          </a:solidFill>
          <a:latin typeface="+mn-lt"/>
          <a:ea typeface="+mn-ea"/>
          <a:cs typeface="+mn-cs"/>
        </a:defRPr>
      </a:lvl2pPr>
      <a:lvl3pPr marL="482204" indent="-96441" algn="l" defTabSz="385763" rtl="0" eaLnBrk="1" latinLnBrk="0" hangingPunct="1">
        <a:lnSpc>
          <a:spcPct val="90000"/>
        </a:lnSpc>
        <a:spcBef>
          <a:spcPts val="211"/>
        </a:spcBef>
        <a:buFont typeface="Arial" panose="020B0604020202020204" pitchFamily="34" charset="0"/>
        <a:buChar char="•"/>
        <a:defRPr sz="844" kern="1200">
          <a:solidFill>
            <a:schemeClr val="tx1"/>
          </a:solidFill>
          <a:latin typeface="+mn-lt"/>
          <a:ea typeface="+mn-ea"/>
          <a:cs typeface="+mn-cs"/>
        </a:defRPr>
      </a:lvl3pPr>
      <a:lvl4pPr marL="675085" indent="-96441" algn="l" defTabSz="385763" rtl="0" eaLnBrk="1" latinLnBrk="0" hangingPunct="1">
        <a:lnSpc>
          <a:spcPct val="90000"/>
        </a:lnSpc>
        <a:spcBef>
          <a:spcPts val="211"/>
        </a:spcBef>
        <a:buFont typeface="Arial" panose="020B0604020202020204" pitchFamily="34" charset="0"/>
        <a:buChar char="•"/>
        <a:defRPr sz="760" kern="1200">
          <a:solidFill>
            <a:schemeClr val="tx1"/>
          </a:solidFill>
          <a:latin typeface="+mn-lt"/>
          <a:ea typeface="+mn-ea"/>
          <a:cs typeface="+mn-cs"/>
        </a:defRPr>
      </a:lvl4pPr>
      <a:lvl5pPr marL="867966" indent="-96441" algn="l" defTabSz="385763" rtl="0" eaLnBrk="1" latinLnBrk="0" hangingPunct="1">
        <a:lnSpc>
          <a:spcPct val="90000"/>
        </a:lnSpc>
        <a:spcBef>
          <a:spcPts val="211"/>
        </a:spcBef>
        <a:buFont typeface="Arial" panose="020B0604020202020204" pitchFamily="34" charset="0"/>
        <a:buChar char="•"/>
        <a:defRPr sz="760" kern="1200">
          <a:solidFill>
            <a:schemeClr val="tx1"/>
          </a:solidFill>
          <a:latin typeface="+mn-lt"/>
          <a:ea typeface="+mn-ea"/>
          <a:cs typeface="+mn-cs"/>
        </a:defRPr>
      </a:lvl5pPr>
      <a:lvl6pPr marL="1060847" indent="-96441" algn="l" defTabSz="385763" rtl="0" eaLnBrk="1" latinLnBrk="0" hangingPunct="1">
        <a:lnSpc>
          <a:spcPct val="90000"/>
        </a:lnSpc>
        <a:spcBef>
          <a:spcPts val="211"/>
        </a:spcBef>
        <a:buFont typeface="Arial" panose="020B0604020202020204" pitchFamily="34" charset="0"/>
        <a:buChar char="•"/>
        <a:defRPr sz="760" kern="1200">
          <a:solidFill>
            <a:schemeClr val="tx1"/>
          </a:solidFill>
          <a:latin typeface="+mn-lt"/>
          <a:ea typeface="+mn-ea"/>
          <a:cs typeface="+mn-cs"/>
        </a:defRPr>
      </a:lvl6pPr>
      <a:lvl7pPr marL="1253729" indent="-96441" algn="l" defTabSz="385763" rtl="0" eaLnBrk="1" latinLnBrk="0" hangingPunct="1">
        <a:lnSpc>
          <a:spcPct val="90000"/>
        </a:lnSpc>
        <a:spcBef>
          <a:spcPts val="211"/>
        </a:spcBef>
        <a:buFont typeface="Arial" panose="020B0604020202020204" pitchFamily="34" charset="0"/>
        <a:buChar char="•"/>
        <a:defRPr sz="760" kern="1200">
          <a:solidFill>
            <a:schemeClr val="tx1"/>
          </a:solidFill>
          <a:latin typeface="+mn-lt"/>
          <a:ea typeface="+mn-ea"/>
          <a:cs typeface="+mn-cs"/>
        </a:defRPr>
      </a:lvl7pPr>
      <a:lvl8pPr marL="1446610" indent="-96441" algn="l" defTabSz="385763" rtl="0" eaLnBrk="1" latinLnBrk="0" hangingPunct="1">
        <a:lnSpc>
          <a:spcPct val="90000"/>
        </a:lnSpc>
        <a:spcBef>
          <a:spcPts val="211"/>
        </a:spcBef>
        <a:buFont typeface="Arial" panose="020B0604020202020204" pitchFamily="34" charset="0"/>
        <a:buChar char="•"/>
        <a:defRPr sz="760" kern="1200">
          <a:solidFill>
            <a:schemeClr val="tx1"/>
          </a:solidFill>
          <a:latin typeface="+mn-lt"/>
          <a:ea typeface="+mn-ea"/>
          <a:cs typeface="+mn-cs"/>
        </a:defRPr>
      </a:lvl8pPr>
      <a:lvl9pPr marL="1639491" indent="-96441" algn="l" defTabSz="385763" rtl="0" eaLnBrk="1" latinLnBrk="0" hangingPunct="1">
        <a:lnSpc>
          <a:spcPct val="90000"/>
        </a:lnSpc>
        <a:spcBef>
          <a:spcPts val="211"/>
        </a:spcBef>
        <a:buFont typeface="Arial" panose="020B0604020202020204" pitchFamily="34" charset="0"/>
        <a:buChar char="•"/>
        <a:defRPr sz="76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385763" rtl="0" eaLnBrk="1" latinLnBrk="0" hangingPunct="1">
        <a:defRPr sz="760" kern="1200">
          <a:solidFill>
            <a:schemeClr val="tx1"/>
          </a:solidFill>
          <a:latin typeface="+mn-lt"/>
          <a:ea typeface="+mn-ea"/>
          <a:cs typeface="+mn-cs"/>
        </a:defRPr>
      </a:lvl1pPr>
      <a:lvl2pPr marL="192881" algn="l" defTabSz="385763" rtl="0" eaLnBrk="1" latinLnBrk="0" hangingPunct="1">
        <a:defRPr sz="760" kern="1200">
          <a:solidFill>
            <a:schemeClr val="tx1"/>
          </a:solidFill>
          <a:latin typeface="+mn-lt"/>
          <a:ea typeface="+mn-ea"/>
          <a:cs typeface="+mn-cs"/>
        </a:defRPr>
      </a:lvl2pPr>
      <a:lvl3pPr marL="385763" algn="l" defTabSz="385763" rtl="0" eaLnBrk="1" latinLnBrk="0" hangingPunct="1">
        <a:defRPr sz="760" kern="1200">
          <a:solidFill>
            <a:schemeClr val="tx1"/>
          </a:solidFill>
          <a:latin typeface="+mn-lt"/>
          <a:ea typeface="+mn-ea"/>
          <a:cs typeface="+mn-cs"/>
        </a:defRPr>
      </a:lvl3pPr>
      <a:lvl4pPr marL="578644" algn="l" defTabSz="385763" rtl="0" eaLnBrk="1" latinLnBrk="0" hangingPunct="1">
        <a:defRPr sz="760" kern="1200">
          <a:solidFill>
            <a:schemeClr val="tx1"/>
          </a:solidFill>
          <a:latin typeface="+mn-lt"/>
          <a:ea typeface="+mn-ea"/>
          <a:cs typeface="+mn-cs"/>
        </a:defRPr>
      </a:lvl4pPr>
      <a:lvl5pPr marL="771525" algn="l" defTabSz="385763" rtl="0" eaLnBrk="1" latinLnBrk="0" hangingPunct="1">
        <a:defRPr sz="760" kern="1200">
          <a:solidFill>
            <a:schemeClr val="tx1"/>
          </a:solidFill>
          <a:latin typeface="+mn-lt"/>
          <a:ea typeface="+mn-ea"/>
          <a:cs typeface="+mn-cs"/>
        </a:defRPr>
      </a:lvl5pPr>
      <a:lvl6pPr marL="964406" algn="l" defTabSz="385763" rtl="0" eaLnBrk="1" latinLnBrk="0" hangingPunct="1">
        <a:defRPr sz="760" kern="1200">
          <a:solidFill>
            <a:schemeClr val="tx1"/>
          </a:solidFill>
          <a:latin typeface="+mn-lt"/>
          <a:ea typeface="+mn-ea"/>
          <a:cs typeface="+mn-cs"/>
        </a:defRPr>
      </a:lvl6pPr>
      <a:lvl7pPr marL="1157288" algn="l" defTabSz="385763" rtl="0" eaLnBrk="1" latinLnBrk="0" hangingPunct="1">
        <a:defRPr sz="760" kern="1200">
          <a:solidFill>
            <a:schemeClr val="tx1"/>
          </a:solidFill>
          <a:latin typeface="+mn-lt"/>
          <a:ea typeface="+mn-ea"/>
          <a:cs typeface="+mn-cs"/>
        </a:defRPr>
      </a:lvl7pPr>
      <a:lvl8pPr marL="1350169" algn="l" defTabSz="385763" rtl="0" eaLnBrk="1" latinLnBrk="0" hangingPunct="1">
        <a:defRPr sz="760" kern="1200">
          <a:solidFill>
            <a:schemeClr val="tx1"/>
          </a:solidFill>
          <a:latin typeface="+mn-lt"/>
          <a:ea typeface="+mn-ea"/>
          <a:cs typeface="+mn-cs"/>
        </a:defRPr>
      </a:lvl8pPr>
      <a:lvl9pPr marL="1543050" algn="l" defTabSz="385763" rtl="0" eaLnBrk="1" latinLnBrk="0" hangingPunct="1">
        <a:defRPr sz="76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tags" Target="../tags/tag2.xml"/><Relationship Id="rId1" Type="http://schemas.openxmlformats.org/officeDocument/2006/relationships/tags" Target="../tags/tag1.xml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tags" Target="../tags/tag10.xml"/><Relationship Id="rId13" Type="http://schemas.openxmlformats.org/officeDocument/2006/relationships/tags" Target="../tags/tag15.xml"/><Relationship Id="rId18" Type="http://schemas.openxmlformats.org/officeDocument/2006/relationships/image" Target="../media/image1.tmp"/><Relationship Id="rId3" Type="http://schemas.openxmlformats.org/officeDocument/2006/relationships/tags" Target="../tags/tag5.xml"/><Relationship Id="rId7" Type="http://schemas.openxmlformats.org/officeDocument/2006/relationships/tags" Target="../tags/tag9.xml"/><Relationship Id="rId12" Type="http://schemas.openxmlformats.org/officeDocument/2006/relationships/tags" Target="../tags/tag14.xml"/><Relationship Id="rId17" Type="http://schemas.openxmlformats.org/officeDocument/2006/relationships/slideLayout" Target="../slideLayouts/slideLayout2.xml"/><Relationship Id="rId2" Type="http://schemas.openxmlformats.org/officeDocument/2006/relationships/tags" Target="../tags/tag4.xml"/><Relationship Id="rId16" Type="http://schemas.openxmlformats.org/officeDocument/2006/relationships/tags" Target="../tags/tag18.xml"/><Relationship Id="rId1" Type="http://schemas.openxmlformats.org/officeDocument/2006/relationships/tags" Target="../tags/tag3.xml"/><Relationship Id="rId6" Type="http://schemas.openxmlformats.org/officeDocument/2006/relationships/tags" Target="../tags/tag8.xml"/><Relationship Id="rId11" Type="http://schemas.openxmlformats.org/officeDocument/2006/relationships/tags" Target="../tags/tag13.xml"/><Relationship Id="rId5" Type="http://schemas.openxmlformats.org/officeDocument/2006/relationships/tags" Target="../tags/tag7.xml"/><Relationship Id="rId15" Type="http://schemas.openxmlformats.org/officeDocument/2006/relationships/tags" Target="../tags/tag17.xml"/><Relationship Id="rId10" Type="http://schemas.openxmlformats.org/officeDocument/2006/relationships/tags" Target="../tags/tag12.xml"/><Relationship Id="rId4" Type="http://schemas.openxmlformats.org/officeDocument/2006/relationships/tags" Target="../tags/tag6.xml"/><Relationship Id="rId9" Type="http://schemas.openxmlformats.org/officeDocument/2006/relationships/tags" Target="../tags/tag11.xml"/><Relationship Id="rId14" Type="http://schemas.openxmlformats.org/officeDocument/2006/relationships/tags" Target="../tags/tag16.xml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tags" Target="../tags/tag26.xml"/><Relationship Id="rId13" Type="http://schemas.openxmlformats.org/officeDocument/2006/relationships/tags" Target="../tags/tag31.xml"/><Relationship Id="rId18" Type="http://schemas.openxmlformats.org/officeDocument/2006/relationships/image" Target="../media/image1.tmp"/><Relationship Id="rId3" Type="http://schemas.openxmlformats.org/officeDocument/2006/relationships/tags" Target="../tags/tag21.xml"/><Relationship Id="rId7" Type="http://schemas.openxmlformats.org/officeDocument/2006/relationships/tags" Target="../tags/tag25.xml"/><Relationship Id="rId12" Type="http://schemas.openxmlformats.org/officeDocument/2006/relationships/tags" Target="../tags/tag30.xml"/><Relationship Id="rId17" Type="http://schemas.openxmlformats.org/officeDocument/2006/relationships/slideLayout" Target="../slideLayouts/slideLayout2.xml"/><Relationship Id="rId2" Type="http://schemas.openxmlformats.org/officeDocument/2006/relationships/tags" Target="../tags/tag20.xml"/><Relationship Id="rId16" Type="http://schemas.openxmlformats.org/officeDocument/2006/relationships/tags" Target="../tags/tag34.xml"/><Relationship Id="rId1" Type="http://schemas.openxmlformats.org/officeDocument/2006/relationships/tags" Target="../tags/tag19.xml"/><Relationship Id="rId6" Type="http://schemas.openxmlformats.org/officeDocument/2006/relationships/tags" Target="../tags/tag24.xml"/><Relationship Id="rId11" Type="http://schemas.openxmlformats.org/officeDocument/2006/relationships/tags" Target="../tags/tag29.xml"/><Relationship Id="rId5" Type="http://schemas.openxmlformats.org/officeDocument/2006/relationships/tags" Target="../tags/tag23.xml"/><Relationship Id="rId15" Type="http://schemas.openxmlformats.org/officeDocument/2006/relationships/tags" Target="../tags/tag33.xml"/><Relationship Id="rId10" Type="http://schemas.openxmlformats.org/officeDocument/2006/relationships/tags" Target="../tags/tag28.xml"/><Relationship Id="rId4" Type="http://schemas.openxmlformats.org/officeDocument/2006/relationships/tags" Target="../tags/tag22.xml"/><Relationship Id="rId9" Type="http://schemas.openxmlformats.org/officeDocument/2006/relationships/tags" Target="../tags/tag27.xml"/><Relationship Id="rId14" Type="http://schemas.openxmlformats.org/officeDocument/2006/relationships/tags" Target="../tags/tag32.xml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tags" Target="../tags/tag42.xml"/><Relationship Id="rId13" Type="http://schemas.openxmlformats.org/officeDocument/2006/relationships/tags" Target="../tags/tag47.xml"/><Relationship Id="rId18" Type="http://schemas.openxmlformats.org/officeDocument/2006/relationships/image" Target="../media/image1.tmp"/><Relationship Id="rId3" Type="http://schemas.openxmlformats.org/officeDocument/2006/relationships/tags" Target="../tags/tag37.xml"/><Relationship Id="rId7" Type="http://schemas.openxmlformats.org/officeDocument/2006/relationships/tags" Target="../tags/tag41.xml"/><Relationship Id="rId12" Type="http://schemas.openxmlformats.org/officeDocument/2006/relationships/tags" Target="../tags/tag46.xml"/><Relationship Id="rId17" Type="http://schemas.openxmlformats.org/officeDocument/2006/relationships/slideLayout" Target="../slideLayouts/slideLayout2.xml"/><Relationship Id="rId2" Type="http://schemas.openxmlformats.org/officeDocument/2006/relationships/tags" Target="../tags/tag36.xml"/><Relationship Id="rId16" Type="http://schemas.openxmlformats.org/officeDocument/2006/relationships/tags" Target="../tags/tag50.xml"/><Relationship Id="rId1" Type="http://schemas.openxmlformats.org/officeDocument/2006/relationships/tags" Target="../tags/tag35.xml"/><Relationship Id="rId6" Type="http://schemas.openxmlformats.org/officeDocument/2006/relationships/tags" Target="../tags/tag40.xml"/><Relationship Id="rId11" Type="http://schemas.openxmlformats.org/officeDocument/2006/relationships/tags" Target="../tags/tag45.xml"/><Relationship Id="rId5" Type="http://schemas.openxmlformats.org/officeDocument/2006/relationships/tags" Target="../tags/tag39.xml"/><Relationship Id="rId15" Type="http://schemas.openxmlformats.org/officeDocument/2006/relationships/tags" Target="../tags/tag49.xml"/><Relationship Id="rId10" Type="http://schemas.openxmlformats.org/officeDocument/2006/relationships/tags" Target="../tags/tag44.xml"/><Relationship Id="rId4" Type="http://schemas.openxmlformats.org/officeDocument/2006/relationships/tags" Target="../tags/tag38.xml"/><Relationship Id="rId9" Type="http://schemas.openxmlformats.org/officeDocument/2006/relationships/tags" Target="../tags/tag43.xml"/><Relationship Id="rId14" Type="http://schemas.openxmlformats.org/officeDocument/2006/relationships/tags" Target="../tags/tag48.xml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tags" Target="../tags/tag58.xml"/><Relationship Id="rId13" Type="http://schemas.openxmlformats.org/officeDocument/2006/relationships/tags" Target="../tags/tag63.xml"/><Relationship Id="rId18" Type="http://schemas.openxmlformats.org/officeDocument/2006/relationships/image" Target="../media/image1.tmp"/><Relationship Id="rId3" Type="http://schemas.openxmlformats.org/officeDocument/2006/relationships/tags" Target="../tags/tag53.xml"/><Relationship Id="rId7" Type="http://schemas.openxmlformats.org/officeDocument/2006/relationships/tags" Target="../tags/tag57.xml"/><Relationship Id="rId12" Type="http://schemas.openxmlformats.org/officeDocument/2006/relationships/tags" Target="../tags/tag62.xml"/><Relationship Id="rId17" Type="http://schemas.openxmlformats.org/officeDocument/2006/relationships/slideLayout" Target="../slideLayouts/slideLayout2.xml"/><Relationship Id="rId2" Type="http://schemas.openxmlformats.org/officeDocument/2006/relationships/tags" Target="../tags/tag52.xml"/><Relationship Id="rId16" Type="http://schemas.openxmlformats.org/officeDocument/2006/relationships/tags" Target="../tags/tag66.xml"/><Relationship Id="rId1" Type="http://schemas.openxmlformats.org/officeDocument/2006/relationships/tags" Target="../tags/tag51.xml"/><Relationship Id="rId6" Type="http://schemas.openxmlformats.org/officeDocument/2006/relationships/tags" Target="../tags/tag56.xml"/><Relationship Id="rId11" Type="http://schemas.openxmlformats.org/officeDocument/2006/relationships/tags" Target="../tags/tag61.xml"/><Relationship Id="rId5" Type="http://schemas.openxmlformats.org/officeDocument/2006/relationships/tags" Target="../tags/tag55.xml"/><Relationship Id="rId15" Type="http://schemas.openxmlformats.org/officeDocument/2006/relationships/tags" Target="../tags/tag65.xml"/><Relationship Id="rId10" Type="http://schemas.openxmlformats.org/officeDocument/2006/relationships/tags" Target="../tags/tag60.xml"/><Relationship Id="rId4" Type="http://schemas.openxmlformats.org/officeDocument/2006/relationships/tags" Target="../tags/tag54.xml"/><Relationship Id="rId9" Type="http://schemas.openxmlformats.org/officeDocument/2006/relationships/tags" Target="../tags/tag59.xml"/><Relationship Id="rId14" Type="http://schemas.openxmlformats.org/officeDocument/2006/relationships/tags" Target="../tags/tag64.xml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tags" Target="../tags/tag74.xml"/><Relationship Id="rId13" Type="http://schemas.openxmlformats.org/officeDocument/2006/relationships/tags" Target="../tags/tag79.xml"/><Relationship Id="rId18" Type="http://schemas.openxmlformats.org/officeDocument/2006/relationships/image" Target="../media/image1.tmp"/><Relationship Id="rId3" Type="http://schemas.openxmlformats.org/officeDocument/2006/relationships/tags" Target="../tags/tag69.xml"/><Relationship Id="rId7" Type="http://schemas.openxmlformats.org/officeDocument/2006/relationships/tags" Target="../tags/tag73.xml"/><Relationship Id="rId12" Type="http://schemas.openxmlformats.org/officeDocument/2006/relationships/tags" Target="../tags/tag78.xml"/><Relationship Id="rId17" Type="http://schemas.openxmlformats.org/officeDocument/2006/relationships/slideLayout" Target="../slideLayouts/slideLayout2.xml"/><Relationship Id="rId2" Type="http://schemas.openxmlformats.org/officeDocument/2006/relationships/tags" Target="../tags/tag68.xml"/><Relationship Id="rId16" Type="http://schemas.openxmlformats.org/officeDocument/2006/relationships/tags" Target="../tags/tag82.xml"/><Relationship Id="rId1" Type="http://schemas.openxmlformats.org/officeDocument/2006/relationships/tags" Target="../tags/tag67.xml"/><Relationship Id="rId6" Type="http://schemas.openxmlformats.org/officeDocument/2006/relationships/tags" Target="../tags/tag72.xml"/><Relationship Id="rId11" Type="http://schemas.openxmlformats.org/officeDocument/2006/relationships/tags" Target="../tags/tag77.xml"/><Relationship Id="rId5" Type="http://schemas.openxmlformats.org/officeDocument/2006/relationships/tags" Target="../tags/tag71.xml"/><Relationship Id="rId15" Type="http://schemas.openxmlformats.org/officeDocument/2006/relationships/tags" Target="../tags/tag81.xml"/><Relationship Id="rId10" Type="http://schemas.openxmlformats.org/officeDocument/2006/relationships/tags" Target="../tags/tag76.xml"/><Relationship Id="rId4" Type="http://schemas.openxmlformats.org/officeDocument/2006/relationships/tags" Target="../tags/tag70.xml"/><Relationship Id="rId9" Type="http://schemas.openxmlformats.org/officeDocument/2006/relationships/tags" Target="../tags/tag75.xml"/><Relationship Id="rId14" Type="http://schemas.openxmlformats.org/officeDocument/2006/relationships/tags" Target="../tags/tag8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D37E69F9-6B9D-41C3-8482-4D5D712E257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zh-CN" altLang="en-US" dirty="0"/>
              <a:t>第</a:t>
            </a:r>
            <a:r>
              <a:rPr lang="en-US" altLang="zh-CN" dirty="0"/>
              <a:t>4</a:t>
            </a:r>
            <a:r>
              <a:rPr lang="zh-CN" altLang="en-US" dirty="0"/>
              <a:t>章书面作业</a:t>
            </a:r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42C1760D-74E7-48BB-9E02-82097326799D}"/>
              </a:ext>
            </a:extLst>
          </p:cNvPr>
          <p:cNvSpPr txBox="1"/>
          <p:nvPr>
            <p:custDataLst>
              <p:tags r:id="rId2"/>
            </p:custDataLst>
          </p:nvPr>
        </p:nvSpPr>
        <p:spPr>
          <a:xfrm>
            <a:off x="1841500" y="5842000"/>
            <a:ext cx="2032000" cy="508000"/>
          </a:xfrm>
          <a:prstGeom prst="rect">
            <a:avLst/>
          </a:prstGeom>
          <a:noFill/>
          <a:ln w="12700"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</a14:hiddenLine>
            </a:ext>
          </a:extLst>
        </p:spPr>
        <p:txBody>
          <a:bodyPr vert="horz" wrap="square" rtlCol="0" anchor="ctr" anchorCtr="1">
            <a:noAutofit/>
          </a:bodyPr>
          <a:lstStyle/>
          <a:p>
            <a:r>
              <a:rPr lang="zh-CN" altLang="en-US" sz="2000">
                <a:solidFill>
                  <a:srgbClr val="000000"/>
                </a:solidFill>
              </a:rPr>
              <a:t>总分</a:t>
            </a:r>
            <a:r>
              <a:rPr lang="en-US" altLang="zh-CN" sz="2000">
                <a:solidFill>
                  <a:srgbClr val="000000"/>
                </a:solidFill>
              </a:rPr>
              <a:t>: 6</a:t>
            </a:r>
            <a:endParaRPr lang="zh-CN" altLang="en-US" sz="2000">
              <a:solidFill>
                <a:srgbClr val="000000"/>
              </a:solidFill>
            </a:endParaRP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B0B5FE55-C2F3-4FF3-80DC-0AEF06A93098}"/>
              </a:ext>
            </a:extLst>
          </p:cNvPr>
          <p:cNvSpPr txBox="1"/>
          <p:nvPr/>
        </p:nvSpPr>
        <p:spPr>
          <a:xfrm>
            <a:off x="127000" y="7874000"/>
            <a:ext cx="5461000" cy="1016000"/>
          </a:xfrm>
          <a:prstGeom prst="rect">
            <a:avLst/>
          </a:prstGeom>
          <a:solidFill>
            <a:srgbClr val="FFFFFF"/>
          </a:solidFill>
          <a:ln w="12700">
            <a:solidFill>
              <a:schemeClr val="tx1"/>
            </a:solidFill>
          </a:ln>
        </p:spPr>
        <p:txBody>
          <a:bodyPr vert="horz" wrap="square" rtlCol="0" anchor="ctr">
            <a:noAutofit/>
          </a:bodyPr>
          <a:lstStyle/>
          <a:p>
            <a:r>
              <a:rPr lang="zh-CN" altLang="en-US" sz="2000">
                <a:solidFill>
                  <a:srgbClr val="FF0000"/>
                </a:solidFill>
              </a:rPr>
              <a:t>*此封面页请勿删除，删除后将无法上传至试卷库，添加菜单栏任意题型即可制作试卷。本提示将在上传时自动隐藏。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128255570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999"/>
    </mc:Choice>
    <mc:Fallback xmlns="">
      <p:transition spd="slow"/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文本框 4">
            <a:extLst>
              <a:ext uri="{FF2B5EF4-FFF2-40B4-BE49-F238E27FC236}">
                <a16:creationId xmlns:a16="http://schemas.microsoft.com/office/drawing/2014/main" id="{0EB4949F-D931-4B68-A33B-D26EE16EA9AA}"/>
              </a:ext>
            </a:extLst>
          </p:cNvPr>
          <p:cNvSpPr txBox="1"/>
          <p:nvPr>
            <p:custDataLst>
              <p:tags r:id="rId2"/>
            </p:custDataLst>
          </p:nvPr>
        </p:nvSpPr>
        <p:spPr>
          <a:xfrm>
            <a:off x="0" y="634999"/>
            <a:ext cx="5715000" cy="7572375"/>
          </a:xfrm>
          <a:prstGeom prst="rect">
            <a:avLst/>
          </a:prstGeom>
          <a:noFill/>
        </p:spPr>
        <p:txBody>
          <a:bodyPr vert="horz" wrap="square" rtlCol="0" anchor="t" anchorCtr="0">
            <a:noAutofit/>
          </a:bodyPr>
          <a:lstStyle/>
          <a:p>
            <a:pPr marL="342900" lvl="0" indent="-342900" algn="just">
              <a:spcAft>
                <a:spcPts val="0"/>
              </a:spcAft>
              <a:buFont typeface="+mj-lt"/>
              <a:buAutoNum type="arabicPeriod"/>
            </a:pPr>
            <a:r>
              <a:rPr lang="zh-CN" altLang="en-US" sz="1400" kern="100" dirty="0">
                <a:latin typeface="Times New Roman" panose="02020603050405020304" pitchFamily="18" charset="0"/>
                <a:ea typeface="宋体" panose="02010600030101010101" pitchFamily="2" charset="-122"/>
              </a:rPr>
              <a:t>考虑文法（</a:t>
            </a:r>
            <a:r>
              <a:rPr lang="en-US" altLang="zh-CN" sz="1400" kern="100" dirty="0">
                <a:latin typeface="Times New Roman" panose="02020603050405020304" pitchFamily="18" charset="0"/>
                <a:ea typeface="宋体" panose="02010600030101010101" pitchFamily="2" charset="-122"/>
              </a:rPr>
              <a:t>1</a:t>
            </a:r>
            <a:r>
              <a:rPr lang="zh-CN" altLang="en-US" sz="1400" kern="100" dirty="0">
                <a:latin typeface="Times New Roman" panose="02020603050405020304" pitchFamily="18" charset="0"/>
                <a:ea typeface="宋体" panose="02010600030101010101" pitchFamily="2" charset="-122"/>
              </a:rPr>
              <a:t>分）</a:t>
            </a:r>
            <a:endParaRPr lang="en-US" altLang="zh-CN" sz="1400" kern="100" dirty="0"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pPr lvl="0" algn="just">
              <a:spcAft>
                <a:spcPts val="0"/>
              </a:spcAft>
            </a:pPr>
            <a:r>
              <a:rPr lang="pt-BR" altLang="zh-CN" sz="1400" kern="100" dirty="0">
                <a:latin typeface="Times New Roman" panose="02020603050405020304" pitchFamily="18" charset="0"/>
                <a:ea typeface="宋体" panose="02010600030101010101" pitchFamily="2" charset="-122"/>
              </a:rPr>
              <a:t>		E → T + E | </a:t>
            </a:r>
            <a:r>
              <a:rPr lang="en-US" altLang="zh-CN" sz="1400" kern="100" dirty="0">
                <a:latin typeface="Times New Roman" panose="02020603050405020304" pitchFamily="18" charset="0"/>
                <a:ea typeface="宋体" panose="02010600030101010101" pitchFamily="2" charset="-122"/>
              </a:rPr>
              <a:t>T</a:t>
            </a:r>
            <a:endParaRPr lang="pt-BR" altLang="zh-CN" sz="1400" kern="100" dirty="0"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pPr lvl="0" algn="just">
              <a:spcAft>
                <a:spcPts val="0"/>
              </a:spcAft>
            </a:pPr>
            <a:r>
              <a:rPr lang="pt-BR" altLang="zh-CN" sz="1400" kern="100" dirty="0">
                <a:latin typeface="Times New Roman" panose="02020603050405020304" pitchFamily="18" charset="0"/>
                <a:ea typeface="宋体" panose="02010600030101010101" pitchFamily="2" charset="-122"/>
              </a:rPr>
              <a:t>		T → </a:t>
            </a:r>
            <a:r>
              <a:rPr lang="en-US" altLang="zh-CN" sz="1400" kern="100" dirty="0">
                <a:latin typeface="Times New Roman" panose="02020603050405020304" pitchFamily="18" charset="0"/>
                <a:ea typeface="宋体" panose="02010600030101010101" pitchFamily="2" charset="-122"/>
              </a:rPr>
              <a:t>F * T</a:t>
            </a:r>
            <a:r>
              <a:rPr lang="pt-BR" altLang="zh-CN" sz="1400" kern="100" dirty="0">
                <a:latin typeface="Times New Roman" panose="02020603050405020304" pitchFamily="18" charset="0"/>
                <a:ea typeface="宋体" panose="02010600030101010101" pitchFamily="2" charset="-122"/>
              </a:rPr>
              <a:t> | F</a:t>
            </a:r>
          </a:p>
          <a:p>
            <a:pPr lvl="0" algn="just">
              <a:spcAft>
                <a:spcPts val="0"/>
              </a:spcAft>
            </a:pPr>
            <a:r>
              <a:rPr lang="pt-BR" altLang="zh-CN" sz="1400" kern="100" dirty="0">
                <a:latin typeface="Times New Roman" panose="02020603050405020304" pitchFamily="18" charset="0"/>
                <a:ea typeface="宋体" panose="02010600030101010101" pitchFamily="2" charset="-122"/>
              </a:rPr>
              <a:t>		F → </a:t>
            </a:r>
            <a:r>
              <a:rPr lang="en-US" altLang="zh-CN" sz="1400" kern="100" dirty="0">
                <a:latin typeface="Times New Roman" panose="02020603050405020304" pitchFamily="18" charset="0"/>
                <a:ea typeface="宋体" panose="02010600030101010101" pitchFamily="2" charset="-122"/>
              </a:rPr>
              <a:t>(</a:t>
            </a:r>
            <a:r>
              <a:rPr lang="zh-CN" altLang="en-US" sz="1400" kern="100" dirty="0">
                <a:latin typeface="Times New Roman" panose="02020603050405020304" pitchFamily="18" charset="0"/>
                <a:ea typeface="宋体" panose="02010600030101010101" pitchFamily="2" charset="-122"/>
              </a:rPr>
              <a:t> </a:t>
            </a:r>
            <a:r>
              <a:rPr lang="en-US" altLang="zh-CN" sz="1400" kern="100" dirty="0">
                <a:latin typeface="Times New Roman" panose="02020603050405020304" pitchFamily="18" charset="0"/>
                <a:ea typeface="宋体" panose="02010600030101010101" pitchFamily="2" charset="-122"/>
              </a:rPr>
              <a:t>E</a:t>
            </a:r>
            <a:r>
              <a:rPr lang="zh-CN" altLang="en-US" sz="1400" kern="100" dirty="0">
                <a:latin typeface="Times New Roman" panose="02020603050405020304" pitchFamily="18" charset="0"/>
                <a:ea typeface="宋体" panose="02010600030101010101" pitchFamily="2" charset="-122"/>
              </a:rPr>
              <a:t> </a:t>
            </a:r>
            <a:r>
              <a:rPr lang="en-US" altLang="zh-CN" sz="1400" kern="100" dirty="0">
                <a:latin typeface="Times New Roman" panose="02020603050405020304" pitchFamily="18" charset="0"/>
                <a:ea typeface="宋体" panose="02010600030101010101" pitchFamily="2" charset="-122"/>
              </a:rPr>
              <a:t>)</a:t>
            </a:r>
            <a:r>
              <a:rPr lang="pt-BR" altLang="zh-CN" sz="1400" kern="100" dirty="0">
                <a:latin typeface="Times New Roman" panose="02020603050405020304" pitchFamily="18" charset="0"/>
                <a:ea typeface="宋体" panose="02010600030101010101" pitchFamily="2" charset="-122"/>
              </a:rPr>
              <a:t> | </a:t>
            </a:r>
            <a:r>
              <a:rPr lang="en-US" altLang="zh-CN" sz="1400" kern="100" dirty="0">
                <a:latin typeface="Times New Roman" panose="02020603050405020304" pitchFamily="18" charset="0"/>
                <a:ea typeface="宋体" panose="02010600030101010101" pitchFamily="2" charset="-122"/>
              </a:rPr>
              <a:t>num</a:t>
            </a:r>
            <a:endParaRPr lang="pt-BR" altLang="zh-CN" sz="1400" kern="100" dirty="0">
              <a:latin typeface="Symbol" panose="05050102010706020507" pitchFamily="18" charset="2"/>
              <a:ea typeface="宋体" panose="02010600030101010101" pitchFamily="2" charset="-122"/>
            </a:endParaRPr>
          </a:p>
          <a:p>
            <a:pPr marL="342900" lvl="0" indent="-342900" algn="just">
              <a:spcAft>
                <a:spcPts val="0"/>
              </a:spcAft>
              <a:buFont typeface="+mj-lt"/>
              <a:buAutoNum type="arabicParenR"/>
            </a:pPr>
            <a:r>
              <a:rPr lang="zh-CN" altLang="en-US" sz="1400" kern="100" dirty="0">
                <a:latin typeface="Times New Roman" panose="02020603050405020304" pitchFamily="18" charset="0"/>
                <a:ea typeface="宋体" panose="02010600030101010101" pitchFamily="2" charset="-122"/>
              </a:rPr>
              <a:t>列出终结符、非终结符和开始符号</a:t>
            </a:r>
            <a:endParaRPr lang="zh-CN" altLang="zh-CN" sz="1400" kern="100" dirty="0"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pPr marL="342900" lvl="0" indent="-342900" algn="just">
              <a:spcAft>
                <a:spcPts val="0"/>
              </a:spcAft>
              <a:buFont typeface="+mj-lt"/>
              <a:buAutoNum type="arabicParenR"/>
            </a:pPr>
            <a:r>
              <a:rPr lang="zh-CN" altLang="en-US" sz="1400" kern="100" dirty="0">
                <a:latin typeface="Times New Roman" panose="02020603050405020304" pitchFamily="18" charset="0"/>
                <a:ea typeface="宋体" panose="02010600030101010101" pitchFamily="2" charset="-122"/>
              </a:rPr>
              <a:t>给出句子</a:t>
            </a:r>
            <a:r>
              <a:rPr lang="en-US" altLang="zh-CN" sz="1400" kern="100" dirty="0">
                <a:latin typeface="Times New Roman" panose="02020603050405020304" pitchFamily="18" charset="0"/>
                <a:ea typeface="宋体" panose="02010600030101010101" pitchFamily="2" charset="-122"/>
              </a:rPr>
              <a:t>num + num * num * num + num</a:t>
            </a:r>
            <a:r>
              <a:rPr lang="zh-CN" altLang="en-US" sz="1400" kern="100" dirty="0">
                <a:latin typeface="Times New Roman" panose="02020603050405020304" pitchFamily="18" charset="0"/>
                <a:ea typeface="宋体" panose="02010600030101010101" pitchFamily="2" charset="-122"/>
              </a:rPr>
              <a:t>的最左推导</a:t>
            </a:r>
            <a:endParaRPr lang="en-US" altLang="zh-CN" sz="1400" kern="100" dirty="0"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pPr marL="342900" lvl="0" indent="-342900" algn="just">
              <a:spcAft>
                <a:spcPts val="0"/>
              </a:spcAft>
              <a:buFont typeface="+mj-lt"/>
              <a:buAutoNum type="arabicParenR"/>
            </a:pPr>
            <a:r>
              <a:rPr lang="zh-CN" altLang="en-US" sz="1400" kern="100" dirty="0">
                <a:latin typeface="Times New Roman" panose="02020603050405020304" pitchFamily="18" charset="0"/>
                <a:ea typeface="宋体" panose="02010600030101010101" pitchFamily="2" charset="-122"/>
              </a:rPr>
              <a:t>构造此句子的具体语法树</a:t>
            </a:r>
            <a:endParaRPr lang="zh-CN" altLang="zh-CN" sz="1400" kern="100" dirty="0"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endParaRPr lang="en-US" altLang="zh-CN" sz="1400" dirty="0"/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3BAAD9DE-EB78-4700-A73F-C2061EC1FF9A}"/>
              </a:ext>
            </a:extLst>
          </p:cNvPr>
          <p:cNvSpPr/>
          <p:nvPr>
            <p:custDataLst>
              <p:tags r:id="rId3"/>
            </p:custDataLst>
          </p:nvPr>
        </p:nvSpPr>
        <p:spPr>
          <a:xfrm>
            <a:off x="0" y="8270875"/>
            <a:ext cx="5715000" cy="476250"/>
          </a:xfrm>
          <a:prstGeom prst="rect">
            <a:avLst/>
          </a:prstGeom>
          <a:solidFill>
            <a:srgbClr val="FBFAEF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none" rtlCol="0" anchor="ctr" anchorCtr="1">
            <a:noAutofit/>
          </a:bodyPr>
          <a:lstStyle/>
          <a:p>
            <a:r>
              <a:rPr lang="zh-CN" altLang="en-US" sz="1500">
                <a:solidFill>
                  <a:srgbClr val="F84F41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正常使用主观题需</a:t>
            </a:r>
            <a:r>
              <a:rPr lang="en-US" altLang="zh-CN" sz="1500">
                <a:solidFill>
                  <a:srgbClr val="F84F41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2.0</a:t>
            </a:r>
            <a:r>
              <a:rPr lang="zh-CN" altLang="en-US" sz="1500">
                <a:solidFill>
                  <a:srgbClr val="F84F41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以上版本雨课堂</a:t>
            </a:r>
          </a:p>
        </p:txBody>
      </p:sp>
      <p:sp>
        <p:nvSpPr>
          <p:cNvPr id="12" name="矩形 11" hidden="1">
            <a:extLst>
              <a:ext uri="{FF2B5EF4-FFF2-40B4-BE49-F238E27FC236}">
                <a16:creationId xmlns:a16="http://schemas.microsoft.com/office/drawing/2014/main" id="{7A532EE4-4327-46BD-BB9E-53F7E23F9151}"/>
              </a:ext>
            </a:extLst>
          </p:cNvPr>
          <p:cNvSpPr/>
          <p:nvPr>
            <p:custDataLst>
              <p:tags r:id="rId4"/>
            </p:custDataLst>
          </p:nvPr>
        </p:nvSpPr>
        <p:spPr>
          <a:xfrm>
            <a:off x="6096000" y="0"/>
            <a:ext cx="5120640" cy="9144000"/>
          </a:xfrm>
          <a:prstGeom prst="rect">
            <a:avLst/>
          </a:prstGeom>
          <a:solidFill>
            <a:srgbClr val="FFFFFF"/>
          </a:solidFill>
          <a:ln w="12700" cmpd="sng">
            <a:solidFill>
              <a:srgbClr val="9B9B9B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zh-CN" altLang="en-US">
              <a:solidFill>
                <a:srgbClr val="FFFFFF"/>
              </a:solidFill>
            </a:endParaRPr>
          </a:p>
        </p:txBody>
      </p:sp>
      <p:sp>
        <p:nvSpPr>
          <p:cNvPr id="17" name="文本框 16" hidden="1">
            <a:extLst>
              <a:ext uri="{FF2B5EF4-FFF2-40B4-BE49-F238E27FC236}">
                <a16:creationId xmlns:a16="http://schemas.microsoft.com/office/drawing/2014/main" id="{1DC77BFC-C8B6-4964-B43B-DCB46B4513E9}"/>
              </a:ext>
            </a:extLst>
          </p:cNvPr>
          <p:cNvSpPr txBox="1"/>
          <p:nvPr>
            <p:custDataLst>
              <p:tags r:id="rId5"/>
            </p:custDataLst>
          </p:nvPr>
        </p:nvSpPr>
        <p:spPr>
          <a:xfrm>
            <a:off x="6184900" y="8413419"/>
            <a:ext cx="4942840" cy="461665"/>
          </a:xfrm>
          <a:prstGeom prst="rect">
            <a:avLst/>
          </a:prstGeom>
          <a:solidFill>
            <a:srgbClr val="FBFAEF"/>
          </a:solidFill>
          <a:ln w="12700">
            <a:noFill/>
          </a:ln>
          <a:extLst>
            <a:ext uri="{91240B29-F687-4F45-9708-019B960494DF}">
              <a14:hiddenLine xmlns:a14="http://schemas.microsoft.com/office/drawing/2010/main" w="12700">
                <a:solidFill>
                  <a:srgbClr val="FFFFFF"/>
                </a:solidFill>
              </a14:hiddenLine>
            </a:ext>
          </a:extLst>
        </p:spPr>
        <p:txBody>
          <a:bodyPr vert="horz" rtlCol="0" anchor="ctr">
            <a:spAutoFit/>
          </a:bodyPr>
          <a:lstStyle/>
          <a:p>
            <a:r>
              <a:rPr lang="zh-CN" altLang="en-US" sz="1200">
                <a:solidFill>
                  <a:srgbClr val="F84F41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可为此题添加文本、图片、公式等解析，且需将内容全部放在本区域内。正常使用需</a:t>
            </a:r>
            <a:r>
              <a:rPr lang="en-US" altLang="zh-CN" sz="1200">
                <a:solidFill>
                  <a:srgbClr val="F84F41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3.0</a:t>
            </a:r>
            <a:r>
              <a:rPr lang="zh-CN" altLang="en-US" sz="1200">
                <a:solidFill>
                  <a:srgbClr val="F84F41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以上版本</a:t>
            </a:r>
          </a:p>
        </p:txBody>
      </p:sp>
      <p:sp>
        <p:nvSpPr>
          <p:cNvPr id="18" name="文本框 17" hidden="1">
            <a:extLst>
              <a:ext uri="{FF2B5EF4-FFF2-40B4-BE49-F238E27FC236}">
                <a16:creationId xmlns:a16="http://schemas.microsoft.com/office/drawing/2014/main" id="{2F3BA613-906C-4F7E-9545-5B4E18EE5932}"/>
              </a:ext>
            </a:extLst>
          </p:cNvPr>
          <p:cNvSpPr txBox="1"/>
          <p:nvPr>
            <p:custDataLst>
              <p:tags r:id="rId6"/>
            </p:custDataLst>
          </p:nvPr>
        </p:nvSpPr>
        <p:spPr>
          <a:xfrm>
            <a:off x="6350000" y="1270000"/>
            <a:ext cx="4612640" cy="1905000"/>
          </a:xfrm>
          <a:prstGeom prst="rect">
            <a:avLst/>
          </a:prstGeom>
          <a:noFill/>
        </p:spPr>
        <p:txBody>
          <a:bodyPr vert="horz" rtlCol="0" anchor="t" anchorCtr="0">
            <a:spAutoFit/>
          </a:bodyPr>
          <a:lstStyle/>
          <a:p>
            <a:r>
              <a:rPr lang="zh-CN" altLang="en-US" sz="200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此处添加答案解析</a:t>
            </a:r>
          </a:p>
        </p:txBody>
      </p:sp>
      <p:grpSp>
        <p:nvGrpSpPr>
          <p:cNvPr id="16" name="组合 15" hidden="1">
            <a:extLst>
              <a:ext uri="{FF2B5EF4-FFF2-40B4-BE49-F238E27FC236}">
                <a16:creationId xmlns:a16="http://schemas.microsoft.com/office/drawing/2014/main" id="{8094A5E6-38E2-421E-9349-DAD6344CA4F6}"/>
              </a:ext>
            </a:extLst>
          </p:cNvPr>
          <p:cNvGrpSpPr/>
          <p:nvPr>
            <p:custDataLst>
              <p:tags r:id="rId7"/>
            </p:custDataLst>
          </p:nvPr>
        </p:nvGrpSpPr>
        <p:grpSpPr>
          <a:xfrm>
            <a:off x="6108700" y="0"/>
            <a:ext cx="5095240" cy="647700"/>
            <a:chOff x="6108700" y="0"/>
            <a:chExt cx="5095240" cy="647700"/>
          </a:xfrm>
        </p:grpSpPr>
        <p:sp>
          <p:nvSpPr>
            <p:cNvPr id="13" name="RemarkBack" hidden="1">
              <a:extLst>
                <a:ext uri="{FF2B5EF4-FFF2-40B4-BE49-F238E27FC236}">
                  <a16:creationId xmlns:a16="http://schemas.microsoft.com/office/drawing/2014/main" id="{E151523A-162A-4DC7-8B3A-4E8646C6824D}"/>
                </a:ext>
              </a:extLst>
            </p:cNvPr>
            <p:cNvSpPr/>
            <p:nvPr>
              <p:custDataLst>
                <p:tags r:id="rId14"/>
              </p:custDataLst>
            </p:nvPr>
          </p:nvSpPr>
          <p:spPr>
            <a:xfrm>
              <a:off x="6108700" y="12700"/>
              <a:ext cx="5095240" cy="635000"/>
            </a:xfrm>
            <a:prstGeom prst="rect">
              <a:avLst/>
            </a:prstGeom>
            <a:solidFill>
              <a:srgbClr val="F6F7F8"/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shade val="50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4" name="RemarkBlock" hidden="1">
              <a:extLst>
                <a:ext uri="{FF2B5EF4-FFF2-40B4-BE49-F238E27FC236}">
                  <a16:creationId xmlns:a16="http://schemas.microsoft.com/office/drawing/2014/main" id="{46CB9BE8-ABF5-476E-AEF1-0A391167ED50}"/>
                </a:ext>
              </a:extLst>
            </p:cNvPr>
            <p:cNvSpPr/>
            <p:nvPr>
              <p:custDataLst>
                <p:tags r:id="rId15"/>
              </p:custDataLst>
            </p:nvPr>
          </p:nvSpPr>
          <p:spPr>
            <a:xfrm>
              <a:off x="6108700" y="12700"/>
              <a:ext cx="190500" cy="635000"/>
            </a:xfrm>
            <a:prstGeom prst="rect">
              <a:avLst/>
            </a:prstGeom>
            <a:solidFill>
              <a:srgbClr val="639EF4"/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shade val="50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5" name="RemarkTitleText" hidden="1">
              <a:extLst>
                <a:ext uri="{FF2B5EF4-FFF2-40B4-BE49-F238E27FC236}">
                  <a16:creationId xmlns:a16="http://schemas.microsoft.com/office/drawing/2014/main" id="{DE3F1CD5-B80D-44A8-9477-23D015EAB726}"/>
                </a:ext>
              </a:extLst>
            </p:cNvPr>
            <p:cNvSpPr txBox="1"/>
            <p:nvPr>
              <p:custDataLst>
                <p:tags r:id="rId16"/>
              </p:custDataLst>
            </p:nvPr>
          </p:nvSpPr>
          <p:spPr>
            <a:xfrm>
              <a:off x="6350000" y="0"/>
              <a:ext cx="1905000" cy="635000"/>
            </a:xfrm>
            <a:prstGeom prst="rect">
              <a:avLst/>
            </a:prstGeom>
            <a:noFill/>
          </p:spPr>
          <p:txBody>
            <a:bodyPr vert="horz" wrap="none" rtlCol="0" anchor="ctr" anchorCtr="0">
              <a:noAutofit/>
            </a:bodyPr>
            <a:lstStyle/>
            <a:p>
              <a:r>
                <a:rPr lang="zh-CN" altLang="en-US" sz="1800">
                  <a:solidFill>
                    <a:srgbClr val="000000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  <a:sym typeface="Microsoft Yahei" panose="020B0503020204020204" pitchFamily="34" charset="-122"/>
                </a:rPr>
                <a:t>答案解析</a:t>
              </a:r>
            </a:p>
          </p:txBody>
        </p:sp>
      </p:grpSp>
      <p:grpSp>
        <p:nvGrpSpPr>
          <p:cNvPr id="10" name="组合 9">
            <a:extLst>
              <a:ext uri="{FF2B5EF4-FFF2-40B4-BE49-F238E27FC236}">
                <a16:creationId xmlns:a16="http://schemas.microsoft.com/office/drawing/2014/main" id="{DDF90F35-0C7F-426F-8EAB-71862230F6D9}"/>
              </a:ext>
            </a:extLst>
          </p:cNvPr>
          <p:cNvGrpSpPr/>
          <p:nvPr>
            <p:custDataLst>
              <p:tags r:id="rId8"/>
            </p:custDataLst>
          </p:nvPr>
        </p:nvGrpSpPr>
        <p:grpSpPr>
          <a:xfrm>
            <a:off x="0" y="0"/>
            <a:ext cx="5715000" cy="635000"/>
            <a:chOff x="0" y="0"/>
            <a:chExt cx="5715000" cy="635000"/>
          </a:xfrm>
        </p:grpSpPr>
        <p:sp>
          <p:nvSpPr>
            <p:cNvPr id="6" name="TitleBackground">
              <a:extLst>
                <a:ext uri="{FF2B5EF4-FFF2-40B4-BE49-F238E27FC236}">
                  <a16:creationId xmlns:a16="http://schemas.microsoft.com/office/drawing/2014/main" id="{DF222A90-94AC-4E86-8347-C91EF71E85A7}"/>
                </a:ext>
              </a:extLst>
            </p:cNvPr>
            <p:cNvSpPr/>
            <p:nvPr>
              <p:custDataLst>
                <p:tags r:id="rId10"/>
              </p:custDataLst>
            </p:nvPr>
          </p:nvSpPr>
          <p:spPr>
            <a:xfrm>
              <a:off x="0" y="0"/>
              <a:ext cx="5715000" cy="635000"/>
            </a:xfrm>
            <a:prstGeom prst="rect">
              <a:avLst/>
            </a:prstGeom>
            <a:solidFill>
              <a:srgbClr val="F6F7F8"/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shade val="50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7" name="ColorBlock">
              <a:extLst>
                <a:ext uri="{FF2B5EF4-FFF2-40B4-BE49-F238E27FC236}">
                  <a16:creationId xmlns:a16="http://schemas.microsoft.com/office/drawing/2014/main" id="{0ADDDE70-69FC-43F6-8995-F5149CF5ECB1}"/>
                </a:ext>
              </a:extLst>
            </p:cNvPr>
            <p:cNvSpPr/>
            <p:nvPr>
              <p:custDataLst>
                <p:tags r:id="rId11"/>
              </p:custDataLst>
            </p:nvPr>
          </p:nvSpPr>
          <p:spPr>
            <a:xfrm>
              <a:off x="0" y="0"/>
              <a:ext cx="190500" cy="635000"/>
            </a:xfrm>
            <a:prstGeom prst="rect">
              <a:avLst/>
            </a:prstGeom>
            <a:solidFill>
              <a:srgbClr val="639EF4"/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shade val="50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8" name="TypeText">
              <a:extLst>
                <a:ext uri="{FF2B5EF4-FFF2-40B4-BE49-F238E27FC236}">
                  <a16:creationId xmlns:a16="http://schemas.microsoft.com/office/drawing/2014/main" id="{BFBDE1A9-C343-4924-BF9E-8B9BE6BF2BD8}"/>
                </a:ext>
              </a:extLst>
            </p:cNvPr>
            <p:cNvSpPr txBox="1"/>
            <p:nvPr>
              <p:custDataLst>
                <p:tags r:id="rId12"/>
              </p:custDataLst>
            </p:nvPr>
          </p:nvSpPr>
          <p:spPr>
            <a:xfrm>
              <a:off x="254000" y="0"/>
              <a:ext cx="1905000" cy="635000"/>
            </a:xfrm>
            <a:prstGeom prst="rect">
              <a:avLst/>
            </a:prstGeom>
            <a:noFill/>
          </p:spPr>
          <p:txBody>
            <a:bodyPr vert="horz" wrap="none" rtlCol="0" anchor="ctr" anchorCtr="0">
              <a:noAutofit/>
            </a:bodyPr>
            <a:lstStyle/>
            <a:p>
              <a:r>
                <a:rPr lang="zh-CN" altLang="en-US" sz="2600">
                  <a:solidFill>
                    <a:srgbClr val="000000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  <a:sym typeface="Microsoft Yahei" panose="020B0503020204020204" pitchFamily="34" charset="-122"/>
                </a:rPr>
                <a:t>主观题</a:t>
              </a:r>
            </a:p>
          </p:txBody>
        </p:sp>
        <p:sp>
          <p:nvSpPr>
            <p:cNvPr id="9" name="TipText">
              <a:extLst>
                <a:ext uri="{FF2B5EF4-FFF2-40B4-BE49-F238E27FC236}">
                  <a16:creationId xmlns:a16="http://schemas.microsoft.com/office/drawing/2014/main" id="{400DF923-22EE-45B8-B11F-B69D1BBF1255}"/>
                </a:ext>
              </a:extLst>
            </p:cNvPr>
            <p:cNvSpPr txBox="1"/>
            <p:nvPr>
              <p:custDataLst>
                <p:tags r:id="rId13"/>
              </p:custDataLst>
            </p:nvPr>
          </p:nvSpPr>
          <p:spPr>
            <a:xfrm>
              <a:off x="1525905" y="109220"/>
              <a:ext cx="2286000" cy="508000"/>
            </a:xfrm>
            <a:prstGeom prst="rect">
              <a:avLst/>
            </a:prstGeom>
            <a:noFill/>
          </p:spPr>
          <p:txBody>
            <a:bodyPr vert="horz" wrap="none" rtlCol="0" anchor="ctr" anchorCtr="0">
              <a:noAutofit/>
            </a:bodyPr>
            <a:lstStyle/>
            <a:p>
              <a:r>
                <a:rPr lang="en-US" altLang="zh-CN" sz="2000">
                  <a:solidFill>
                    <a:srgbClr val="808080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  <a:sym typeface="Microsoft Yahei" panose="020B0503020204020204" pitchFamily="34" charset="-122"/>
                </a:rPr>
                <a:t>1</a:t>
              </a:r>
              <a:r>
                <a:rPr lang="zh-CN" altLang="en-US" sz="2000">
                  <a:solidFill>
                    <a:srgbClr val="808080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  <a:sym typeface="Microsoft Yahei" panose="020B0503020204020204" pitchFamily="34" charset="-122"/>
                </a:rPr>
                <a:t>分</a:t>
              </a:r>
            </a:p>
          </p:txBody>
        </p:sp>
      </p:grpSp>
      <p:pic>
        <p:nvPicPr>
          <p:cNvPr id="4" name="图片 3">
            <a:extLst>
              <a:ext uri="{FF2B5EF4-FFF2-40B4-BE49-F238E27FC236}">
                <a16:creationId xmlns:a16="http://schemas.microsoft.com/office/drawing/2014/main" id="{8EC1FD1B-47AE-4EDD-A64E-A87102C7E234}"/>
              </a:ext>
            </a:extLst>
          </p:cNvPr>
          <p:cNvPicPr>
            <a:picLocks/>
          </p:cNvPicPr>
          <p:nvPr>
            <p:custDataLst>
              <p:tags r:id="rId9"/>
            </p:custDataLst>
          </p:nvPr>
        </p:nvPicPr>
        <p:blipFill>
          <a:blip r:embed="rId1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165600" y="63500"/>
            <a:ext cx="1422400" cy="508000"/>
          </a:xfrm>
          <a:prstGeom prst="rect">
            <a:avLst/>
          </a:prstGeom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390261940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999"/>
    </mc:Choice>
    <mc:Fallback xmlns="">
      <p:transition spd="slow"/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文本框 4">
            <a:extLst>
              <a:ext uri="{FF2B5EF4-FFF2-40B4-BE49-F238E27FC236}">
                <a16:creationId xmlns:a16="http://schemas.microsoft.com/office/drawing/2014/main" id="{0EB4949F-D931-4B68-A33B-D26EE16EA9AA}"/>
              </a:ext>
            </a:extLst>
          </p:cNvPr>
          <p:cNvSpPr txBox="1"/>
          <p:nvPr>
            <p:custDataLst>
              <p:tags r:id="rId2"/>
            </p:custDataLst>
          </p:nvPr>
        </p:nvSpPr>
        <p:spPr>
          <a:xfrm>
            <a:off x="0" y="634999"/>
            <a:ext cx="5715000" cy="7572375"/>
          </a:xfrm>
          <a:prstGeom prst="rect">
            <a:avLst/>
          </a:prstGeom>
          <a:noFill/>
        </p:spPr>
        <p:txBody>
          <a:bodyPr vert="horz" wrap="square" rtlCol="0" anchor="t" anchorCtr="0">
            <a:noAutofit/>
          </a:bodyPr>
          <a:lstStyle/>
          <a:p>
            <a:pPr marL="342900" lvl="0" indent="-342900" algn="just">
              <a:spcAft>
                <a:spcPts val="0"/>
              </a:spcAft>
              <a:buFont typeface="+mj-lt"/>
              <a:buAutoNum type="arabicPeriod" startAt="2"/>
            </a:pPr>
            <a:r>
              <a:rPr lang="zh-CN" altLang="en-US" sz="1400" kern="100" dirty="0">
                <a:latin typeface="Times New Roman" panose="02020603050405020304" pitchFamily="18" charset="0"/>
                <a:ea typeface="宋体" panose="02010600030101010101" pitchFamily="2" charset="-122"/>
              </a:rPr>
              <a:t>为下列语言设计上下文无关文法（</a:t>
            </a:r>
            <a:r>
              <a:rPr lang="en-US" altLang="zh-CN" sz="1400" kern="100" dirty="0">
                <a:latin typeface="Times New Roman" panose="02020603050405020304" pitchFamily="18" charset="0"/>
                <a:ea typeface="宋体" panose="02010600030101010101" pitchFamily="2" charset="-122"/>
              </a:rPr>
              <a:t>1</a:t>
            </a:r>
            <a:r>
              <a:rPr lang="zh-CN" altLang="en-US" sz="1400" kern="100" dirty="0">
                <a:latin typeface="Times New Roman" panose="02020603050405020304" pitchFamily="18" charset="0"/>
                <a:ea typeface="宋体" panose="02010600030101010101" pitchFamily="2" charset="-122"/>
              </a:rPr>
              <a:t>分）</a:t>
            </a:r>
            <a:endParaRPr lang="zh-CN" altLang="zh-CN" sz="1400" kern="100" dirty="0"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pPr marL="342900" lvl="0" indent="-342900" algn="just">
              <a:spcAft>
                <a:spcPts val="0"/>
              </a:spcAft>
              <a:buFont typeface="+mj-lt"/>
              <a:buAutoNum type="arabicParenR"/>
            </a:pPr>
            <a:r>
              <a:rPr lang="pl-PL" altLang="zh-CN" sz="1400" kern="100" dirty="0">
                <a:latin typeface="Times New Roman" panose="02020603050405020304" pitchFamily="18" charset="0"/>
                <a:ea typeface="宋体" panose="02010600030101010101" pitchFamily="2" charset="-122"/>
              </a:rPr>
              <a:t>{</a:t>
            </a:r>
            <a:r>
              <a:rPr lang="en-US" altLang="zh-CN" sz="1400" kern="100" dirty="0">
                <a:latin typeface="Times New Roman" panose="02020603050405020304" pitchFamily="18" charset="0"/>
                <a:ea typeface="宋体" panose="02010600030101010101" pitchFamily="2" charset="-122"/>
              </a:rPr>
              <a:t>a</a:t>
            </a:r>
            <a:r>
              <a:rPr lang="pl-PL" altLang="zh-CN" sz="1400" i="1" kern="100" baseline="30000" dirty="0">
                <a:latin typeface="Times New Roman" panose="02020603050405020304" pitchFamily="18" charset="0"/>
                <a:ea typeface="宋体" panose="02010600030101010101" pitchFamily="2" charset="-122"/>
              </a:rPr>
              <a:t>i</a:t>
            </a:r>
            <a:r>
              <a:rPr lang="en-US" altLang="zh-CN" sz="1400" kern="100" dirty="0">
                <a:latin typeface="Times New Roman" panose="02020603050405020304" pitchFamily="18" charset="0"/>
                <a:ea typeface="宋体" panose="02010600030101010101" pitchFamily="2" charset="-122"/>
              </a:rPr>
              <a:t>b</a:t>
            </a:r>
            <a:r>
              <a:rPr lang="pl-PL" altLang="zh-CN" sz="1400" i="1" kern="100" baseline="30000" dirty="0">
                <a:latin typeface="Times New Roman" panose="02020603050405020304" pitchFamily="18" charset="0"/>
                <a:ea typeface="宋体" panose="02010600030101010101" pitchFamily="2" charset="-122"/>
              </a:rPr>
              <a:t>j</a:t>
            </a:r>
            <a:r>
              <a:rPr lang="en-US" altLang="zh-CN" sz="1400" kern="100" dirty="0">
                <a:latin typeface="Times New Roman" panose="02020603050405020304" pitchFamily="18" charset="0"/>
                <a:ea typeface="宋体" panose="02010600030101010101" pitchFamily="2" charset="-122"/>
              </a:rPr>
              <a:t>a</a:t>
            </a:r>
            <a:r>
              <a:rPr lang="pl-PL" altLang="zh-CN" sz="1400" i="1" kern="100" baseline="30000" dirty="0">
                <a:latin typeface="Times New Roman" panose="02020603050405020304" pitchFamily="18" charset="0"/>
                <a:ea typeface="宋体" panose="02010600030101010101" pitchFamily="2" charset="-122"/>
              </a:rPr>
              <a:t>k</a:t>
            </a:r>
            <a:r>
              <a:rPr lang="pl-PL" altLang="zh-CN" sz="1400" kern="100" dirty="0">
                <a:latin typeface="Times New Roman" panose="02020603050405020304" pitchFamily="18" charset="0"/>
                <a:ea typeface="宋体" panose="02010600030101010101" pitchFamily="2" charset="-122"/>
              </a:rPr>
              <a:t> | </a:t>
            </a:r>
            <a:r>
              <a:rPr lang="en-US" altLang="zh-CN" sz="1400" i="1" kern="100" dirty="0">
                <a:latin typeface="Times New Roman" panose="02020603050405020304" pitchFamily="18" charset="0"/>
                <a:ea typeface="宋体" panose="02010600030101010101" pitchFamily="2" charset="-122"/>
              </a:rPr>
              <a:t>j</a:t>
            </a:r>
            <a:r>
              <a:rPr lang="pl-PL" altLang="zh-CN" sz="1400" kern="100" dirty="0">
                <a:latin typeface="Times New Roman" panose="02020603050405020304" pitchFamily="18" charset="0"/>
                <a:ea typeface="宋体" panose="02010600030101010101" pitchFamily="2" charset="-122"/>
              </a:rPr>
              <a:t>=</a:t>
            </a:r>
            <a:r>
              <a:rPr lang="en-US" altLang="zh-CN" sz="1400" i="1" kern="100" dirty="0">
                <a:latin typeface="Times New Roman" panose="02020603050405020304" pitchFamily="18" charset="0"/>
                <a:ea typeface="宋体" panose="02010600030101010101" pitchFamily="2" charset="-122"/>
              </a:rPr>
              <a:t>i</a:t>
            </a:r>
            <a:r>
              <a:rPr lang="en-US" altLang="zh-CN" sz="1400" kern="100" dirty="0">
                <a:latin typeface="Times New Roman" panose="02020603050405020304" pitchFamily="18" charset="0"/>
                <a:ea typeface="宋体" panose="02010600030101010101" pitchFamily="2" charset="-122"/>
              </a:rPr>
              <a:t>+3</a:t>
            </a:r>
            <a:r>
              <a:rPr lang="pl-PL" altLang="zh-CN" sz="1400" i="1" kern="100" dirty="0">
                <a:latin typeface="Times New Roman" panose="02020603050405020304" pitchFamily="18" charset="0"/>
                <a:ea typeface="宋体" panose="02010600030101010101" pitchFamily="2" charset="-122"/>
              </a:rPr>
              <a:t>k</a:t>
            </a:r>
            <a:r>
              <a:rPr lang="en-US" altLang="zh-CN" sz="1400" i="1" kern="100" dirty="0">
                <a:latin typeface="Times New Roman" panose="02020603050405020304" pitchFamily="18" charset="0"/>
                <a:ea typeface="宋体" panose="02010600030101010101" pitchFamily="2" charset="-122"/>
              </a:rPr>
              <a:t>, </a:t>
            </a:r>
            <a:r>
              <a:rPr lang="en-US" altLang="zh-CN" sz="1400" i="1" kern="100" dirty="0" err="1">
                <a:latin typeface="Times New Roman" panose="02020603050405020304" pitchFamily="18" charset="0"/>
                <a:ea typeface="宋体" panose="02010600030101010101" pitchFamily="2" charset="-122"/>
              </a:rPr>
              <a:t>i,j,k</a:t>
            </a:r>
            <a:r>
              <a:rPr lang="en-US" altLang="zh-CN" sz="1400" kern="100" dirty="0">
                <a:latin typeface="Times New Roman" panose="02020603050405020304" pitchFamily="18" charset="0"/>
                <a:ea typeface="宋体" panose="02010600030101010101" pitchFamily="2" charset="-122"/>
              </a:rPr>
              <a:t>&gt;=0</a:t>
            </a:r>
            <a:r>
              <a:rPr lang="pl-PL" altLang="zh-CN" sz="1400" kern="100" dirty="0">
                <a:latin typeface="Times New Roman" panose="02020603050405020304" pitchFamily="18" charset="0"/>
                <a:ea typeface="宋体" panose="02010600030101010101" pitchFamily="2" charset="-122"/>
              </a:rPr>
              <a:t>}</a:t>
            </a:r>
            <a:endParaRPr lang="zh-CN" altLang="zh-CN" sz="1400" kern="100" dirty="0"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pPr marL="342900" lvl="0" indent="-342900" algn="just">
              <a:spcAft>
                <a:spcPts val="0"/>
              </a:spcAft>
              <a:buFont typeface="+mj-lt"/>
              <a:buAutoNum type="arabicParenR"/>
            </a:pPr>
            <a:r>
              <a:rPr lang="zh-CN" altLang="en-US" sz="1400" kern="100" dirty="0">
                <a:latin typeface="Times New Roman" panose="02020603050405020304" pitchFamily="18" charset="0"/>
                <a:ea typeface="宋体" panose="02010600030101010101" pitchFamily="2" charset="-122"/>
              </a:rPr>
              <a:t>无法写成</a:t>
            </a:r>
            <a:r>
              <a:rPr lang="en-US" altLang="zh-CN" sz="1400" kern="100" dirty="0">
                <a:latin typeface="Times New Roman" panose="02020603050405020304" pitchFamily="18" charset="0"/>
                <a:ea typeface="宋体" panose="02010600030101010101" pitchFamily="2" charset="-122"/>
              </a:rPr>
              <a:t>xx</a:t>
            </a:r>
            <a:r>
              <a:rPr lang="zh-CN" altLang="en-US" sz="1400" kern="100" dirty="0">
                <a:latin typeface="Times New Roman" panose="02020603050405020304" pitchFamily="18" charset="0"/>
                <a:ea typeface="宋体" panose="02010600030101010101" pitchFamily="2" charset="-122"/>
              </a:rPr>
              <a:t>形式的</a:t>
            </a:r>
            <a:r>
              <a:rPr lang="en-US" altLang="zh-CN" sz="1400" kern="100" dirty="0">
                <a:latin typeface="Times New Roman" panose="02020603050405020304" pitchFamily="18" charset="0"/>
                <a:ea typeface="宋体" panose="02010600030101010101" pitchFamily="2" charset="-122"/>
              </a:rPr>
              <a:t>01</a:t>
            </a:r>
            <a:r>
              <a:rPr lang="zh-CN" altLang="en-US" sz="1400" kern="100" dirty="0">
                <a:latin typeface="Times New Roman" panose="02020603050405020304" pitchFamily="18" charset="0"/>
                <a:ea typeface="宋体" panose="02010600030101010101" pitchFamily="2" charset="-122"/>
              </a:rPr>
              <a:t>串</a:t>
            </a:r>
            <a:endParaRPr lang="zh-CN" altLang="zh-CN" sz="1400" kern="100" dirty="0"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pPr marL="270000" algn="just">
              <a:spcAft>
                <a:spcPts val="0"/>
              </a:spcAft>
            </a:pPr>
            <a:endParaRPr lang="en-US" altLang="zh-CN" sz="1400" kern="100" dirty="0">
              <a:latin typeface="等线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3BAAD9DE-EB78-4700-A73F-C2061EC1FF9A}"/>
              </a:ext>
            </a:extLst>
          </p:cNvPr>
          <p:cNvSpPr/>
          <p:nvPr>
            <p:custDataLst>
              <p:tags r:id="rId3"/>
            </p:custDataLst>
          </p:nvPr>
        </p:nvSpPr>
        <p:spPr>
          <a:xfrm>
            <a:off x="0" y="8270875"/>
            <a:ext cx="5715000" cy="476250"/>
          </a:xfrm>
          <a:prstGeom prst="rect">
            <a:avLst/>
          </a:prstGeom>
          <a:solidFill>
            <a:srgbClr val="FBFAEF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none" rtlCol="0" anchor="ctr" anchorCtr="1">
            <a:noAutofit/>
          </a:bodyPr>
          <a:lstStyle/>
          <a:p>
            <a:r>
              <a:rPr lang="zh-CN" altLang="en-US" sz="1500">
                <a:solidFill>
                  <a:srgbClr val="F84F41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正常使用主观题需</a:t>
            </a:r>
            <a:r>
              <a:rPr lang="en-US" altLang="zh-CN" sz="1500">
                <a:solidFill>
                  <a:srgbClr val="F84F41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2.0</a:t>
            </a:r>
            <a:r>
              <a:rPr lang="zh-CN" altLang="en-US" sz="1500">
                <a:solidFill>
                  <a:srgbClr val="F84F41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以上版本雨课堂</a:t>
            </a:r>
          </a:p>
        </p:txBody>
      </p:sp>
      <p:sp>
        <p:nvSpPr>
          <p:cNvPr id="12" name="矩形 11" hidden="1">
            <a:extLst>
              <a:ext uri="{FF2B5EF4-FFF2-40B4-BE49-F238E27FC236}">
                <a16:creationId xmlns:a16="http://schemas.microsoft.com/office/drawing/2014/main" id="{7A532EE4-4327-46BD-BB9E-53F7E23F9151}"/>
              </a:ext>
            </a:extLst>
          </p:cNvPr>
          <p:cNvSpPr/>
          <p:nvPr>
            <p:custDataLst>
              <p:tags r:id="rId4"/>
            </p:custDataLst>
          </p:nvPr>
        </p:nvSpPr>
        <p:spPr>
          <a:xfrm>
            <a:off x="6096000" y="0"/>
            <a:ext cx="5120640" cy="9144000"/>
          </a:xfrm>
          <a:prstGeom prst="rect">
            <a:avLst/>
          </a:prstGeom>
          <a:solidFill>
            <a:srgbClr val="FFFFFF"/>
          </a:solidFill>
          <a:ln w="12700" cmpd="sng">
            <a:solidFill>
              <a:srgbClr val="9B9B9B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zh-CN" altLang="en-US">
              <a:solidFill>
                <a:srgbClr val="FFFFFF"/>
              </a:solidFill>
            </a:endParaRPr>
          </a:p>
        </p:txBody>
      </p:sp>
      <p:sp>
        <p:nvSpPr>
          <p:cNvPr id="17" name="文本框 16" hidden="1">
            <a:extLst>
              <a:ext uri="{FF2B5EF4-FFF2-40B4-BE49-F238E27FC236}">
                <a16:creationId xmlns:a16="http://schemas.microsoft.com/office/drawing/2014/main" id="{1DC77BFC-C8B6-4964-B43B-DCB46B4513E9}"/>
              </a:ext>
            </a:extLst>
          </p:cNvPr>
          <p:cNvSpPr txBox="1"/>
          <p:nvPr>
            <p:custDataLst>
              <p:tags r:id="rId5"/>
            </p:custDataLst>
          </p:nvPr>
        </p:nvSpPr>
        <p:spPr>
          <a:xfrm>
            <a:off x="6184900" y="8413419"/>
            <a:ext cx="4942840" cy="461665"/>
          </a:xfrm>
          <a:prstGeom prst="rect">
            <a:avLst/>
          </a:prstGeom>
          <a:solidFill>
            <a:srgbClr val="FBFAEF"/>
          </a:solidFill>
          <a:ln w="12700">
            <a:noFill/>
          </a:ln>
          <a:extLst>
            <a:ext uri="{91240B29-F687-4F45-9708-019B960494DF}">
              <a14:hiddenLine xmlns:a14="http://schemas.microsoft.com/office/drawing/2010/main" w="12700">
                <a:solidFill>
                  <a:srgbClr val="FFFFFF"/>
                </a:solidFill>
              </a14:hiddenLine>
            </a:ext>
          </a:extLst>
        </p:spPr>
        <p:txBody>
          <a:bodyPr vert="horz" rtlCol="0" anchor="ctr">
            <a:spAutoFit/>
          </a:bodyPr>
          <a:lstStyle/>
          <a:p>
            <a:r>
              <a:rPr lang="zh-CN" altLang="en-US" sz="1200">
                <a:solidFill>
                  <a:srgbClr val="F84F41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可为此题添加文本、图片、公式等解析，且需将内容全部放在本区域内。正常使用需</a:t>
            </a:r>
            <a:r>
              <a:rPr lang="en-US" altLang="zh-CN" sz="1200">
                <a:solidFill>
                  <a:srgbClr val="F84F41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3.0</a:t>
            </a:r>
            <a:r>
              <a:rPr lang="zh-CN" altLang="en-US" sz="1200">
                <a:solidFill>
                  <a:srgbClr val="F84F41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以上版本</a:t>
            </a:r>
          </a:p>
        </p:txBody>
      </p:sp>
      <p:sp>
        <p:nvSpPr>
          <p:cNvPr id="18" name="文本框 17" hidden="1">
            <a:extLst>
              <a:ext uri="{FF2B5EF4-FFF2-40B4-BE49-F238E27FC236}">
                <a16:creationId xmlns:a16="http://schemas.microsoft.com/office/drawing/2014/main" id="{2F3BA613-906C-4F7E-9545-5B4E18EE5932}"/>
              </a:ext>
            </a:extLst>
          </p:cNvPr>
          <p:cNvSpPr txBox="1"/>
          <p:nvPr>
            <p:custDataLst>
              <p:tags r:id="rId6"/>
            </p:custDataLst>
          </p:nvPr>
        </p:nvSpPr>
        <p:spPr>
          <a:xfrm>
            <a:off x="6350000" y="1270000"/>
            <a:ext cx="4612640" cy="1905000"/>
          </a:xfrm>
          <a:prstGeom prst="rect">
            <a:avLst/>
          </a:prstGeom>
          <a:noFill/>
        </p:spPr>
        <p:txBody>
          <a:bodyPr vert="horz" rtlCol="0" anchor="t" anchorCtr="0">
            <a:spAutoFit/>
          </a:bodyPr>
          <a:lstStyle/>
          <a:p>
            <a:r>
              <a:rPr lang="zh-CN" altLang="en-US" sz="200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此处添加答案解析</a:t>
            </a:r>
          </a:p>
        </p:txBody>
      </p:sp>
      <p:grpSp>
        <p:nvGrpSpPr>
          <p:cNvPr id="16" name="组合 15" hidden="1">
            <a:extLst>
              <a:ext uri="{FF2B5EF4-FFF2-40B4-BE49-F238E27FC236}">
                <a16:creationId xmlns:a16="http://schemas.microsoft.com/office/drawing/2014/main" id="{8094A5E6-38E2-421E-9349-DAD6344CA4F6}"/>
              </a:ext>
            </a:extLst>
          </p:cNvPr>
          <p:cNvGrpSpPr/>
          <p:nvPr>
            <p:custDataLst>
              <p:tags r:id="rId7"/>
            </p:custDataLst>
          </p:nvPr>
        </p:nvGrpSpPr>
        <p:grpSpPr>
          <a:xfrm>
            <a:off x="6108700" y="0"/>
            <a:ext cx="5095240" cy="647700"/>
            <a:chOff x="6108700" y="0"/>
            <a:chExt cx="5095240" cy="647700"/>
          </a:xfrm>
        </p:grpSpPr>
        <p:sp>
          <p:nvSpPr>
            <p:cNvPr id="13" name="RemarkBack" hidden="1">
              <a:extLst>
                <a:ext uri="{FF2B5EF4-FFF2-40B4-BE49-F238E27FC236}">
                  <a16:creationId xmlns:a16="http://schemas.microsoft.com/office/drawing/2014/main" id="{E151523A-162A-4DC7-8B3A-4E8646C6824D}"/>
                </a:ext>
              </a:extLst>
            </p:cNvPr>
            <p:cNvSpPr/>
            <p:nvPr>
              <p:custDataLst>
                <p:tags r:id="rId14"/>
              </p:custDataLst>
            </p:nvPr>
          </p:nvSpPr>
          <p:spPr>
            <a:xfrm>
              <a:off x="6108700" y="12700"/>
              <a:ext cx="5095240" cy="635000"/>
            </a:xfrm>
            <a:prstGeom prst="rect">
              <a:avLst/>
            </a:prstGeom>
            <a:solidFill>
              <a:srgbClr val="F6F7F8"/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shade val="50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4" name="RemarkBlock" hidden="1">
              <a:extLst>
                <a:ext uri="{FF2B5EF4-FFF2-40B4-BE49-F238E27FC236}">
                  <a16:creationId xmlns:a16="http://schemas.microsoft.com/office/drawing/2014/main" id="{46CB9BE8-ABF5-476E-AEF1-0A391167ED50}"/>
                </a:ext>
              </a:extLst>
            </p:cNvPr>
            <p:cNvSpPr/>
            <p:nvPr>
              <p:custDataLst>
                <p:tags r:id="rId15"/>
              </p:custDataLst>
            </p:nvPr>
          </p:nvSpPr>
          <p:spPr>
            <a:xfrm>
              <a:off x="6108700" y="12700"/>
              <a:ext cx="190500" cy="635000"/>
            </a:xfrm>
            <a:prstGeom prst="rect">
              <a:avLst/>
            </a:prstGeom>
            <a:solidFill>
              <a:srgbClr val="639EF4"/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shade val="50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5" name="RemarkTitleText" hidden="1">
              <a:extLst>
                <a:ext uri="{FF2B5EF4-FFF2-40B4-BE49-F238E27FC236}">
                  <a16:creationId xmlns:a16="http://schemas.microsoft.com/office/drawing/2014/main" id="{DE3F1CD5-B80D-44A8-9477-23D015EAB726}"/>
                </a:ext>
              </a:extLst>
            </p:cNvPr>
            <p:cNvSpPr txBox="1"/>
            <p:nvPr>
              <p:custDataLst>
                <p:tags r:id="rId16"/>
              </p:custDataLst>
            </p:nvPr>
          </p:nvSpPr>
          <p:spPr>
            <a:xfrm>
              <a:off x="6350000" y="0"/>
              <a:ext cx="1905000" cy="635000"/>
            </a:xfrm>
            <a:prstGeom prst="rect">
              <a:avLst/>
            </a:prstGeom>
            <a:noFill/>
          </p:spPr>
          <p:txBody>
            <a:bodyPr vert="horz" wrap="none" rtlCol="0" anchor="ctr" anchorCtr="0">
              <a:noAutofit/>
            </a:bodyPr>
            <a:lstStyle/>
            <a:p>
              <a:r>
                <a:rPr lang="zh-CN" altLang="en-US" sz="1800">
                  <a:solidFill>
                    <a:srgbClr val="000000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  <a:sym typeface="Microsoft Yahei" panose="020B0503020204020204" pitchFamily="34" charset="-122"/>
                </a:rPr>
                <a:t>答案解析</a:t>
              </a:r>
            </a:p>
          </p:txBody>
        </p:sp>
      </p:grpSp>
      <p:grpSp>
        <p:nvGrpSpPr>
          <p:cNvPr id="10" name="组合 9">
            <a:extLst>
              <a:ext uri="{FF2B5EF4-FFF2-40B4-BE49-F238E27FC236}">
                <a16:creationId xmlns:a16="http://schemas.microsoft.com/office/drawing/2014/main" id="{DDF90F35-0C7F-426F-8EAB-71862230F6D9}"/>
              </a:ext>
            </a:extLst>
          </p:cNvPr>
          <p:cNvGrpSpPr/>
          <p:nvPr>
            <p:custDataLst>
              <p:tags r:id="rId8"/>
            </p:custDataLst>
          </p:nvPr>
        </p:nvGrpSpPr>
        <p:grpSpPr>
          <a:xfrm>
            <a:off x="0" y="0"/>
            <a:ext cx="5715000" cy="635000"/>
            <a:chOff x="0" y="0"/>
            <a:chExt cx="5715000" cy="635000"/>
          </a:xfrm>
        </p:grpSpPr>
        <p:sp>
          <p:nvSpPr>
            <p:cNvPr id="6" name="TitleBackground">
              <a:extLst>
                <a:ext uri="{FF2B5EF4-FFF2-40B4-BE49-F238E27FC236}">
                  <a16:creationId xmlns:a16="http://schemas.microsoft.com/office/drawing/2014/main" id="{DF222A90-94AC-4E86-8347-C91EF71E85A7}"/>
                </a:ext>
              </a:extLst>
            </p:cNvPr>
            <p:cNvSpPr/>
            <p:nvPr>
              <p:custDataLst>
                <p:tags r:id="rId10"/>
              </p:custDataLst>
            </p:nvPr>
          </p:nvSpPr>
          <p:spPr>
            <a:xfrm>
              <a:off x="0" y="0"/>
              <a:ext cx="5715000" cy="635000"/>
            </a:xfrm>
            <a:prstGeom prst="rect">
              <a:avLst/>
            </a:prstGeom>
            <a:solidFill>
              <a:srgbClr val="F6F7F8"/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shade val="50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7" name="ColorBlock">
              <a:extLst>
                <a:ext uri="{FF2B5EF4-FFF2-40B4-BE49-F238E27FC236}">
                  <a16:creationId xmlns:a16="http://schemas.microsoft.com/office/drawing/2014/main" id="{0ADDDE70-69FC-43F6-8995-F5149CF5ECB1}"/>
                </a:ext>
              </a:extLst>
            </p:cNvPr>
            <p:cNvSpPr/>
            <p:nvPr>
              <p:custDataLst>
                <p:tags r:id="rId11"/>
              </p:custDataLst>
            </p:nvPr>
          </p:nvSpPr>
          <p:spPr>
            <a:xfrm>
              <a:off x="0" y="0"/>
              <a:ext cx="190500" cy="635000"/>
            </a:xfrm>
            <a:prstGeom prst="rect">
              <a:avLst/>
            </a:prstGeom>
            <a:solidFill>
              <a:srgbClr val="639EF4"/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shade val="50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8" name="TypeText">
              <a:extLst>
                <a:ext uri="{FF2B5EF4-FFF2-40B4-BE49-F238E27FC236}">
                  <a16:creationId xmlns:a16="http://schemas.microsoft.com/office/drawing/2014/main" id="{BFBDE1A9-C343-4924-BF9E-8B9BE6BF2BD8}"/>
                </a:ext>
              </a:extLst>
            </p:cNvPr>
            <p:cNvSpPr txBox="1"/>
            <p:nvPr>
              <p:custDataLst>
                <p:tags r:id="rId12"/>
              </p:custDataLst>
            </p:nvPr>
          </p:nvSpPr>
          <p:spPr>
            <a:xfrm>
              <a:off x="254000" y="0"/>
              <a:ext cx="1905000" cy="635000"/>
            </a:xfrm>
            <a:prstGeom prst="rect">
              <a:avLst/>
            </a:prstGeom>
            <a:noFill/>
          </p:spPr>
          <p:txBody>
            <a:bodyPr vert="horz" wrap="none" rtlCol="0" anchor="ctr" anchorCtr="0">
              <a:noAutofit/>
            </a:bodyPr>
            <a:lstStyle/>
            <a:p>
              <a:r>
                <a:rPr lang="zh-CN" altLang="en-US" sz="2600">
                  <a:solidFill>
                    <a:srgbClr val="000000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  <a:sym typeface="Microsoft Yahei" panose="020B0503020204020204" pitchFamily="34" charset="-122"/>
                </a:rPr>
                <a:t>主观题</a:t>
              </a:r>
            </a:p>
          </p:txBody>
        </p:sp>
        <p:sp>
          <p:nvSpPr>
            <p:cNvPr id="9" name="TipText">
              <a:extLst>
                <a:ext uri="{FF2B5EF4-FFF2-40B4-BE49-F238E27FC236}">
                  <a16:creationId xmlns:a16="http://schemas.microsoft.com/office/drawing/2014/main" id="{400DF923-22EE-45B8-B11F-B69D1BBF1255}"/>
                </a:ext>
              </a:extLst>
            </p:cNvPr>
            <p:cNvSpPr txBox="1"/>
            <p:nvPr>
              <p:custDataLst>
                <p:tags r:id="rId13"/>
              </p:custDataLst>
            </p:nvPr>
          </p:nvSpPr>
          <p:spPr>
            <a:xfrm>
              <a:off x="1525905" y="109220"/>
              <a:ext cx="2286000" cy="508000"/>
            </a:xfrm>
            <a:prstGeom prst="rect">
              <a:avLst/>
            </a:prstGeom>
            <a:noFill/>
          </p:spPr>
          <p:txBody>
            <a:bodyPr vert="horz" wrap="none" rtlCol="0" anchor="ctr" anchorCtr="0">
              <a:noAutofit/>
            </a:bodyPr>
            <a:lstStyle/>
            <a:p>
              <a:r>
                <a:rPr lang="en-US" altLang="zh-CN" sz="2000">
                  <a:solidFill>
                    <a:srgbClr val="808080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  <a:sym typeface="Microsoft Yahei" panose="020B0503020204020204" pitchFamily="34" charset="-122"/>
                </a:rPr>
                <a:t>1</a:t>
              </a:r>
              <a:r>
                <a:rPr lang="zh-CN" altLang="en-US" sz="2000">
                  <a:solidFill>
                    <a:srgbClr val="808080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  <a:sym typeface="Microsoft Yahei" panose="020B0503020204020204" pitchFamily="34" charset="-122"/>
                </a:rPr>
                <a:t>分</a:t>
              </a:r>
            </a:p>
          </p:txBody>
        </p:sp>
      </p:grpSp>
      <p:pic>
        <p:nvPicPr>
          <p:cNvPr id="4" name="图片 3">
            <a:extLst>
              <a:ext uri="{FF2B5EF4-FFF2-40B4-BE49-F238E27FC236}">
                <a16:creationId xmlns:a16="http://schemas.microsoft.com/office/drawing/2014/main" id="{8EC1FD1B-47AE-4EDD-A64E-A87102C7E234}"/>
              </a:ext>
            </a:extLst>
          </p:cNvPr>
          <p:cNvPicPr>
            <a:picLocks/>
          </p:cNvPicPr>
          <p:nvPr>
            <p:custDataLst>
              <p:tags r:id="rId9"/>
            </p:custDataLst>
          </p:nvPr>
        </p:nvPicPr>
        <p:blipFill>
          <a:blip r:embed="rId1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165600" y="63500"/>
            <a:ext cx="1422400" cy="508000"/>
          </a:xfrm>
          <a:prstGeom prst="rect">
            <a:avLst/>
          </a:prstGeom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97317374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999"/>
    </mc:Choice>
    <mc:Fallback xmlns="">
      <p:transition spd="slow"/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文本框 4">
            <a:extLst>
              <a:ext uri="{FF2B5EF4-FFF2-40B4-BE49-F238E27FC236}">
                <a16:creationId xmlns:a16="http://schemas.microsoft.com/office/drawing/2014/main" id="{0EB4949F-D931-4B68-A33B-D26EE16EA9AA}"/>
              </a:ext>
            </a:extLst>
          </p:cNvPr>
          <p:cNvSpPr txBox="1"/>
          <p:nvPr>
            <p:custDataLst>
              <p:tags r:id="rId2"/>
            </p:custDataLst>
          </p:nvPr>
        </p:nvSpPr>
        <p:spPr>
          <a:xfrm>
            <a:off x="0" y="634999"/>
            <a:ext cx="5715000" cy="7572375"/>
          </a:xfrm>
          <a:prstGeom prst="rect">
            <a:avLst/>
          </a:prstGeom>
          <a:noFill/>
        </p:spPr>
        <p:txBody>
          <a:bodyPr vert="horz" wrap="square" rtlCol="0" anchor="t" anchorCtr="0">
            <a:noAutofit/>
          </a:bodyPr>
          <a:lstStyle/>
          <a:p>
            <a:pPr marL="342900" lvl="0" indent="-342900" algn="just">
              <a:spcAft>
                <a:spcPts val="0"/>
              </a:spcAft>
              <a:buFont typeface="+mj-lt"/>
              <a:buAutoNum type="arabicPeriod" startAt="3"/>
            </a:pPr>
            <a:r>
              <a:rPr lang="zh-CN" altLang="en-US" sz="1400" kern="100" dirty="0">
                <a:latin typeface="Times New Roman" panose="02020603050405020304" pitchFamily="18" charset="0"/>
                <a:ea typeface="宋体" panose="02010600030101010101" pitchFamily="2" charset="-122"/>
              </a:rPr>
              <a:t>对下面文法构造预测分析表，对句子</a:t>
            </a:r>
            <a:r>
              <a:rPr lang="en-US" altLang="zh-CN" sz="1400" kern="100" dirty="0">
                <a:latin typeface="Times New Roman" panose="02020603050405020304" pitchFamily="18" charset="0"/>
                <a:ea typeface="宋体" panose="02010600030101010101" pitchFamily="2" charset="-122"/>
              </a:rPr>
              <a:t>(+(+</a:t>
            </a:r>
            <a:r>
              <a:rPr lang="en-US" altLang="zh-CN" sz="1400" kern="100" dirty="0" err="1">
                <a:latin typeface="Times New Roman" panose="02020603050405020304" pitchFamily="18" charset="0"/>
                <a:ea typeface="宋体" panose="02010600030101010101" pitchFamily="2" charset="-122"/>
              </a:rPr>
              <a:t>vv</a:t>
            </a:r>
            <a:r>
              <a:rPr lang="en-US" altLang="zh-CN" sz="1400" kern="100" dirty="0">
                <a:latin typeface="Times New Roman" panose="02020603050405020304" pitchFamily="18" charset="0"/>
                <a:ea typeface="宋体" panose="02010600030101010101" pitchFamily="2" charset="-122"/>
              </a:rPr>
              <a:t>)(*</a:t>
            </a:r>
            <a:r>
              <a:rPr lang="en-US" altLang="zh-CN" sz="1400" kern="100" dirty="0" err="1">
                <a:latin typeface="Times New Roman" panose="02020603050405020304" pitchFamily="18" charset="0"/>
                <a:ea typeface="宋体" panose="02010600030101010101" pitchFamily="2" charset="-122"/>
              </a:rPr>
              <a:t>vv</a:t>
            </a:r>
            <a:r>
              <a:rPr lang="en-US" altLang="zh-CN" sz="1400" kern="100" dirty="0">
                <a:latin typeface="Times New Roman" panose="02020603050405020304" pitchFamily="18" charset="0"/>
                <a:ea typeface="宋体" panose="02010600030101010101" pitchFamily="2" charset="-122"/>
              </a:rPr>
              <a:t>))</a:t>
            </a:r>
            <a:r>
              <a:rPr lang="zh-CN" altLang="en-US" sz="1400" kern="100" dirty="0">
                <a:latin typeface="Times New Roman" panose="02020603050405020304" pitchFamily="18" charset="0"/>
                <a:ea typeface="宋体" panose="02010600030101010101" pitchFamily="2" charset="-122"/>
              </a:rPr>
              <a:t>，给出预测分析器的运行过程（</a:t>
            </a:r>
            <a:r>
              <a:rPr lang="en-US" altLang="zh-CN" sz="1400" kern="100" dirty="0">
                <a:latin typeface="Times New Roman" panose="02020603050405020304" pitchFamily="18" charset="0"/>
                <a:ea typeface="宋体" panose="02010600030101010101" pitchFamily="2" charset="-122"/>
              </a:rPr>
              <a:t>1</a:t>
            </a:r>
            <a:r>
              <a:rPr lang="zh-CN" altLang="en-US" sz="1400" kern="100" dirty="0">
                <a:latin typeface="Times New Roman" panose="02020603050405020304" pitchFamily="18" charset="0"/>
                <a:ea typeface="宋体" panose="02010600030101010101" pitchFamily="2" charset="-122"/>
              </a:rPr>
              <a:t>分）</a:t>
            </a:r>
            <a:endParaRPr lang="zh-CN" altLang="zh-CN" sz="1400" kern="100" dirty="0"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pPr marL="266700" indent="266700" algn="just">
              <a:spcAft>
                <a:spcPts val="0"/>
              </a:spcAft>
            </a:pPr>
            <a:r>
              <a:rPr lang="en-US" altLang="zh-CN" sz="1400" kern="100" dirty="0">
                <a:latin typeface="Times New Roman" panose="02020603050405020304" pitchFamily="18" charset="0"/>
                <a:ea typeface="宋体" panose="02010600030101010101" pitchFamily="2" charset="-122"/>
              </a:rPr>
              <a:t>S </a:t>
            </a:r>
            <a:r>
              <a:rPr lang="zh-CN" altLang="zh-CN" sz="1400" kern="100" dirty="0">
                <a:latin typeface="Times New Roman" panose="02020603050405020304" pitchFamily="18" charset="0"/>
                <a:ea typeface="宋体" panose="02010600030101010101" pitchFamily="2" charset="-122"/>
              </a:rPr>
              <a:t>→ </a:t>
            </a:r>
            <a:r>
              <a:rPr lang="en-US" altLang="zh-CN" sz="1400" kern="100" dirty="0">
                <a:latin typeface="Times New Roman" panose="02020603050405020304" pitchFamily="18" charset="0"/>
                <a:ea typeface="宋体" panose="02010600030101010101" pitchFamily="2" charset="-122"/>
              </a:rPr>
              <a:t>( E ) | v</a:t>
            </a:r>
            <a:endParaRPr lang="zh-CN" altLang="zh-CN" sz="1400" kern="100" dirty="0"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pPr marL="266700" indent="266700" algn="just">
              <a:spcAft>
                <a:spcPts val="0"/>
              </a:spcAft>
            </a:pPr>
            <a:r>
              <a:rPr lang="en-US" altLang="zh-CN" sz="1400" kern="100" dirty="0">
                <a:latin typeface="Times New Roman" panose="02020603050405020304" pitchFamily="18" charset="0"/>
                <a:ea typeface="宋体" panose="02010600030101010101" pitchFamily="2" charset="-122"/>
              </a:rPr>
              <a:t>E </a:t>
            </a:r>
            <a:r>
              <a:rPr lang="zh-CN" altLang="zh-CN" sz="1400" kern="100" dirty="0">
                <a:latin typeface="Times New Roman" panose="02020603050405020304" pitchFamily="18" charset="0"/>
                <a:ea typeface="宋体" panose="02010600030101010101" pitchFamily="2" charset="-122"/>
              </a:rPr>
              <a:t>→ </a:t>
            </a:r>
            <a:r>
              <a:rPr lang="en-US" altLang="zh-CN" sz="1400" kern="100" dirty="0">
                <a:latin typeface="Times New Roman" panose="02020603050405020304" pitchFamily="18" charset="0"/>
                <a:ea typeface="宋体" panose="02010600030101010101" pitchFamily="2" charset="-122"/>
              </a:rPr>
              <a:t>+ S </a:t>
            </a:r>
            <a:r>
              <a:rPr lang="en-US" altLang="zh-CN" sz="1400" kern="100" dirty="0" err="1">
                <a:latin typeface="Times New Roman" panose="02020603050405020304" pitchFamily="18" charset="0"/>
                <a:ea typeface="宋体" panose="02010600030101010101" pitchFamily="2" charset="-122"/>
              </a:rPr>
              <a:t>S</a:t>
            </a:r>
            <a:r>
              <a:rPr lang="en-US" altLang="zh-CN" sz="1400" kern="100" dirty="0">
                <a:latin typeface="Times New Roman" panose="02020603050405020304" pitchFamily="18" charset="0"/>
                <a:ea typeface="宋体" panose="02010600030101010101" pitchFamily="2" charset="-122"/>
              </a:rPr>
              <a:t> | * T</a:t>
            </a:r>
            <a:endParaRPr lang="zh-CN" altLang="zh-CN" sz="1400" kern="100" dirty="0"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pPr marL="266700" indent="266700" algn="just">
              <a:spcAft>
                <a:spcPts val="0"/>
              </a:spcAft>
            </a:pPr>
            <a:r>
              <a:rPr lang="en-US" altLang="zh-CN" sz="1400" kern="100" dirty="0">
                <a:latin typeface="Times New Roman" panose="02020603050405020304" pitchFamily="18" charset="0"/>
                <a:ea typeface="宋体" panose="02010600030101010101" pitchFamily="2" charset="-122"/>
              </a:rPr>
              <a:t>T </a:t>
            </a:r>
            <a:r>
              <a:rPr lang="zh-CN" altLang="zh-CN" sz="1400" kern="100" dirty="0">
                <a:latin typeface="Times New Roman" panose="02020603050405020304" pitchFamily="18" charset="0"/>
                <a:ea typeface="宋体" panose="02010600030101010101" pitchFamily="2" charset="-122"/>
              </a:rPr>
              <a:t>→</a:t>
            </a:r>
            <a:r>
              <a:rPr lang="en-US" altLang="zh-CN" sz="1400" kern="100" dirty="0">
                <a:latin typeface="Times New Roman" panose="02020603050405020304" pitchFamily="18" charset="0"/>
                <a:ea typeface="宋体" panose="02010600030101010101" pitchFamily="2" charset="-122"/>
              </a:rPr>
              <a:t> S T | </a:t>
            </a:r>
            <a:r>
              <a:rPr lang="en-US" altLang="zh-CN" sz="1400" kern="100" dirty="0">
                <a:latin typeface="Symbol" panose="05050102010706020507" pitchFamily="18" charset="2"/>
                <a:ea typeface="宋体" panose="02010600030101010101" pitchFamily="2" charset="-122"/>
              </a:rPr>
              <a:t>e</a:t>
            </a:r>
            <a:endParaRPr lang="zh-CN" altLang="zh-CN" sz="1400" kern="100" dirty="0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3BAAD9DE-EB78-4700-A73F-C2061EC1FF9A}"/>
              </a:ext>
            </a:extLst>
          </p:cNvPr>
          <p:cNvSpPr/>
          <p:nvPr>
            <p:custDataLst>
              <p:tags r:id="rId3"/>
            </p:custDataLst>
          </p:nvPr>
        </p:nvSpPr>
        <p:spPr>
          <a:xfrm>
            <a:off x="0" y="8270875"/>
            <a:ext cx="5715000" cy="476250"/>
          </a:xfrm>
          <a:prstGeom prst="rect">
            <a:avLst/>
          </a:prstGeom>
          <a:solidFill>
            <a:srgbClr val="FBFAEF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none" rtlCol="0" anchor="ctr" anchorCtr="1">
            <a:noAutofit/>
          </a:bodyPr>
          <a:lstStyle/>
          <a:p>
            <a:r>
              <a:rPr lang="zh-CN" altLang="en-US" sz="1500">
                <a:solidFill>
                  <a:srgbClr val="F84F41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正常使用主观题需</a:t>
            </a:r>
            <a:r>
              <a:rPr lang="en-US" altLang="zh-CN" sz="1500">
                <a:solidFill>
                  <a:srgbClr val="F84F41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2.0</a:t>
            </a:r>
            <a:r>
              <a:rPr lang="zh-CN" altLang="en-US" sz="1500">
                <a:solidFill>
                  <a:srgbClr val="F84F41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以上版本雨课堂</a:t>
            </a:r>
          </a:p>
        </p:txBody>
      </p:sp>
      <p:sp>
        <p:nvSpPr>
          <p:cNvPr id="12" name="矩形 11" hidden="1">
            <a:extLst>
              <a:ext uri="{FF2B5EF4-FFF2-40B4-BE49-F238E27FC236}">
                <a16:creationId xmlns:a16="http://schemas.microsoft.com/office/drawing/2014/main" id="{7A532EE4-4327-46BD-BB9E-53F7E23F9151}"/>
              </a:ext>
            </a:extLst>
          </p:cNvPr>
          <p:cNvSpPr/>
          <p:nvPr>
            <p:custDataLst>
              <p:tags r:id="rId4"/>
            </p:custDataLst>
          </p:nvPr>
        </p:nvSpPr>
        <p:spPr>
          <a:xfrm>
            <a:off x="6096000" y="0"/>
            <a:ext cx="5120640" cy="9144000"/>
          </a:xfrm>
          <a:prstGeom prst="rect">
            <a:avLst/>
          </a:prstGeom>
          <a:solidFill>
            <a:srgbClr val="FFFFFF"/>
          </a:solidFill>
          <a:ln w="12700" cmpd="sng">
            <a:solidFill>
              <a:srgbClr val="9B9B9B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zh-CN" altLang="en-US">
              <a:solidFill>
                <a:srgbClr val="FFFFFF"/>
              </a:solidFill>
            </a:endParaRPr>
          </a:p>
        </p:txBody>
      </p:sp>
      <p:sp>
        <p:nvSpPr>
          <p:cNvPr id="17" name="文本框 16" hidden="1">
            <a:extLst>
              <a:ext uri="{FF2B5EF4-FFF2-40B4-BE49-F238E27FC236}">
                <a16:creationId xmlns:a16="http://schemas.microsoft.com/office/drawing/2014/main" id="{1DC77BFC-C8B6-4964-B43B-DCB46B4513E9}"/>
              </a:ext>
            </a:extLst>
          </p:cNvPr>
          <p:cNvSpPr txBox="1"/>
          <p:nvPr>
            <p:custDataLst>
              <p:tags r:id="rId5"/>
            </p:custDataLst>
          </p:nvPr>
        </p:nvSpPr>
        <p:spPr>
          <a:xfrm>
            <a:off x="6184900" y="8413419"/>
            <a:ext cx="4942840" cy="461665"/>
          </a:xfrm>
          <a:prstGeom prst="rect">
            <a:avLst/>
          </a:prstGeom>
          <a:solidFill>
            <a:srgbClr val="FBFAEF"/>
          </a:solidFill>
          <a:ln w="12700">
            <a:noFill/>
          </a:ln>
          <a:extLst>
            <a:ext uri="{91240B29-F687-4F45-9708-019B960494DF}">
              <a14:hiddenLine xmlns:a14="http://schemas.microsoft.com/office/drawing/2010/main" w="12700">
                <a:solidFill>
                  <a:srgbClr val="FFFFFF"/>
                </a:solidFill>
              </a14:hiddenLine>
            </a:ext>
          </a:extLst>
        </p:spPr>
        <p:txBody>
          <a:bodyPr vert="horz" rtlCol="0" anchor="ctr">
            <a:spAutoFit/>
          </a:bodyPr>
          <a:lstStyle/>
          <a:p>
            <a:r>
              <a:rPr lang="zh-CN" altLang="en-US" sz="1200">
                <a:solidFill>
                  <a:srgbClr val="F84F41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可为此题添加文本、图片、公式等解析，且需将内容全部放在本区域内。正常使用需</a:t>
            </a:r>
            <a:r>
              <a:rPr lang="en-US" altLang="zh-CN" sz="1200">
                <a:solidFill>
                  <a:srgbClr val="F84F41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3.0</a:t>
            </a:r>
            <a:r>
              <a:rPr lang="zh-CN" altLang="en-US" sz="1200">
                <a:solidFill>
                  <a:srgbClr val="F84F41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以上版本</a:t>
            </a:r>
          </a:p>
        </p:txBody>
      </p:sp>
      <p:sp>
        <p:nvSpPr>
          <p:cNvPr id="18" name="文本框 17" hidden="1">
            <a:extLst>
              <a:ext uri="{FF2B5EF4-FFF2-40B4-BE49-F238E27FC236}">
                <a16:creationId xmlns:a16="http://schemas.microsoft.com/office/drawing/2014/main" id="{2F3BA613-906C-4F7E-9545-5B4E18EE5932}"/>
              </a:ext>
            </a:extLst>
          </p:cNvPr>
          <p:cNvSpPr txBox="1"/>
          <p:nvPr>
            <p:custDataLst>
              <p:tags r:id="rId6"/>
            </p:custDataLst>
          </p:nvPr>
        </p:nvSpPr>
        <p:spPr>
          <a:xfrm>
            <a:off x="6350000" y="1270000"/>
            <a:ext cx="4612640" cy="1905000"/>
          </a:xfrm>
          <a:prstGeom prst="rect">
            <a:avLst/>
          </a:prstGeom>
          <a:noFill/>
        </p:spPr>
        <p:txBody>
          <a:bodyPr vert="horz" rtlCol="0" anchor="t" anchorCtr="0">
            <a:spAutoFit/>
          </a:bodyPr>
          <a:lstStyle/>
          <a:p>
            <a:r>
              <a:rPr lang="zh-CN" altLang="en-US" sz="200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此处添加答案解析</a:t>
            </a:r>
          </a:p>
        </p:txBody>
      </p:sp>
      <p:grpSp>
        <p:nvGrpSpPr>
          <p:cNvPr id="16" name="组合 15" hidden="1">
            <a:extLst>
              <a:ext uri="{FF2B5EF4-FFF2-40B4-BE49-F238E27FC236}">
                <a16:creationId xmlns:a16="http://schemas.microsoft.com/office/drawing/2014/main" id="{8094A5E6-38E2-421E-9349-DAD6344CA4F6}"/>
              </a:ext>
            </a:extLst>
          </p:cNvPr>
          <p:cNvGrpSpPr/>
          <p:nvPr>
            <p:custDataLst>
              <p:tags r:id="rId7"/>
            </p:custDataLst>
          </p:nvPr>
        </p:nvGrpSpPr>
        <p:grpSpPr>
          <a:xfrm>
            <a:off x="6108700" y="0"/>
            <a:ext cx="5095240" cy="647700"/>
            <a:chOff x="6108700" y="0"/>
            <a:chExt cx="5095240" cy="647700"/>
          </a:xfrm>
        </p:grpSpPr>
        <p:sp>
          <p:nvSpPr>
            <p:cNvPr id="13" name="RemarkBack" hidden="1">
              <a:extLst>
                <a:ext uri="{FF2B5EF4-FFF2-40B4-BE49-F238E27FC236}">
                  <a16:creationId xmlns:a16="http://schemas.microsoft.com/office/drawing/2014/main" id="{E151523A-162A-4DC7-8B3A-4E8646C6824D}"/>
                </a:ext>
              </a:extLst>
            </p:cNvPr>
            <p:cNvSpPr/>
            <p:nvPr>
              <p:custDataLst>
                <p:tags r:id="rId14"/>
              </p:custDataLst>
            </p:nvPr>
          </p:nvSpPr>
          <p:spPr>
            <a:xfrm>
              <a:off x="6108700" y="12700"/>
              <a:ext cx="5095240" cy="635000"/>
            </a:xfrm>
            <a:prstGeom prst="rect">
              <a:avLst/>
            </a:prstGeom>
            <a:solidFill>
              <a:srgbClr val="F6F7F8"/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shade val="50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4" name="RemarkBlock" hidden="1">
              <a:extLst>
                <a:ext uri="{FF2B5EF4-FFF2-40B4-BE49-F238E27FC236}">
                  <a16:creationId xmlns:a16="http://schemas.microsoft.com/office/drawing/2014/main" id="{46CB9BE8-ABF5-476E-AEF1-0A391167ED50}"/>
                </a:ext>
              </a:extLst>
            </p:cNvPr>
            <p:cNvSpPr/>
            <p:nvPr>
              <p:custDataLst>
                <p:tags r:id="rId15"/>
              </p:custDataLst>
            </p:nvPr>
          </p:nvSpPr>
          <p:spPr>
            <a:xfrm>
              <a:off x="6108700" y="12700"/>
              <a:ext cx="190500" cy="635000"/>
            </a:xfrm>
            <a:prstGeom prst="rect">
              <a:avLst/>
            </a:prstGeom>
            <a:solidFill>
              <a:srgbClr val="639EF4"/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shade val="50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5" name="RemarkTitleText" hidden="1">
              <a:extLst>
                <a:ext uri="{FF2B5EF4-FFF2-40B4-BE49-F238E27FC236}">
                  <a16:creationId xmlns:a16="http://schemas.microsoft.com/office/drawing/2014/main" id="{DE3F1CD5-B80D-44A8-9477-23D015EAB726}"/>
                </a:ext>
              </a:extLst>
            </p:cNvPr>
            <p:cNvSpPr txBox="1"/>
            <p:nvPr>
              <p:custDataLst>
                <p:tags r:id="rId16"/>
              </p:custDataLst>
            </p:nvPr>
          </p:nvSpPr>
          <p:spPr>
            <a:xfrm>
              <a:off x="6350000" y="0"/>
              <a:ext cx="1905000" cy="635000"/>
            </a:xfrm>
            <a:prstGeom prst="rect">
              <a:avLst/>
            </a:prstGeom>
            <a:noFill/>
          </p:spPr>
          <p:txBody>
            <a:bodyPr vert="horz" wrap="none" rtlCol="0" anchor="ctr" anchorCtr="0">
              <a:noAutofit/>
            </a:bodyPr>
            <a:lstStyle/>
            <a:p>
              <a:r>
                <a:rPr lang="zh-CN" altLang="en-US" sz="1800">
                  <a:solidFill>
                    <a:srgbClr val="000000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  <a:sym typeface="Microsoft Yahei" panose="020B0503020204020204" pitchFamily="34" charset="-122"/>
                </a:rPr>
                <a:t>答案解析</a:t>
              </a:r>
            </a:p>
          </p:txBody>
        </p:sp>
      </p:grpSp>
      <p:grpSp>
        <p:nvGrpSpPr>
          <p:cNvPr id="10" name="组合 9">
            <a:extLst>
              <a:ext uri="{FF2B5EF4-FFF2-40B4-BE49-F238E27FC236}">
                <a16:creationId xmlns:a16="http://schemas.microsoft.com/office/drawing/2014/main" id="{DDF90F35-0C7F-426F-8EAB-71862230F6D9}"/>
              </a:ext>
            </a:extLst>
          </p:cNvPr>
          <p:cNvGrpSpPr/>
          <p:nvPr>
            <p:custDataLst>
              <p:tags r:id="rId8"/>
            </p:custDataLst>
          </p:nvPr>
        </p:nvGrpSpPr>
        <p:grpSpPr>
          <a:xfrm>
            <a:off x="0" y="0"/>
            <a:ext cx="5715000" cy="635000"/>
            <a:chOff x="0" y="0"/>
            <a:chExt cx="5715000" cy="635000"/>
          </a:xfrm>
        </p:grpSpPr>
        <p:sp>
          <p:nvSpPr>
            <p:cNvPr id="6" name="TitleBackground">
              <a:extLst>
                <a:ext uri="{FF2B5EF4-FFF2-40B4-BE49-F238E27FC236}">
                  <a16:creationId xmlns:a16="http://schemas.microsoft.com/office/drawing/2014/main" id="{DF222A90-94AC-4E86-8347-C91EF71E85A7}"/>
                </a:ext>
              </a:extLst>
            </p:cNvPr>
            <p:cNvSpPr/>
            <p:nvPr>
              <p:custDataLst>
                <p:tags r:id="rId10"/>
              </p:custDataLst>
            </p:nvPr>
          </p:nvSpPr>
          <p:spPr>
            <a:xfrm>
              <a:off x="0" y="0"/>
              <a:ext cx="5715000" cy="635000"/>
            </a:xfrm>
            <a:prstGeom prst="rect">
              <a:avLst/>
            </a:prstGeom>
            <a:solidFill>
              <a:srgbClr val="F6F7F8"/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shade val="50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7" name="ColorBlock">
              <a:extLst>
                <a:ext uri="{FF2B5EF4-FFF2-40B4-BE49-F238E27FC236}">
                  <a16:creationId xmlns:a16="http://schemas.microsoft.com/office/drawing/2014/main" id="{0ADDDE70-69FC-43F6-8995-F5149CF5ECB1}"/>
                </a:ext>
              </a:extLst>
            </p:cNvPr>
            <p:cNvSpPr/>
            <p:nvPr>
              <p:custDataLst>
                <p:tags r:id="rId11"/>
              </p:custDataLst>
            </p:nvPr>
          </p:nvSpPr>
          <p:spPr>
            <a:xfrm>
              <a:off x="0" y="0"/>
              <a:ext cx="190500" cy="635000"/>
            </a:xfrm>
            <a:prstGeom prst="rect">
              <a:avLst/>
            </a:prstGeom>
            <a:solidFill>
              <a:srgbClr val="639EF4"/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shade val="50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8" name="TypeText">
              <a:extLst>
                <a:ext uri="{FF2B5EF4-FFF2-40B4-BE49-F238E27FC236}">
                  <a16:creationId xmlns:a16="http://schemas.microsoft.com/office/drawing/2014/main" id="{BFBDE1A9-C343-4924-BF9E-8B9BE6BF2BD8}"/>
                </a:ext>
              </a:extLst>
            </p:cNvPr>
            <p:cNvSpPr txBox="1"/>
            <p:nvPr>
              <p:custDataLst>
                <p:tags r:id="rId12"/>
              </p:custDataLst>
            </p:nvPr>
          </p:nvSpPr>
          <p:spPr>
            <a:xfrm>
              <a:off x="254000" y="0"/>
              <a:ext cx="1905000" cy="635000"/>
            </a:xfrm>
            <a:prstGeom prst="rect">
              <a:avLst/>
            </a:prstGeom>
            <a:noFill/>
          </p:spPr>
          <p:txBody>
            <a:bodyPr vert="horz" wrap="none" rtlCol="0" anchor="ctr" anchorCtr="0">
              <a:noAutofit/>
            </a:bodyPr>
            <a:lstStyle/>
            <a:p>
              <a:r>
                <a:rPr lang="zh-CN" altLang="en-US" sz="2600">
                  <a:solidFill>
                    <a:srgbClr val="000000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  <a:sym typeface="Microsoft Yahei" panose="020B0503020204020204" pitchFamily="34" charset="-122"/>
                </a:rPr>
                <a:t>主观题</a:t>
              </a:r>
            </a:p>
          </p:txBody>
        </p:sp>
        <p:sp>
          <p:nvSpPr>
            <p:cNvPr id="9" name="TipText">
              <a:extLst>
                <a:ext uri="{FF2B5EF4-FFF2-40B4-BE49-F238E27FC236}">
                  <a16:creationId xmlns:a16="http://schemas.microsoft.com/office/drawing/2014/main" id="{400DF923-22EE-45B8-B11F-B69D1BBF1255}"/>
                </a:ext>
              </a:extLst>
            </p:cNvPr>
            <p:cNvSpPr txBox="1"/>
            <p:nvPr>
              <p:custDataLst>
                <p:tags r:id="rId13"/>
              </p:custDataLst>
            </p:nvPr>
          </p:nvSpPr>
          <p:spPr>
            <a:xfrm>
              <a:off x="1525905" y="109220"/>
              <a:ext cx="2286000" cy="508000"/>
            </a:xfrm>
            <a:prstGeom prst="rect">
              <a:avLst/>
            </a:prstGeom>
            <a:noFill/>
          </p:spPr>
          <p:txBody>
            <a:bodyPr vert="horz" wrap="none" rtlCol="0" anchor="ctr" anchorCtr="0">
              <a:noAutofit/>
            </a:bodyPr>
            <a:lstStyle/>
            <a:p>
              <a:r>
                <a:rPr lang="en-US" altLang="zh-CN" sz="2000">
                  <a:solidFill>
                    <a:srgbClr val="808080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  <a:sym typeface="Microsoft Yahei" panose="020B0503020204020204" pitchFamily="34" charset="-122"/>
                </a:rPr>
                <a:t>1</a:t>
              </a:r>
              <a:r>
                <a:rPr lang="zh-CN" altLang="en-US" sz="2000">
                  <a:solidFill>
                    <a:srgbClr val="808080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  <a:sym typeface="Microsoft Yahei" panose="020B0503020204020204" pitchFamily="34" charset="-122"/>
                </a:rPr>
                <a:t>分</a:t>
              </a:r>
            </a:p>
          </p:txBody>
        </p:sp>
      </p:grpSp>
      <p:pic>
        <p:nvPicPr>
          <p:cNvPr id="4" name="图片 3">
            <a:extLst>
              <a:ext uri="{FF2B5EF4-FFF2-40B4-BE49-F238E27FC236}">
                <a16:creationId xmlns:a16="http://schemas.microsoft.com/office/drawing/2014/main" id="{8EC1FD1B-47AE-4EDD-A64E-A87102C7E234}"/>
              </a:ext>
            </a:extLst>
          </p:cNvPr>
          <p:cNvPicPr>
            <a:picLocks/>
          </p:cNvPicPr>
          <p:nvPr>
            <p:custDataLst>
              <p:tags r:id="rId9"/>
            </p:custDataLst>
          </p:nvPr>
        </p:nvPicPr>
        <p:blipFill>
          <a:blip r:embed="rId1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165600" y="63500"/>
            <a:ext cx="1422400" cy="508000"/>
          </a:xfrm>
          <a:prstGeom prst="rect">
            <a:avLst/>
          </a:prstGeom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399980930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999"/>
    </mc:Choice>
    <mc:Fallback xmlns="">
      <p:transition spd="slow"/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文本框 4">
            <a:extLst>
              <a:ext uri="{FF2B5EF4-FFF2-40B4-BE49-F238E27FC236}">
                <a16:creationId xmlns:a16="http://schemas.microsoft.com/office/drawing/2014/main" id="{0EB4949F-D931-4B68-A33B-D26EE16EA9AA}"/>
              </a:ext>
            </a:extLst>
          </p:cNvPr>
          <p:cNvSpPr txBox="1"/>
          <p:nvPr>
            <p:custDataLst>
              <p:tags r:id="rId2"/>
            </p:custDataLst>
          </p:nvPr>
        </p:nvSpPr>
        <p:spPr>
          <a:xfrm>
            <a:off x="0" y="634999"/>
            <a:ext cx="5715000" cy="7572375"/>
          </a:xfrm>
          <a:prstGeom prst="rect">
            <a:avLst/>
          </a:prstGeom>
          <a:noFill/>
        </p:spPr>
        <p:txBody>
          <a:bodyPr vert="horz" wrap="square" rtlCol="0" anchor="t" anchorCtr="0">
            <a:noAutofit/>
          </a:bodyPr>
          <a:lstStyle/>
          <a:p>
            <a:pPr marL="342900" lvl="0" indent="-342900" algn="just">
              <a:spcAft>
                <a:spcPts val="0"/>
              </a:spcAft>
              <a:buFont typeface="+mj-lt"/>
              <a:buAutoNum type="arabicPeriod" startAt="4"/>
            </a:pPr>
            <a:r>
              <a:rPr lang="zh-CN" altLang="en-US" sz="1400" kern="100" dirty="0">
                <a:latin typeface="Times New Roman" panose="02020603050405020304" pitchFamily="18" charset="0"/>
                <a:ea typeface="宋体" panose="02010600030101010101" pitchFamily="2" charset="-122"/>
              </a:rPr>
              <a:t>对下面文法（</a:t>
            </a:r>
            <a:r>
              <a:rPr lang="en-US" altLang="zh-CN" sz="1400" kern="100" dirty="0">
                <a:latin typeface="Times New Roman" panose="02020603050405020304" pitchFamily="18" charset="0"/>
                <a:ea typeface="宋体" panose="02010600030101010101" pitchFamily="2" charset="-122"/>
              </a:rPr>
              <a:t>1</a:t>
            </a:r>
            <a:r>
              <a:rPr lang="zh-CN" altLang="en-US" sz="1400" kern="100" dirty="0">
                <a:latin typeface="Times New Roman" panose="02020603050405020304" pitchFamily="18" charset="0"/>
                <a:ea typeface="宋体" panose="02010600030101010101" pitchFamily="2" charset="-122"/>
              </a:rPr>
              <a:t>分）</a:t>
            </a:r>
            <a:endParaRPr lang="en-US" altLang="zh-CN" sz="1400" kern="100" dirty="0"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pPr marL="266700" indent="266700" algn="just">
              <a:spcAft>
                <a:spcPts val="0"/>
              </a:spcAft>
            </a:pPr>
            <a:r>
              <a:rPr lang="en-US" altLang="zh-CN" sz="1400" kern="100" dirty="0">
                <a:latin typeface="Times New Roman" panose="02020603050405020304" pitchFamily="18" charset="0"/>
                <a:ea typeface="宋体" panose="02010600030101010101" pitchFamily="2" charset="-122"/>
              </a:rPr>
              <a:t>S </a:t>
            </a:r>
            <a:r>
              <a:rPr lang="zh-CN" altLang="zh-CN" sz="1400" kern="100" dirty="0">
                <a:latin typeface="Times New Roman" panose="02020603050405020304" pitchFamily="18" charset="0"/>
                <a:ea typeface="宋体" panose="02010600030101010101" pitchFamily="2" charset="-122"/>
              </a:rPr>
              <a:t>→ </a:t>
            </a:r>
            <a:r>
              <a:rPr lang="en-US" altLang="zh-CN" sz="1400" kern="100" dirty="0">
                <a:latin typeface="Times New Roman" panose="02020603050405020304" pitchFamily="18" charset="0"/>
                <a:ea typeface="宋体" panose="02010600030101010101" pitchFamily="2" charset="-122"/>
              </a:rPr>
              <a:t>M | U</a:t>
            </a:r>
            <a:endParaRPr lang="zh-CN" altLang="zh-CN" sz="1400" kern="100" dirty="0"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pPr marL="266700" indent="266700" algn="just">
              <a:spcAft>
                <a:spcPts val="0"/>
              </a:spcAft>
            </a:pPr>
            <a:r>
              <a:rPr lang="en-US" altLang="zh-CN" sz="1400" kern="100" dirty="0">
                <a:latin typeface="Times New Roman" panose="02020603050405020304" pitchFamily="18" charset="0"/>
                <a:ea typeface="宋体" panose="02010600030101010101" pitchFamily="2" charset="-122"/>
              </a:rPr>
              <a:t>M </a:t>
            </a:r>
            <a:r>
              <a:rPr lang="zh-CN" altLang="zh-CN" sz="1400" kern="100" dirty="0">
                <a:latin typeface="Times New Roman" panose="02020603050405020304" pitchFamily="18" charset="0"/>
                <a:ea typeface="宋体" panose="02010600030101010101" pitchFamily="2" charset="-122"/>
              </a:rPr>
              <a:t>→ </a:t>
            </a:r>
            <a:r>
              <a:rPr lang="en-US" altLang="zh-CN" sz="1400" b="1" kern="100" dirty="0" err="1">
                <a:latin typeface="Times New Roman" panose="02020603050405020304" pitchFamily="18" charset="0"/>
                <a:ea typeface="宋体" panose="02010600030101010101" pitchFamily="2" charset="-122"/>
              </a:rPr>
              <a:t>i</a:t>
            </a:r>
            <a:r>
              <a:rPr lang="en-US" altLang="zh-CN" sz="1400" kern="100" dirty="0">
                <a:latin typeface="Times New Roman" panose="02020603050405020304" pitchFamily="18" charset="0"/>
                <a:ea typeface="宋体" panose="02010600030101010101" pitchFamily="2" charset="-122"/>
              </a:rPr>
              <a:t> E </a:t>
            </a:r>
            <a:r>
              <a:rPr lang="en-US" altLang="zh-CN" sz="1400" b="1" kern="100" dirty="0">
                <a:latin typeface="Times New Roman" panose="02020603050405020304" pitchFamily="18" charset="0"/>
                <a:ea typeface="宋体" panose="02010600030101010101" pitchFamily="2" charset="-122"/>
              </a:rPr>
              <a:t>t</a:t>
            </a:r>
            <a:r>
              <a:rPr lang="en-US" altLang="zh-CN" sz="1400" kern="100" dirty="0">
                <a:latin typeface="Times New Roman" panose="02020603050405020304" pitchFamily="18" charset="0"/>
                <a:ea typeface="宋体" panose="02010600030101010101" pitchFamily="2" charset="-122"/>
              </a:rPr>
              <a:t> M </a:t>
            </a:r>
            <a:r>
              <a:rPr lang="en-US" altLang="zh-CN" sz="1400" b="1" kern="100" dirty="0">
                <a:latin typeface="Times New Roman" panose="02020603050405020304" pitchFamily="18" charset="0"/>
                <a:ea typeface="宋体" panose="02010600030101010101" pitchFamily="2" charset="-122"/>
              </a:rPr>
              <a:t>e</a:t>
            </a:r>
            <a:r>
              <a:rPr lang="en-US" altLang="zh-CN" sz="1400" kern="100" dirty="0">
                <a:latin typeface="Times New Roman" panose="02020603050405020304" pitchFamily="18" charset="0"/>
                <a:ea typeface="宋体" panose="02010600030101010101" pitchFamily="2" charset="-122"/>
              </a:rPr>
              <a:t> M | o</a:t>
            </a:r>
            <a:endParaRPr lang="zh-CN" altLang="zh-CN" sz="1400" kern="100" dirty="0"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pPr marL="266700" indent="266700" algn="just">
              <a:spcAft>
                <a:spcPts val="0"/>
              </a:spcAft>
            </a:pPr>
            <a:r>
              <a:rPr lang="en-US" altLang="zh-CN" sz="1400" kern="100" dirty="0">
                <a:latin typeface="Times New Roman" panose="02020603050405020304" pitchFamily="18" charset="0"/>
                <a:ea typeface="宋体" panose="02010600030101010101" pitchFamily="2" charset="-122"/>
              </a:rPr>
              <a:t>U </a:t>
            </a:r>
            <a:r>
              <a:rPr lang="zh-CN" altLang="zh-CN" sz="1400" kern="100" dirty="0">
                <a:latin typeface="Times New Roman" panose="02020603050405020304" pitchFamily="18" charset="0"/>
                <a:ea typeface="宋体" panose="02010600030101010101" pitchFamily="2" charset="-122"/>
              </a:rPr>
              <a:t>→</a:t>
            </a:r>
            <a:r>
              <a:rPr lang="en-US" altLang="zh-CN" sz="1400" kern="100" dirty="0">
                <a:latin typeface="Times New Roman" panose="02020603050405020304" pitchFamily="18" charset="0"/>
                <a:ea typeface="宋体" panose="02010600030101010101" pitchFamily="2" charset="-122"/>
              </a:rPr>
              <a:t> </a:t>
            </a:r>
            <a:r>
              <a:rPr lang="en-US" altLang="zh-CN" sz="1400" b="1" kern="100" dirty="0" err="1">
                <a:latin typeface="Times New Roman" panose="02020603050405020304" pitchFamily="18" charset="0"/>
                <a:ea typeface="宋体" panose="02010600030101010101" pitchFamily="2" charset="-122"/>
              </a:rPr>
              <a:t>i</a:t>
            </a:r>
            <a:r>
              <a:rPr lang="en-US" altLang="zh-CN" sz="1400" kern="100" dirty="0">
                <a:latin typeface="Times New Roman" panose="02020603050405020304" pitchFamily="18" charset="0"/>
                <a:ea typeface="宋体" panose="02010600030101010101" pitchFamily="2" charset="-122"/>
              </a:rPr>
              <a:t> E </a:t>
            </a:r>
            <a:r>
              <a:rPr lang="en-US" altLang="zh-CN" sz="1400" b="1" kern="100" dirty="0">
                <a:latin typeface="Times New Roman" panose="02020603050405020304" pitchFamily="18" charset="0"/>
                <a:ea typeface="宋体" panose="02010600030101010101" pitchFamily="2" charset="-122"/>
              </a:rPr>
              <a:t>t</a:t>
            </a:r>
            <a:r>
              <a:rPr lang="en-US" altLang="zh-CN" sz="1400" kern="100" dirty="0">
                <a:latin typeface="Times New Roman" panose="02020603050405020304" pitchFamily="18" charset="0"/>
                <a:ea typeface="宋体" panose="02010600030101010101" pitchFamily="2" charset="-122"/>
              </a:rPr>
              <a:t> S | </a:t>
            </a:r>
            <a:r>
              <a:rPr lang="en-US" altLang="zh-CN" sz="1400" b="1" kern="100" dirty="0" err="1">
                <a:latin typeface="Times New Roman" panose="02020603050405020304" pitchFamily="18" charset="0"/>
                <a:ea typeface="宋体" panose="02010600030101010101" pitchFamily="2" charset="-122"/>
              </a:rPr>
              <a:t>i</a:t>
            </a:r>
            <a:r>
              <a:rPr lang="en-US" altLang="zh-CN" sz="1400" kern="100" dirty="0">
                <a:latin typeface="Times New Roman" panose="02020603050405020304" pitchFamily="18" charset="0"/>
                <a:ea typeface="宋体" panose="02010600030101010101" pitchFamily="2" charset="-122"/>
              </a:rPr>
              <a:t> E </a:t>
            </a:r>
            <a:r>
              <a:rPr lang="en-US" altLang="zh-CN" sz="1400" b="1" kern="100" dirty="0">
                <a:latin typeface="Times New Roman" panose="02020603050405020304" pitchFamily="18" charset="0"/>
                <a:ea typeface="宋体" panose="02010600030101010101" pitchFamily="2" charset="-122"/>
              </a:rPr>
              <a:t>t</a:t>
            </a:r>
            <a:r>
              <a:rPr lang="en-US" altLang="zh-CN" sz="1400" kern="100" dirty="0">
                <a:latin typeface="Times New Roman" panose="02020603050405020304" pitchFamily="18" charset="0"/>
                <a:ea typeface="宋体" panose="02010600030101010101" pitchFamily="2" charset="-122"/>
              </a:rPr>
              <a:t> M </a:t>
            </a:r>
            <a:r>
              <a:rPr lang="en-US" altLang="zh-CN" sz="1400" b="1" kern="100" dirty="0">
                <a:latin typeface="Times New Roman" panose="02020603050405020304" pitchFamily="18" charset="0"/>
                <a:ea typeface="宋体" panose="02010600030101010101" pitchFamily="2" charset="-122"/>
              </a:rPr>
              <a:t>e</a:t>
            </a:r>
            <a:r>
              <a:rPr lang="en-US" altLang="zh-CN" sz="1400" kern="100" dirty="0">
                <a:latin typeface="Times New Roman" panose="02020603050405020304" pitchFamily="18" charset="0"/>
                <a:ea typeface="宋体" panose="02010600030101010101" pitchFamily="2" charset="-122"/>
              </a:rPr>
              <a:t> U</a:t>
            </a:r>
          </a:p>
          <a:p>
            <a:pPr marL="266700" indent="266700" algn="just">
              <a:spcAft>
                <a:spcPts val="0"/>
              </a:spcAft>
            </a:pPr>
            <a:r>
              <a:rPr lang="en-US" altLang="zh-CN" sz="1400" kern="100" dirty="0">
                <a:latin typeface="Times New Roman" panose="02020603050405020304" pitchFamily="18" charset="0"/>
                <a:ea typeface="宋体" panose="02010600030101010101" pitchFamily="2" charset="-122"/>
              </a:rPr>
              <a:t>E </a:t>
            </a:r>
            <a:r>
              <a:rPr lang="zh-CN" altLang="zh-CN" sz="1400" kern="100" dirty="0">
                <a:latin typeface="Times New Roman" panose="02020603050405020304" pitchFamily="18" charset="0"/>
                <a:ea typeface="宋体" panose="02010600030101010101" pitchFamily="2" charset="-122"/>
              </a:rPr>
              <a:t>→</a:t>
            </a:r>
            <a:r>
              <a:rPr lang="en-US" altLang="zh-CN" sz="1400" kern="100" dirty="0">
                <a:latin typeface="Times New Roman" panose="02020603050405020304" pitchFamily="18" charset="0"/>
                <a:ea typeface="宋体" panose="02010600030101010101" pitchFamily="2" charset="-122"/>
              </a:rPr>
              <a:t> v</a:t>
            </a:r>
            <a:endParaRPr lang="zh-CN" altLang="zh-CN" sz="1400" kern="100" dirty="0"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pPr marL="342900" lvl="0" indent="-342900" algn="just">
              <a:spcAft>
                <a:spcPts val="0"/>
              </a:spcAft>
              <a:buFont typeface="+mj-lt"/>
              <a:buAutoNum type="arabicParenR"/>
            </a:pPr>
            <a:r>
              <a:rPr lang="zh-CN" altLang="en-US" sz="1400" kern="100" dirty="0">
                <a:latin typeface="Times New Roman" panose="02020603050405020304" pitchFamily="18" charset="0"/>
                <a:ea typeface="宋体" panose="02010600030101010101" pitchFamily="2" charset="-122"/>
              </a:rPr>
              <a:t>利用讲义中给出的算法或你对文法的理解确定终结符间的优先关系</a:t>
            </a:r>
            <a:endParaRPr lang="zh-CN" altLang="zh-CN" sz="1400" kern="100" dirty="0"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pPr marL="342900" lvl="0" indent="-342900" algn="just">
              <a:spcAft>
                <a:spcPts val="0"/>
              </a:spcAft>
              <a:buFont typeface="+mj-lt"/>
              <a:buAutoNum type="arabicParenR"/>
            </a:pPr>
            <a:r>
              <a:rPr lang="zh-CN" altLang="en-US" sz="1400" kern="100" dirty="0">
                <a:latin typeface="Times New Roman" panose="02020603050405020304" pitchFamily="18" charset="0"/>
                <a:ea typeface="宋体" panose="02010600030101010101" pitchFamily="2" charset="-122"/>
              </a:rPr>
              <a:t>对句子</a:t>
            </a:r>
            <a:r>
              <a:rPr lang="en-US" altLang="zh-CN" sz="1400" b="1" kern="100" dirty="0" err="1">
                <a:latin typeface="Times New Roman" panose="02020603050405020304" pitchFamily="18" charset="0"/>
                <a:ea typeface="宋体" panose="02010600030101010101" pitchFamily="2" charset="-122"/>
              </a:rPr>
              <a:t>i</a:t>
            </a:r>
            <a:r>
              <a:rPr lang="en-US" altLang="zh-CN" sz="1400" kern="100" dirty="0">
                <a:latin typeface="Times New Roman" panose="02020603050405020304" pitchFamily="18" charset="0"/>
                <a:ea typeface="宋体" panose="02010600030101010101" pitchFamily="2" charset="-122"/>
              </a:rPr>
              <a:t> v </a:t>
            </a:r>
            <a:r>
              <a:rPr lang="en-US" altLang="zh-CN" sz="1400" b="1" kern="100" dirty="0">
                <a:latin typeface="Times New Roman" panose="02020603050405020304" pitchFamily="18" charset="0"/>
                <a:ea typeface="宋体" panose="02010600030101010101" pitchFamily="2" charset="-122"/>
              </a:rPr>
              <a:t>t</a:t>
            </a:r>
            <a:r>
              <a:rPr lang="en-US" altLang="zh-CN" sz="1400" kern="100" dirty="0">
                <a:latin typeface="Times New Roman" panose="02020603050405020304" pitchFamily="18" charset="0"/>
                <a:ea typeface="宋体" panose="02010600030101010101" pitchFamily="2" charset="-122"/>
              </a:rPr>
              <a:t> </a:t>
            </a:r>
            <a:r>
              <a:rPr lang="en-US" altLang="zh-CN" sz="1400" b="1" kern="100" dirty="0" err="1">
                <a:latin typeface="Times New Roman" panose="02020603050405020304" pitchFamily="18" charset="0"/>
                <a:ea typeface="宋体" panose="02010600030101010101" pitchFamily="2" charset="-122"/>
              </a:rPr>
              <a:t>i</a:t>
            </a:r>
            <a:r>
              <a:rPr lang="en-US" altLang="zh-CN" sz="1400" kern="100" dirty="0">
                <a:latin typeface="Times New Roman" panose="02020603050405020304" pitchFamily="18" charset="0"/>
                <a:ea typeface="宋体" panose="02010600030101010101" pitchFamily="2" charset="-122"/>
              </a:rPr>
              <a:t> v </a:t>
            </a:r>
            <a:r>
              <a:rPr lang="en-US" altLang="zh-CN" sz="1400" b="1" kern="100" dirty="0">
                <a:latin typeface="Times New Roman" panose="02020603050405020304" pitchFamily="18" charset="0"/>
                <a:ea typeface="宋体" panose="02010600030101010101" pitchFamily="2" charset="-122"/>
              </a:rPr>
              <a:t>t</a:t>
            </a:r>
            <a:r>
              <a:rPr lang="en-US" altLang="zh-CN" sz="1400" kern="100" dirty="0">
                <a:latin typeface="Times New Roman" panose="02020603050405020304" pitchFamily="18" charset="0"/>
                <a:ea typeface="宋体" panose="02010600030101010101" pitchFamily="2" charset="-122"/>
              </a:rPr>
              <a:t> o </a:t>
            </a:r>
            <a:r>
              <a:rPr lang="en-US" altLang="zh-CN" sz="1400" b="1" kern="100" dirty="0">
                <a:latin typeface="Times New Roman" panose="02020603050405020304" pitchFamily="18" charset="0"/>
                <a:ea typeface="宋体" panose="02010600030101010101" pitchFamily="2" charset="-122"/>
              </a:rPr>
              <a:t>e</a:t>
            </a:r>
            <a:r>
              <a:rPr lang="en-US" altLang="zh-CN" sz="1400" kern="100" dirty="0">
                <a:latin typeface="Times New Roman" panose="02020603050405020304" pitchFamily="18" charset="0"/>
                <a:ea typeface="宋体" panose="02010600030101010101" pitchFamily="2" charset="-122"/>
              </a:rPr>
              <a:t> o</a:t>
            </a:r>
            <a:r>
              <a:rPr lang="zh-CN" altLang="en-US" sz="1400" kern="100" dirty="0">
                <a:latin typeface="Times New Roman" panose="02020603050405020304" pitchFamily="18" charset="0"/>
                <a:ea typeface="宋体" panose="02010600030101010101" pitchFamily="2" charset="-122"/>
              </a:rPr>
              <a:t>，进行算符优先分析</a:t>
            </a:r>
            <a:endParaRPr lang="zh-CN" altLang="zh-CN" sz="1400" kern="100" dirty="0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3BAAD9DE-EB78-4700-A73F-C2061EC1FF9A}"/>
              </a:ext>
            </a:extLst>
          </p:cNvPr>
          <p:cNvSpPr/>
          <p:nvPr>
            <p:custDataLst>
              <p:tags r:id="rId3"/>
            </p:custDataLst>
          </p:nvPr>
        </p:nvSpPr>
        <p:spPr>
          <a:xfrm>
            <a:off x="0" y="8270875"/>
            <a:ext cx="5715000" cy="476250"/>
          </a:xfrm>
          <a:prstGeom prst="rect">
            <a:avLst/>
          </a:prstGeom>
          <a:solidFill>
            <a:srgbClr val="FBFAEF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none" rtlCol="0" anchor="ctr" anchorCtr="1">
            <a:noAutofit/>
          </a:bodyPr>
          <a:lstStyle/>
          <a:p>
            <a:r>
              <a:rPr lang="zh-CN" altLang="en-US" sz="1500">
                <a:solidFill>
                  <a:srgbClr val="F84F41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正常使用主观题需</a:t>
            </a:r>
            <a:r>
              <a:rPr lang="en-US" altLang="zh-CN" sz="1500">
                <a:solidFill>
                  <a:srgbClr val="F84F41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2.0</a:t>
            </a:r>
            <a:r>
              <a:rPr lang="zh-CN" altLang="en-US" sz="1500">
                <a:solidFill>
                  <a:srgbClr val="F84F41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以上版本雨课堂</a:t>
            </a:r>
          </a:p>
        </p:txBody>
      </p:sp>
      <p:sp>
        <p:nvSpPr>
          <p:cNvPr id="12" name="矩形 11" hidden="1">
            <a:extLst>
              <a:ext uri="{FF2B5EF4-FFF2-40B4-BE49-F238E27FC236}">
                <a16:creationId xmlns:a16="http://schemas.microsoft.com/office/drawing/2014/main" id="{7A532EE4-4327-46BD-BB9E-53F7E23F9151}"/>
              </a:ext>
            </a:extLst>
          </p:cNvPr>
          <p:cNvSpPr/>
          <p:nvPr>
            <p:custDataLst>
              <p:tags r:id="rId4"/>
            </p:custDataLst>
          </p:nvPr>
        </p:nvSpPr>
        <p:spPr>
          <a:xfrm>
            <a:off x="6096000" y="0"/>
            <a:ext cx="5120640" cy="9144000"/>
          </a:xfrm>
          <a:prstGeom prst="rect">
            <a:avLst/>
          </a:prstGeom>
          <a:solidFill>
            <a:srgbClr val="FFFFFF"/>
          </a:solidFill>
          <a:ln w="12700" cmpd="sng">
            <a:solidFill>
              <a:srgbClr val="9B9B9B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zh-CN" altLang="en-US">
              <a:solidFill>
                <a:srgbClr val="FFFFFF"/>
              </a:solidFill>
            </a:endParaRPr>
          </a:p>
        </p:txBody>
      </p:sp>
      <p:sp>
        <p:nvSpPr>
          <p:cNvPr id="17" name="文本框 16" hidden="1">
            <a:extLst>
              <a:ext uri="{FF2B5EF4-FFF2-40B4-BE49-F238E27FC236}">
                <a16:creationId xmlns:a16="http://schemas.microsoft.com/office/drawing/2014/main" id="{1DC77BFC-C8B6-4964-B43B-DCB46B4513E9}"/>
              </a:ext>
            </a:extLst>
          </p:cNvPr>
          <p:cNvSpPr txBox="1"/>
          <p:nvPr>
            <p:custDataLst>
              <p:tags r:id="rId5"/>
            </p:custDataLst>
          </p:nvPr>
        </p:nvSpPr>
        <p:spPr>
          <a:xfrm>
            <a:off x="6184900" y="8413419"/>
            <a:ext cx="4942840" cy="461665"/>
          </a:xfrm>
          <a:prstGeom prst="rect">
            <a:avLst/>
          </a:prstGeom>
          <a:solidFill>
            <a:srgbClr val="FBFAEF"/>
          </a:solidFill>
          <a:ln w="12700">
            <a:noFill/>
          </a:ln>
          <a:extLst>
            <a:ext uri="{91240B29-F687-4F45-9708-019B960494DF}">
              <a14:hiddenLine xmlns:a14="http://schemas.microsoft.com/office/drawing/2010/main" w="12700">
                <a:solidFill>
                  <a:srgbClr val="FFFFFF"/>
                </a:solidFill>
              </a14:hiddenLine>
            </a:ext>
          </a:extLst>
        </p:spPr>
        <p:txBody>
          <a:bodyPr vert="horz" rtlCol="0" anchor="ctr">
            <a:spAutoFit/>
          </a:bodyPr>
          <a:lstStyle/>
          <a:p>
            <a:r>
              <a:rPr lang="zh-CN" altLang="en-US" sz="1200">
                <a:solidFill>
                  <a:srgbClr val="F84F41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可为此题添加文本、图片、公式等解析，且需将内容全部放在本区域内。正常使用需</a:t>
            </a:r>
            <a:r>
              <a:rPr lang="en-US" altLang="zh-CN" sz="1200">
                <a:solidFill>
                  <a:srgbClr val="F84F41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3.0</a:t>
            </a:r>
            <a:r>
              <a:rPr lang="zh-CN" altLang="en-US" sz="1200">
                <a:solidFill>
                  <a:srgbClr val="F84F41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以上版本</a:t>
            </a:r>
          </a:p>
        </p:txBody>
      </p:sp>
      <p:sp>
        <p:nvSpPr>
          <p:cNvPr id="18" name="文本框 17" hidden="1">
            <a:extLst>
              <a:ext uri="{FF2B5EF4-FFF2-40B4-BE49-F238E27FC236}">
                <a16:creationId xmlns:a16="http://schemas.microsoft.com/office/drawing/2014/main" id="{2F3BA613-906C-4F7E-9545-5B4E18EE5932}"/>
              </a:ext>
            </a:extLst>
          </p:cNvPr>
          <p:cNvSpPr txBox="1"/>
          <p:nvPr>
            <p:custDataLst>
              <p:tags r:id="rId6"/>
            </p:custDataLst>
          </p:nvPr>
        </p:nvSpPr>
        <p:spPr>
          <a:xfrm>
            <a:off x="6350000" y="1270000"/>
            <a:ext cx="4612640" cy="1905000"/>
          </a:xfrm>
          <a:prstGeom prst="rect">
            <a:avLst/>
          </a:prstGeom>
          <a:noFill/>
        </p:spPr>
        <p:txBody>
          <a:bodyPr vert="horz" rtlCol="0" anchor="t" anchorCtr="0">
            <a:spAutoFit/>
          </a:bodyPr>
          <a:lstStyle/>
          <a:p>
            <a:r>
              <a:rPr lang="zh-CN" altLang="en-US" sz="200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此处添加答案解析</a:t>
            </a:r>
          </a:p>
        </p:txBody>
      </p:sp>
      <p:grpSp>
        <p:nvGrpSpPr>
          <p:cNvPr id="16" name="组合 15" hidden="1">
            <a:extLst>
              <a:ext uri="{FF2B5EF4-FFF2-40B4-BE49-F238E27FC236}">
                <a16:creationId xmlns:a16="http://schemas.microsoft.com/office/drawing/2014/main" id="{8094A5E6-38E2-421E-9349-DAD6344CA4F6}"/>
              </a:ext>
            </a:extLst>
          </p:cNvPr>
          <p:cNvGrpSpPr/>
          <p:nvPr>
            <p:custDataLst>
              <p:tags r:id="rId7"/>
            </p:custDataLst>
          </p:nvPr>
        </p:nvGrpSpPr>
        <p:grpSpPr>
          <a:xfrm>
            <a:off x="6108700" y="0"/>
            <a:ext cx="5095240" cy="647700"/>
            <a:chOff x="6108700" y="0"/>
            <a:chExt cx="5095240" cy="647700"/>
          </a:xfrm>
        </p:grpSpPr>
        <p:sp>
          <p:nvSpPr>
            <p:cNvPr id="13" name="RemarkBack" hidden="1">
              <a:extLst>
                <a:ext uri="{FF2B5EF4-FFF2-40B4-BE49-F238E27FC236}">
                  <a16:creationId xmlns:a16="http://schemas.microsoft.com/office/drawing/2014/main" id="{E151523A-162A-4DC7-8B3A-4E8646C6824D}"/>
                </a:ext>
              </a:extLst>
            </p:cNvPr>
            <p:cNvSpPr/>
            <p:nvPr>
              <p:custDataLst>
                <p:tags r:id="rId14"/>
              </p:custDataLst>
            </p:nvPr>
          </p:nvSpPr>
          <p:spPr>
            <a:xfrm>
              <a:off x="6108700" y="12700"/>
              <a:ext cx="5095240" cy="635000"/>
            </a:xfrm>
            <a:prstGeom prst="rect">
              <a:avLst/>
            </a:prstGeom>
            <a:solidFill>
              <a:srgbClr val="F6F7F8"/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shade val="50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4" name="RemarkBlock" hidden="1">
              <a:extLst>
                <a:ext uri="{FF2B5EF4-FFF2-40B4-BE49-F238E27FC236}">
                  <a16:creationId xmlns:a16="http://schemas.microsoft.com/office/drawing/2014/main" id="{46CB9BE8-ABF5-476E-AEF1-0A391167ED50}"/>
                </a:ext>
              </a:extLst>
            </p:cNvPr>
            <p:cNvSpPr/>
            <p:nvPr>
              <p:custDataLst>
                <p:tags r:id="rId15"/>
              </p:custDataLst>
            </p:nvPr>
          </p:nvSpPr>
          <p:spPr>
            <a:xfrm>
              <a:off x="6108700" y="12700"/>
              <a:ext cx="190500" cy="635000"/>
            </a:xfrm>
            <a:prstGeom prst="rect">
              <a:avLst/>
            </a:prstGeom>
            <a:solidFill>
              <a:srgbClr val="639EF4"/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shade val="50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5" name="RemarkTitleText" hidden="1">
              <a:extLst>
                <a:ext uri="{FF2B5EF4-FFF2-40B4-BE49-F238E27FC236}">
                  <a16:creationId xmlns:a16="http://schemas.microsoft.com/office/drawing/2014/main" id="{DE3F1CD5-B80D-44A8-9477-23D015EAB726}"/>
                </a:ext>
              </a:extLst>
            </p:cNvPr>
            <p:cNvSpPr txBox="1"/>
            <p:nvPr>
              <p:custDataLst>
                <p:tags r:id="rId16"/>
              </p:custDataLst>
            </p:nvPr>
          </p:nvSpPr>
          <p:spPr>
            <a:xfrm>
              <a:off x="6350000" y="0"/>
              <a:ext cx="1905000" cy="635000"/>
            </a:xfrm>
            <a:prstGeom prst="rect">
              <a:avLst/>
            </a:prstGeom>
            <a:noFill/>
          </p:spPr>
          <p:txBody>
            <a:bodyPr vert="horz" wrap="none" rtlCol="0" anchor="ctr" anchorCtr="0">
              <a:noAutofit/>
            </a:bodyPr>
            <a:lstStyle/>
            <a:p>
              <a:r>
                <a:rPr lang="zh-CN" altLang="en-US" sz="1800">
                  <a:solidFill>
                    <a:srgbClr val="000000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  <a:sym typeface="Microsoft Yahei" panose="020B0503020204020204" pitchFamily="34" charset="-122"/>
                </a:rPr>
                <a:t>答案解析</a:t>
              </a:r>
            </a:p>
          </p:txBody>
        </p:sp>
      </p:grpSp>
      <p:grpSp>
        <p:nvGrpSpPr>
          <p:cNvPr id="10" name="组合 9">
            <a:extLst>
              <a:ext uri="{FF2B5EF4-FFF2-40B4-BE49-F238E27FC236}">
                <a16:creationId xmlns:a16="http://schemas.microsoft.com/office/drawing/2014/main" id="{DDF90F35-0C7F-426F-8EAB-71862230F6D9}"/>
              </a:ext>
            </a:extLst>
          </p:cNvPr>
          <p:cNvGrpSpPr/>
          <p:nvPr>
            <p:custDataLst>
              <p:tags r:id="rId8"/>
            </p:custDataLst>
          </p:nvPr>
        </p:nvGrpSpPr>
        <p:grpSpPr>
          <a:xfrm>
            <a:off x="0" y="0"/>
            <a:ext cx="5715000" cy="635000"/>
            <a:chOff x="0" y="0"/>
            <a:chExt cx="5715000" cy="635000"/>
          </a:xfrm>
        </p:grpSpPr>
        <p:sp>
          <p:nvSpPr>
            <p:cNvPr id="6" name="TitleBackground">
              <a:extLst>
                <a:ext uri="{FF2B5EF4-FFF2-40B4-BE49-F238E27FC236}">
                  <a16:creationId xmlns:a16="http://schemas.microsoft.com/office/drawing/2014/main" id="{DF222A90-94AC-4E86-8347-C91EF71E85A7}"/>
                </a:ext>
              </a:extLst>
            </p:cNvPr>
            <p:cNvSpPr/>
            <p:nvPr>
              <p:custDataLst>
                <p:tags r:id="rId10"/>
              </p:custDataLst>
            </p:nvPr>
          </p:nvSpPr>
          <p:spPr>
            <a:xfrm>
              <a:off x="0" y="0"/>
              <a:ext cx="5715000" cy="635000"/>
            </a:xfrm>
            <a:prstGeom prst="rect">
              <a:avLst/>
            </a:prstGeom>
            <a:solidFill>
              <a:srgbClr val="F6F7F8"/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shade val="50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7" name="ColorBlock">
              <a:extLst>
                <a:ext uri="{FF2B5EF4-FFF2-40B4-BE49-F238E27FC236}">
                  <a16:creationId xmlns:a16="http://schemas.microsoft.com/office/drawing/2014/main" id="{0ADDDE70-69FC-43F6-8995-F5149CF5ECB1}"/>
                </a:ext>
              </a:extLst>
            </p:cNvPr>
            <p:cNvSpPr/>
            <p:nvPr>
              <p:custDataLst>
                <p:tags r:id="rId11"/>
              </p:custDataLst>
            </p:nvPr>
          </p:nvSpPr>
          <p:spPr>
            <a:xfrm>
              <a:off x="0" y="0"/>
              <a:ext cx="190500" cy="635000"/>
            </a:xfrm>
            <a:prstGeom prst="rect">
              <a:avLst/>
            </a:prstGeom>
            <a:solidFill>
              <a:srgbClr val="639EF4"/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shade val="50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8" name="TypeText">
              <a:extLst>
                <a:ext uri="{FF2B5EF4-FFF2-40B4-BE49-F238E27FC236}">
                  <a16:creationId xmlns:a16="http://schemas.microsoft.com/office/drawing/2014/main" id="{BFBDE1A9-C343-4924-BF9E-8B9BE6BF2BD8}"/>
                </a:ext>
              </a:extLst>
            </p:cNvPr>
            <p:cNvSpPr txBox="1"/>
            <p:nvPr>
              <p:custDataLst>
                <p:tags r:id="rId12"/>
              </p:custDataLst>
            </p:nvPr>
          </p:nvSpPr>
          <p:spPr>
            <a:xfrm>
              <a:off x="254000" y="0"/>
              <a:ext cx="1905000" cy="635000"/>
            </a:xfrm>
            <a:prstGeom prst="rect">
              <a:avLst/>
            </a:prstGeom>
            <a:noFill/>
          </p:spPr>
          <p:txBody>
            <a:bodyPr vert="horz" wrap="none" rtlCol="0" anchor="ctr" anchorCtr="0">
              <a:noAutofit/>
            </a:bodyPr>
            <a:lstStyle/>
            <a:p>
              <a:r>
                <a:rPr lang="zh-CN" altLang="en-US" sz="2600">
                  <a:solidFill>
                    <a:srgbClr val="000000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  <a:sym typeface="Microsoft Yahei" panose="020B0503020204020204" pitchFamily="34" charset="-122"/>
                </a:rPr>
                <a:t>主观题</a:t>
              </a:r>
            </a:p>
          </p:txBody>
        </p:sp>
        <p:sp>
          <p:nvSpPr>
            <p:cNvPr id="9" name="TipText">
              <a:extLst>
                <a:ext uri="{FF2B5EF4-FFF2-40B4-BE49-F238E27FC236}">
                  <a16:creationId xmlns:a16="http://schemas.microsoft.com/office/drawing/2014/main" id="{400DF923-22EE-45B8-B11F-B69D1BBF1255}"/>
                </a:ext>
              </a:extLst>
            </p:cNvPr>
            <p:cNvSpPr txBox="1"/>
            <p:nvPr>
              <p:custDataLst>
                <p:tags r:id="rId13"/>
              </p:custDataLst>
            </p:nvPr>
          </p:nvSpPr>
          <p:spPr>
            <a:xfrm>
              <a:off x="1525905" y="109220"/>
              <a:ext cx="2286000" cy="508000"/>
            </a:xfrm>
            <a:prstGeom prst="rect">
              <a:avLst/>
            </a:prstGeom>
            <a:noFill/>
          </p:spPr>
          <p:txBody>
            <a:bodyPr vert="horz" wrap="none" rtlCol="0" anchor="ctr" anchorCtr="0">
              <a:noAutofit/>
            </a:bodyPr>
            <a:lstStyle/>
            <a:p>
              <a:r>
                <a:rPr lang="en-US" altLang="zh-CN" sz="2000">
                  <a:solidFill>
                    <a:srgbClr val="808080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  <a:sym typeface="Microsoft Yahei" panose="020B0503020204020204" pitchFamily="34" charset="-122"/>
                </a:rPr>
                <a:t>1</a:t>
              </a:r>
              <a:r>
                <a:rPr lang="zh-CN" altLang="en-US" sz="2000">
                  <a:solidFill>
                    <a:srgbClr val="808080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  <a:sym typeface="Microsoft Yahei" panose="020B0503020204020204" pitchFamily="34" charset="-122"/>
                </a:rPr>
                <a:t>分</a:t>
              </a:r>
            </a:p>
          </p:txBody>
        </p:sp>
      </p:grpSp>
      <p:pic>
        <p:nvPicPr>
          <p:cNvPr id="4" name="图片 3">
            <a:extLst>
              <a:ext uri="{FF2B5EF4-FFF2-40B4-BE49-F238E27FC236}">
                <a16:creationId xmlns:a16="http://schemas.microsoft.com/office/drawing/2014/main" id="{8EC1FD1B-47AE-4EDD-A64E-A87102C7E234}"/>
              </a:ext>
            </a:extLst>
          </p:cNvPr>
          <p:cNvPicPr>
            <a:picLocks/>
          </p:cNvPicPr>
          <p:nvPr>
            <p:custDataLst>
              <p:tags r:id="rId9"/>
            </p:custDataLst>
          </p:nvPr>
        </p:nvPicPr>
        <p:blipFill>
          <a:blip r:embed="rId1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165600" y="63500"/>
            <a:ext cx="1422400" cy="508000"/>
          </a:xfrm>
          <a:prstGeom prst="rect">
            <a:avLst/>
          </a:prstGeom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365657835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999"/>
    </mc:Choice>
    <mc:Fallback xmlns="">
      <p:transition spd="slow"/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文本框 4">
            <a:extLst>
              <a:ext uri="{FF2B5EF4-FFF2-40B4-BE49-F238E27FC236}">
                <a16:creationId xmlns:a16="http://schemas.microsoft.com/office/drawing/2014/main" id="{0EB4949F-D931-4B68-A33B-D26EE16EA9AA}"/>
              </a:ext>
            </a:extLst>
          </p:cNvPr>
          <p:cNvSpPr txBox="1"/>
          <p:nvPr>
            <p:custDataLst>
              <p:tags r:id="rId2"/>
            </p:custDataLst>
          </p:nvPr>
        </p:nvSpPr>
        <p:spPr>
          <a:xfrm>
            <a:off x="0" y="634999"/>
            <a:ext cx="5715000" cy="7572375"/>
          </a:xfrm>
          <a:prstGeom prst="rect">
            <a:avLst/>
          </a:prstGeom>
          <a:noFill/>
        </p:spPr>
        <p:txBody>
          <a:bodyPr vert="horz" wrap="square" rtlCol="0" anchor="t" anchorCtr="0">
            <a:noAutofit/>
          </a:bodyPr>
          <a:lstStyle/>
          <a:p>
            <a:pPr marL="342900" lvl="0" indent="-342900" algn="just">
              <a:spcAft>
                <a:spcPts val="0"/>
              </a:spcAft>
              <a:buFont typeface="+mj-lt"/>
              <a:buAutoNum type="arabicPeriod" startAt="5"/>
            </a:pPr>
            <a:r>
              <a:rPr lang="zh-CN" altLang="en-US" sz="1400" kern="100" dirty="0">
                <a:latin typeface="Times New Roman" panose="02020603050405020304" pitchFamily="18" charset="0"/>
                <a:ea typeface="宋体" panose="02010600030101010101" pitchFamily="2" charset="-122"/>
              </a:rPr>
              <a:t>考虑文法（</a:t>
            </a:r>
            <a:r>
              <a:rPr lang="en-US" altLang="zh-CN" sz="1400" kern="100" dirty="0">
                <a:latin typeface="Times New Roman" panose="02020603050405020304" pitchFamily="18" charset="0"/>
                <a:ea typeface="宋体" panose="02010600030101010101" pitchFamily="2" charset="-122"/>
              </a:rPr>
              <a:t>2</a:t>
            </a:r>
            <a:r>
              <a:rPr lang="zh-CN" altLang="en-US" sz="1400" kern="100" dirty="0">
                <a:latin typeface="Times New Roman" panose="02020603050405020304" pitchFamily="18" charset="0"/>
                <a:ea typeface="宋体" panose="02010600030101010101" pitchFamily="2" charset="-122"/>
              </a:rPr>
              <a:t>分）</a:t>
            </a:r>
            <a:endParaRPr lang="zh-CN" altLang="zh-CN" sz="1100" kern="100" dirty="0"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pPr algn="just">
              <a:spcAft>
                <a:spcPts val="0"/>
              </a:spcAft>
            </a:pPr>
            <a:r>
              <a:rPr lang="en-US" altLang="zh-CN" sz="1400" kern="100" dirty="0">
                <a:latin typeface="Times New Roman" panose="02020603050405020304" pitchFamily="18" charset="0"/>
                <a:ea typeface="宋体" panose="02010600030101010101" pitchFamily="2" charset="-122"/>
              </a:rPr>
              <a:t>		S</a:t>
            </a:r>
            <a:r>
              <a:rPr lang="zh-CN" altLang="zh-CN" sz="1400" kern="100" dirty="0">
                <a:latin typeface="Times New Roman" panose="02020603050405020304" pitchFamily="18" charset="0"/>
                <a:ea typeface="宋体" panose="02010600030101010101" pitchFamily="2" charset="-122"/>
              </a:rPr>
              <a:t>→</a:t>
            </a:r>
            <a:r>
              <a:rPr lang="en-US" altLang="zh-CN" sz="1400" b="1" kern="100" dirty="0">
                <a:latin typeface="Times New Roman" panose="02020603050405020304" pitchFamily="18" charset="0"/>
                <a:ea typeface="宋体" panose="02010600030101010101" pitchFamily="2" charset="-122"/>
              </a:rPr>
              <a:t>id</a:t>
            </a:r>
            <a:r>
              <a:rPr lang="en-US" altLang="zh-CN" sz="1400" kern="100" dirty="0">
                <a:latin typeface="Times New Roman" panose="02020603050405020304" pitchFamily="18" charset="0"/>
                <a:ea typeface="宋体" panose="02010600030101010101" pitchFamily="2" charset="-122"/>
              </a:rPr>
              <a:t> = S | E</a:t>
            </a:r>
            <a:endParaRPr lang="zh-CN" altLang="zh-CN" sz="1400" kern="100" dirty="0"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pPr algn="just">
              <a:spcAft>
                <a:spcPts val="0"/>
              </a:spcAft>
            </a:pPr>
            <a:r>
              <a:rPr lang="en-US" altLang="zh-CN" sz="1400" kern="100" dirty="0">
                <a:latin typeface="Times New Roman" panose="02020603050405020304" pitchFamily="18" charset="0"/>
                <a:ea typeface="宋体" panose="02010600030101010101" pitchFamily="2" charset="-122"/>
              </a:rPr>
              <a:t>		E</a:t>
            </a:r>
            <a:r>
              <a:rPr lang="zh-CN" altLang="zh-CN" sz="1400" kern="100" dirty="0">
                <a:latin typeface="Times New Roman" panose="02020603050405020304" pitchFamily="18" charset="0"/>
                <a:ea typeface="宋体" panose="02010600030101010101" pitchFamily="2" charset="-122"/>
              </a:rPr>
              <a:t>→</a:t>
            </a:r>
            <a:r>
              <a:rPr lang="en-US" altLang="zh-CN" sz="1400" kern="100" dirty="0">
                <a:latin typeface="Times New Roman" panose="02020603050405020304" pitchFamily="18" charset="0"/>
                <a:ea typeface="宋体" panose="02010600030101010101" pitchFamily="2" charset="-122"/>
              </a:rPr>
              <a:t>E + F | F</a:t>
            </a:r>
            <a:endParaRPr lang="zh-CN" altLang="zh-CN" sz="1400" kern="100" dirty="0"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pPr algn="just">
              <a:spcAft>
                <a:spcPts val="0"/>
              </a:spcAft>
            </a:pPr>
            <a:r>
              <a:rPr lang="en-US" altLang="zh-CN" sz="1400" kern="100" dirty="0">
                <a:latin typeface="Times New Roman" panose="02020603050405020304" pitchFamily="18" charset="0"/>
                <a:ea typeface="宋体" panose="02010600030101010101" pitchFamily="2" charset="-122"/>
              </a:rPr>
              <a:t>		F</a:t>
            </a:r>
            <a:r>
              <a:rPr lang="zh-CN" altLang="zh-CN" sz="1400" kern="100" dirty="0">
                <a:latin typeface="Times New Roman" panose="02020603050405020304" pitchFamily="18" charset="0"/>
                <a:ea typeface="宋体" panose="02010600030101010101" pitchFamily="2" charset="-122"/>
              </a:rPr>
              <a:t>→</a:t>
            </a:r>
            <a:r>
              <a:rPr lang="en-US" altLang="zh-CN" sz="1400" b="1" kern="100" dirty="0">
                <a:latin typeface="Times New Roman" panose="02020603050405020304" pitchFamily="18" charset="0"/>
                <a:ea typeface="宋体" panose="02010600030101010101" pitchFamily="2" charset="-122"/>
              </a:rPr>
              <a:t>id</a:t>
            </a:r>
            <a:r>
              <a:rPr lang="en-US" altLang="zh-CN" sz="1400" kern="100" dirty="0">
                <a:latin typeface="Times New Roman" panose="02020603050405020304" pitchFamily="18" charset="0"/>
                <a:ea typeface="宋体" panose="02010600030101010101" pitchFamily="2" charset="-122"/>
              </a:rPr>
              <a:t> | (</a:t>
            </a:r>
            <a:r>
              <a:rPr lang="zh-CN" altLang="en-US" sz="1400" kern="100" dirty="0">
                <a:latin typeface="Times New Roman" panose="02020603050405020304" pitchFamily="18" charset="0"/>
                <a:ea typeface="宋体" panose="02010600030101010101" pitchFamily="2" charset="-122"/>
              </a:rPr>
              <a:t> </a:t>
            </a:r>
            <a:r>
              <a:rPr lang="en-US" altLang="zh-CN" sz="1400" kern="100" dirty="0">
                <a:latin typeface="Times New Roman" panose="02020603050405020304" pitchFamily="18" charset="0"/>
                <a:ea typeface="宋体" panose="02010600030101010101" pitchFamily="2" charset="-122"/>
              </a:rPr>
              <a:t>S )</a:t>
            </a:r>
            <a:endParaRPr lang="zh-CN" altLang="zh-CN" sz="1400" kern="100" dirty="0"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pPr marL="342900" lvl="0" indent="-342900" algn="just">
              <a:spcAft>
                <a:spcPts val="0"/>
              </a:spcAft>
              <a:buFont typeface="+mj-lt"/>
              <a:buAutoNum type="arabicParenR"/>
            </a:pPr>
            <a:r>
              <a:rPr lang="zh-CN" altLang="en-US" sz="1400" kern="100" dirty="0">
                <a:latin typeface="Times New Roman" panose="02020603050405020304" pitchFamily="18" charset="0"/>
                <a:ea typeface="宋体" panose="02010600030101010101" pitchFamily="2" charset="-122"/>
              </a:rPr>
              <a:t>计算此文法的</a:t>
            </a:r>
            <a:r>
              <a:rPr lang="en-US" altLang="zh-CN" sz="1400" kern="100" dirty="0">
                <a:latin typeface="Times New Roman" panose="02020603050405020304" pitchFamily="18" charset="0"/>
                <a:ea typeface="宋体" panose="02010600030101010101" pitchFamily="2" charset="-122"/>
              </a:rPr>
              <a:t>LR(0)</a:t>
            </a:r>
            <a:r>
              <a:rPr lang="zh-CN" altLang="en-US" sz="1400" kern="100" dirty="0">
                <a:latin typeface="Times New Roman" panose="02020603050405020304" pitchFamily="18" charset="0"/>
                <a:ea typeface="宋体" panose="02010600030101010101" pitchFamily="2" charset="-122"/>
              </a:rPr>
              <a:t>项目集规范族</a:t>
            </a:r>
            <a:endParaRPr lang="zh-CN" altLang="zh-CN" sz="1400" kern="100" dirty="0"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pPr marL="342900" lvl="0" indent="-342900" algn="just">
              <a:spcAft>
                <a:spcPts val="0"/>
              </a:spcAft>
              <a:buFont typeface="+mj-lt"/>
              <a:buAutoNum type="arabicParenR"/>
            </a:pPr>
            <a:r>
              <a:rPr lang="zh-CN" altLang="en-US" sz="1400" kern="100" dirty="0">
                <a:latin typeface="Times New Roman" panose="02020603050405020304" pitchFamily="18" charset="0"/>
                <a:ea typeface="宋体" panose="02010600030101010101" pitchFamily="2" charset="-122"/>
              </a:rPr>
              <a:t>构造</a:t>
            </a:r>
            <a:r>
              <a:rPr lang="en-US" altLang="zh-CN" sz="1400" kern="100" dirty="0">
                <a:latin typeface="Times New Roman" panose="02020603050405020304" pitchFamily="18" charset="0"/>
                <a:ea typeface="宋体" panose="02010600030101010101" pitchFamily="2" charset="-122"/>
              </a:rPr>
              <a:t>SLR</a:t>
            </a:r>
            <a:r>
              <a:rPr lang="zh-CN" altLang="en-US" sz="1400" kern="100" dirty="0">
                <a:latin typeface="Times New Roman" panose="02020603050405020304" pitchFamily="18" charset="0"/>
                <a:ea typeface="宋体" panose="02010600030101010101" pitchFamily="2" charset="-122"/>
              </a:rPr>
              <a:t>分析表</a:t>
            </a:r>
            <a:endParaRPr lang="en-US" altLang="zh-CN" sz="1400" kern="100" dirty="0"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pPr marL="342900" lvl="0" indent="-342900" algn="just">
              <a:spcAft>
                <a:spcPts val="0"/>
              </a:spcAft>
              <a:buFont typeface="+mj-lt"/>
              <a:buAutoNum type="arabicParenR"/>
            </a:pPr>
            <a:r>
              <a:rPr lang="zh-CN" altLang="en-US" sz="1400" kern="100" dirty="0">
                <a:latin typeface="Times New Roman" panose="02020603050405020304" pitchFamily="18" charset="0"/>
                <a:ea typeface="宋体" panose="02010600030101010101" pitchFamily="2" charset="-122"/>
              </a:rPr>
              <a:t>构造规范</a:t>
            </a:r>
            <a:r>
              <a:rPr lang="en-US" altLang="zh-CN" sz="1400" kern="100" dirty="0">
                <a:latin typeface="Times New Roman" panose="02020603050405020304" pitchFamily="18" charset="0"/>
                <a:ea typeface="宋体" panose="02010600030101010101" pitchFamily="2" charset="-122"/>
              </a:rPr>
              <a:t>LR</a:t>
            </a:r>
            <a:r>
              <a:rPr lang="zh-CN" altLang="en-US" sz="1400" kern="100" dirty="0">
                <a:latin typeface="Times New Roman" panose="02020603050405020304" pitchFamily="18" charset="0"/>
                <a:ea typeface="宋体" panose="02010600030101010101" pitchFamily="2" charset="-122"/>
              </a:rPr>
              <a:t>分析表</a:t>
            </a:r>
            <a:endParaRPr lang="en-US" altLang="zh-CN" sz="1400" kern="100" dirty="0"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pPr marL="342900" lvl="0" indent="-342900" algn="just">
              <a:spcAft>
                <a:spcPts val="0"/>
              </a:spcAft>
              <a:buFont typeface="+mj-lt"/>
              <a:buAutoNum type="arabicParenR"/>
            </a:pPr>
            <a:r>
              <a:rPr lang="zh-CN" altLang="en-US" sz="1400" kern="100" dirty="0">
                <a:latin typeface="Times New Roman" panose="02020603050405020304" pitchFamily="18" charset="0"/>
                <a:ea typeface="宋体" panose="02010600030101010101" pitchFamily="2" charset="-122"/>
              </a:rPr>
              <a:t>利用</a:t>
            </a:r>
            <a:r>
              <a:rPr lang="en-US" altLang="zh-CN" sz="1400" kern="100" dirty="0">
                <a:latin typeface="Times New Roman" panose="02020603050405020304" pitchFamily="18" charset="0"/>
                <a:ea typeface="宋体" panose="02010600030101010101" pitchFamily="2" charset="-122"/>
              </a:rPr>
              <a:t>LR(1)</a:t>
            </a:r>
            <a:r>
              <a:rPr lang="zh-CN" altLang="en-US" sz="1400" kern="100" dirty="0">
                <a:latin typeface="Times New Roman" panose="02020603050405020304" pitchFamily="18" charset="0"/>
                <a:ea typeface="宋体" panose="02010600030101010101" pitchFamily="2" charset="-122"/>
              </a:rPr>
              <a:t>项目集合并的方法构造</a:t>
            </a:r>
            <a:r>
              <a:rPr lang="en-US" altLang="zh-CN" sz="1400" kern="100" dirty="0">
                <a:latin typeface="Times New Roman" panose="02020603050405020304" pitchFamily="18" charset="0"/>
                <a:ea typeface="宋体" panose="02010600030101010101" pitchFamily="2" charset="-122"/>
              </a:rPr>
              <a:t>LALR</a:t>
            </a:r>
            <a:r>
              <a:rPr lang="zh-CN" altLang="en-US" sz="1400" kern="100" dirty="0">
                <a:latin typeface="Times New Roman" panose="02020603050405020304" pitchFamily="18" charset="0"/>
                <a:ea typeface="宋体" panose="02010600030101010101" pitchFamily="2" charset="-122"/>
              </a:rPr>
              <a:t>分析表，用其分析句子</a:t>
            </a:r>
            <a:r>
              <a:rPr lang="en-US" altLang="zh-CN" sz="1400" b="1" kern="100" dirty="0">
                <a:latin typeface="Times New Roman" panose="02020603050405020304" pitchFamily="18" charset="0"/>
                <a:ea typeface="宋体" panose="02010600030101010101" pitchFamily="2" charset="-122"/>
              </a:rPr>
              <a:t>id</a:t>
            </a:r>
            <a:r>
              <a:rPr lang="en-US" altLang="zh-CN" sz="1400" kern="100" dirty="0">
                <a:latin typeface="Times New Roman" panose="02020603050405020304" pitchFamily="18" charset="0"/>
                <a:ea typeface="宋体" panose="02010600030101010101" pitchFamily="2" charset="-122"/>
              </a:rPr>
              <a:t> = </a:t>
            </a:r>
            <a:r>
              <a:rPr lang="en-US" altLang="zh-CN" sz="1400" b="1" kern="100" dirty="0">
                <a:latin typeface="Times New Roman" panose="02020603050405020304" pitchFamily="18" charset="0"/>
                <a:ea typeface="宋体" panose="02010600030101010101" pitchFamily="2" charset="-122"/>
              </a:rPr>
              <a:t>id</a:t>
            </a:r>
            <a:r>
              <a:rPr lang="en-US" altLang="zh-CN" sz="1400" kern="100" dirty="0">
                <a:latin typeface="Times New Roman" panose="02020603050405020304" pitchFamily="18" charset="0"/>
                <a:ea typeface="宋体" panose="02010600030101010101" pitchFamily="2" charset="-122"/>
              </a:rPr>
              <a:t> + (</a:t>
            </a:r>
            <a:r>
              <a:rPr lang="en-US" altLang="zh-CN" sz="1400" b="1" kern="100" dirty="0">
                <a:latin typeface="Times New Roman" panose="02020603050405020304" pitchFamily="18" charset="0"/>
                <a:ea typeface="宋体" panose="02010600030101010101" pitchFamily="2" charset="-122"/>
              </a:rPr>
              <a:t>id</a:t>
            </a:r>
            <a:r>
              <a:rPr lang="en-US" altLang="zh-CN" sz="1400" kern="100" dirty="0">
                <a:latin typeface="Times New Roman" panose="02020603050405020304" pitchFamily="18" charset="0"/>
                <a:ea typeface="宋体" panose="02010600030101010101" pitchFamily="2" charset="-122"/>
              </a:rPr>
              <a:t> = </a:t>
            </a:r>
            <a:r>
              <a:rPr lang="en-US" altLang="zh-CN" sz="1400" b="1" kern="100" dirty="0">
                <a:latin typeface="Times New Roman" panose="02020603050405020304" pitchFamily="18" charset="0"/>
                <a:ea typeface="宋体" panose="02010600030101010101" pitchFamily="2" charset="-122"/>
              </a:rPr>
              <a:t>id</a:t>
            </a:r>
            <a:r>
              <a:rPr lang="en-US" altLang="zh-CN" sz="1400" kern="100" dirty="0">
                <a:latin typeface="Times New Roman" panose="02020603050405020304" pitchFamily="18" charset="0"/>
                <a:ea typeface="宋体" panose="02010600030101010101" pitchFamily="2" charset="-122"/>
              </a:rPr>
              <a:t> + </a:t>
            </a:r>
            <a:r>
              <a:rPr lang="en-US" altLang="zh-CN" sz="1400" b="1" kern="100" dirty="0">
                <a:latin typeface="Times New Roman" panose="02020603050405020304" pitchFamily="18" charset="0"/>
                <a:ea typeface="宋体" panose="02010600030101010101" pitchFamily="2" charset="-122"/>
              </a:rPr>
              <a:t>id</a:t>
            </a:r>
            <a:r>
              <a:rPr lang="en-US" altLang="zh-CN" sz="1400" kern="100" dirty="0">
                <a:latin typeface="Times New Roman" panose="02020603050405020304" pitchFamily="18" charset="0"/>
                <a:ea typeface="宋体" panose="02010600030101010101" pitchFamily="2" charset="-122"/>
              </a:rPr>
              <a:t>)</a:t>
            </a:r>
            <a:endParaRPr lang="en-US" altLang="zh-CN" sz="1400" dirty="0"/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3BAAD9DE-EB78-4700-A73F-C2061EC1FF9A}"/>
              </a:ext>
            </a:extLst>
          </p:cNvPr>
          <p:cNvSpPr/>
          <p:nvPr>
            <p:custDataLst>
              <p:tags r:id="rId3"/>
            </p:custDataLst>
          </p:nvPr>
        </p:nvSpPr>
        <p:spPr>
          <a:xfrm>
            <a:off x="0" y="8270875"/>
            <a:ext cx="5715000" cy="476250"/>
          </a:xfrm>
          <a:prstGeom prst="rect">
            <a:avLst/>
          </a:prstGeom>
          <a:solidFill>
            <a:srgbClr val="FBFAEF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none" rtlCol="0" anchor="ctr" anchorCtr="1">
            <a:noAutofit/>
          </a:bodyPr>
          <a:lstStyle/>
          <a:p>
            <a:r>
              <a:rPr lang="zh-CN" altLang="en-US" sz="1500">
                <a:solidFill>
                  <a:srgbClr val="F84F41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正常使用主观题需</a:t>
            </a:r>
            <a:r>
              <a:rPr lang="en-US" altLang="zh-CN" sz="1500">
                <a:solidFill>
                  <a:srgbClr val="F84F41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2.0</a:t>
            </a:r>
            <a:r>
              <a:rPr lang="zh-CN" altLang="en-US" sz="1500">
                <a:solidFill>
                  <a:srgbClr val="F84F41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以上版本雨课堂</a:t>
            </a:r>
          </a:p>
        </p:txBody>
      </p:sp>
      <p:sp>
        <p:nvSpPr>
          <p:cNvPr id="12" name="矩形 11" hidden="1">
            <a:extLst>
              <a:ext uri="{FF2B5EF4-FFF2-40B4-BE49-F238E27FC236}">
                <a16:creationId xmlns:a16="http://schemas.microsoft.com/office/drawing/2014/main" id="{7A532EE4-4327-46BD-BB9E-53F7E23F9151}"/>
              </a:ext>
            </a:extLst>
          </p:cNvPr>
          <p:cNvSpPr/>
          <p:nvPr>
            <p:custDataLst>
              <p:tags r:id="rId4"/>
            </p:custDataLst>
          </p:nvPr>
        </p:nvSpPr>
        <p:spPr>
          <a:xfrm>
            <a:off x="6096000" y="0"/>
            <a:ext cx="5120640" cy="9144000"/>
          </a:xfrm>
          <a:prstGeom prst="rect">
            <a:avLst/>
          </a:prstGeom>
          <a:solidFill>
            <a:srgbClr val="FFFFFF"/>
          </a:solidFill>
          <a:ln w="12700" cmpd="sng">
            <a:solidFill>
              <a:srgbClr val="9B9B9B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zh-CN" altLang="en-US">
              <a:solidFill>
                <a:srgbClr val="FFFFFF"/>
              </a:solidFill>
            </a:endParaRPr>
          </a:p>
        </p:txBody>
      </p:sp>
      <p:sp>
        <p:nvSpPr>
          <p:cNvPr id="17" name="文本框 16" hidden="1">
            <a:extLst>
              <a:ext uri="{FF2B5EF4-FFF2-40B4-BE49-F238E27FC236}">
                <a16:creationId xmlns:a16="http://schemas.microsoft.com/office/drawing/2014/main" id="{1DC77BFC-C8B6-4964-B43B-DCB46B4513E9}"/>
              </a:ext>
            </a:extLst>
          </p:cNvPr>
          <p:cNvSpPr txBox="1"/>
          <p:nvPr>
            <p:custDataLst>
              <p:tags r:id="rId5"/>
            </p:custDataLst>
          </p:nvPr>
        </p:nvSpPr>
        <p:spPr>
          <a:xfrm>
            <a:off x="6184900" y="8413419"/>
            <a:ext cx="4942840" cy="461665"/>
          </a:xfrm>
          <a:prstGeom prst="rect">
            <a:avLst/>
          </a:prstGeom>
          <a:solidFill>
            <a:srgbClr val="FBFAEF"/>
          </a:solidFill>
          <a:ln w="12700">
            <a:noFill/>
          </a:ln>
          <a:extLst>
            <a:ext uri="{91240B29-F687-4F45-9708-019B960494DF}">
              <a14:hiddenLine xmlns:a14="http://schemas.microsoft.com/office/drawing/2010/main" w="12700">
                <a:solidFill>
                  <a:srgbClr val="FFFFFF"/>
                </a:solidFill>
              </a14:hiddenLine>
            </a:ext>
          </a:extLst>
        </p:spPr>
        <p:txBody>
          <a:bodyPr vert="horz" rtlCol="0" anchor="ctr">
            <a:spAutoFit/>
          </a:bodyPr>
          <a:lstStyle/>
          <a:p>
            <a:r>
              <a:rPr lang="zh-CN" altLang="en-US" sz="1200">
                <a:solidFill>
                  <a:srgbClr val="F84F41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可为此题添加文本、图片、公式等解析，且需将内容全部放在本区域内。正常使用需</a:t>
            </a:r>
            <a:r>
              <a:rPr lang="en-US" altLang="zh-CN" sz="1200">
                <a:solidFill>
                  <a:srgbClr val="F84F41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3.0</a:t>
            </a:r>
            <a:r>
              <a:rPr lang="zh-CN" altLang="en-US" sz="1200">
                <a:solidFill>
                  <a:srgbClr val="F84F41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以上版本</a:t>
            </a:r>
          </a:p>
        </p:txBody>
      </p:sp>
      <p:sp>
        <p:nvSpPr>
          <p:cNvPr id="18" name="文本框 17" hidden="1">
            <a:extLst>
              <a:ext uri="{FF2B5EF4-FFF2-40B4-BE49-F238E27FC236}">
                <a16:creationId xmlns:a16="http://schemas.microsoft.com/office/drawing/2014/main" id="{2F3BA613-906C-4F7E-9545-5B4E18EE5932}"/>
              </a:ext>
            </a:extLst>
          </p:cNvPr>
          <p:cNvSpPr txBox="1"/>
          <p:nvPr>
            <p:custDataLst>
              <p:tags r:id="rId6"/>
            </p:custDataLst>
          </p:nvPr>
        </p:nvSpPr>
        <p:spPr>
          <a:xfrm>
            <a:off x="6350000" y="1270000"/>
            <a:ext cx="4612640" cy="1905000"/>
          </a:xfrm>
          <a:prstGeom prst="rect">
            <a:avLst/>
          </a:prstGeom>
          <a:noFill/>
        </p:spPr>
        <p:txBody>
          <a:bodyPr vert="horz" rtlCol="0" anchor="t" anchorCtr="0">
            <a:spAutoFit/>
          </a:bodyPr>
          <a:lstStyle/>
          <a:p>
            <a:r>
              <a:rPr lang="zh-CN" altLang="en-US" sz="200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此处添加答案解析</a:t>
            </a:r>
          </a:p>
        </p:txBody>
      </p:sp>
      <p:grpSp>
        <p:nvGrpSpPr>
          <p:cNvPr id="16" name="组合 15" hidden="1">
            <a:extLst>
              <a:ext uri="{FF2B5EF4-FFF2-40B4-BE49-F238E27FC236}">
                <a16:creationId xmlns:a16="http://schemas.microsoft.com/office/drawing/2014/main" id="{8094A5E6-38E2-421E-9349-DAD6344CA4F6}"/>
              </a:ext>
            </a:extLst>
          </p:cNvPr>
          <p:cNvGrpSpPr/>
          <p:nvPr>
            <p:custDataLst>
              <p:tags r:id="rId7"/>
            </p:custDataLst>
          </p:nvPr>
        </p:nvGrpSpPr>
        <p:grpSpPr>
          <a:xfrm>
            <a:off x="6108700" y="0"/>
            <a:ext cx="5095240" cy="647700"/>
            <a:chOff x="6108700" y="0"/>
            <a:chExt cx="5095240" cy="647700"/>
          </a:xfrm>
        </p:grpSpPr>
        <p:sp>
          <p:nvSpPr>
            <p:cNvPr id="13" name="RemarkBack" hidden="1">
              <a:extLst>
                <a:ext uri="{FF2B5EF4-FFF2-40B4-BE49-F238E27FC236}">
                  <a16:creationId xmlns:a16="http://schemas.microsoft.com/office/drawing/2014/main" id="{E151523A-162A-4DC7-8B3A-4E8646C6824D}"/>
                </a:ext>
              </a:extLst>
            </p:cNvPr>
            <p:cNvSpPr/>
            <p:nvPr>
              <p:custDataLst>
                <p:tags r:id="rId14"/>
              </p:custDataLst>
            </p:nvPr>
          </p:nvSpPr>
          <p:spPr>
            <a:xfrm>
              <a:off x="6108700" y="12700"/>
              <a:ext cx="5095240" cy="635000"/>
            </a:xfrm>
            <a:prstGeom prst="rect">
              <a:avLst/>
            </a:prstGeom>
            <a:solidFill>
              <a:srgbClr val="F6F7F8"/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shade val="50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4" name="RemarkBlock" hidden="1">
              <a:extLst>
                <a:ext uri="{FF2B5EF4-FFF2-40B4-BE49-F238E27FC236}">
                  <a16:creationId xmlns:a16="http://schemas.microsoft.com/office/drawing/2014/main" id="{46CB9BE8-ABF5-476E-AEF1-0A391167ED50}"/>
                </a:ext>
              </a:extLst>
            </p:cNvPr>
            <p:cNvSpPr/>
            <p:nvPr>
              <p:custDataLst>
                <p:tags r:id="rId15"/>
              </p:custDataLst>
            </p:nvPr>
          </p:nvSpPr>
          <p:spPr>
            <a:xfrm>
              <a:off x="6108700" y="12700"/>
              <a:ext cx="190500" cy="635000"/>
            </a:xfrm>
            <a:prstGeom prst="rect">
              <a:avLst/>
            </a:prstGeom>
            <a:solidFill>
              <a:srgbClr val="639EF4"/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shade val="50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5" name="RemarkTitleText" hidden="1">
              <a:extLst>
                <a:ext uri="{FF2B5EF4-FFF2-40B4-BE49-F238E27FC236}">
                  <a16:creationId xmlns:a16="http://schemas.microsoft.com/office/drawing/2014/main" id="{DE3F1CD5-B80D-44A8-9477-23D015EAB726}"/>
                </a:ext>
              </a:extLst>
            </p:cNvPr>
            <p:cNvSpPr txBox="1"/>
            <p:nvPr>
              <p:custDataLst>
                <p:tags r:id="rId16"/>
              </p:custDataLst>
            </p:nvPr>
          </p:nvSpPr>
          <p:spPr>
            <a:xfrm>
              <a:off x="6350000" y="0"/>
              <a:ext cx="1905000" cy="635000"/>
            </a:xfrm>
            <a:prstGeom prst="rect">
              <a:avLst/>
            </a:prstGeom>
            <a:noFill/>
          </p:spPr>
          <p:txBody>
            <a:bodyPr vert="horz" wrap="none" rtlCol="0" anchor="ctr" anchorCtr="0">
              <a:noAutofit/>
            </a:bodyPr>
            <a:lstStyle/>
            <a:p>
              <a:r>
                <a:rPr lang="zh-CN" altLang="en-US" sz="1800">
                  <a:solidFill>
                    <a:srgbClr val="000000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  <a:sym typeface="Microsoft Yahei" panose="020B0503020204020204" pitchFamily="34" charset="-122"/>
                </a:rPr>
                <a:t>答案解析</a:t>
              </a:r>
            </a:p>
          </p:txBody>
        </p:sp>
      </p:grpSp>
      <p:grpSp>
        <p:nvGrpSpPr>
          <p:cNvPr id="10" name="组合 9">
            <a:extLst>
              <a:ext uri="{FF2B5EF4-FFF2-40B4-BE49-F238E27FC236}">
                <a16:creationId xmlns:a16="http://schemas.microsoft.com/office/drawing/2014/main" id="{DDF90F35-0C7F-426F-8EAB-71862230F6D9}"/>
              </a:ext>
            </a:extLst>
          </p:cNvPr>
          <p:cNvGrpSpPr/>
          <p:nvPr>
            <p:custDataLst>
              <p:tags r:id="rId8"/>
            </p:custDataLst>
          </p:nvPr>
        </p:nvGrpSpPr>
        <p:grpSpPr>
          <a:xfrm>
            <a:off x="0" y="0"/>
            <a:ext cx="5715000" cy="635000"/>
            <a:chOff x="0" y="0"/>
            <a:chExt cx="5715000" cy="635000"/>
          </a:xfrm>
        </p:grpSpPr>
        <p:sp>
          <p:nvSpPr>
            <p:cNvPr id="6" name="TitleBackground">
              <a:extLst>
                <a:ext uri="{FF2B5EF4-FFF2-40B4-BE49-F238E27FC236}">
                  <a16:creationId xmlns:a16="http://schemas.microsoft.com/office/drawing/2014/main" id="{DF222A90-94AC-4E86-8347-C91EF71E85A7}"/>
                </a:ext>
              </a:extLst>
            </p:cNvPr>
            <p:cNvSpPr/>
            <p:nvPr>
              <p:custDataLst>
                <p:tags r:id="rId10"/>
              </p:custDataLst>
            </p:nvPr>
          </p:nvSpPr>
          <p:spPr>
            <a:xfrm>
              <a:off x="0" y="0"/>
              <a:ext cx="5715000" cy="635000"/>
            </a:xfrm>
            <a:prstGeom prst="rect">
              <a:avLst/>
            </a:prstGeom>
            <a:solidFill>
              <a:srgbClr val="F6F7F8"/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shade val="50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7" name="ColorBlock">
              <a:extLst>
                <a:ext uri="{FF2B5EF4-FFF2-40B4-BE49-F238E27FC236}">
                  <a16:creationId xmlns:a16="http://schemas.microsoft.com/office/drawing/2014/main" id="{0ADDDE70-69FC-43F6-8995-F5149CF5ECB1}"/>
                </a:ext>
              </a:extLst>
            </p:cNvPr>
            <p:cNvSpPr/>
            <p:nvPr>
              <p:custDataLst>
                <p:tags r:id="rId11"/>
              </p:custDataLst>
            </p:nvPr>
          </p:nvSpPr>
          <p:spPr>
            <a:xfrm>
              <a:off x="0" y="0"/>
              <a:ext cx="190500" cy="635000"/>
            </a:xfrm>
            <a:prstGeom prst="rect">
              <a:avLst/>
            </a:prstGeom>
            <a:solidFill>
              <a:srgbClr val="639EF4"/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shade val="50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8" name="TypeText">
              <a:extLst>
                <a:ext uri="{FF2B5EF4-FFF2-40B4-BE49-F238E27FC236}">
                  <a16:creationId xmlns:a16="http://schemas.microsoft.com/office/drawing/2014/main" id="{BFBDE1A9-C343-4924-BF9E-8B9BE6BF2BD8}"/>
                </a:ext>
              </a:extLst>
            </p:cNvPr>
            <p:cNvSpPr txBox="1"/>
            <p:nvPr>
              <p:custDataLst>
                <p:tags r:id="rId12"/>
              </p:custDataLst>
            </p:nvPr>
          </p:nvSpPr>
          <p:spPr>
            <a:xfrm>
              <a:off x="254000" y="0"/>
              <a:ext cx="1905000" cy="635000"/>
            </a:xfrm>
            <a:prstGeom prst="rect">
              <a:avLst/>
            </a:prstGeom>
            <a:noFill/>
          </p:spPr>
          <p:txBody>
            <a:bodyPr vert="horz" wrap="none" rtlCol="0" anchor="ctr" anchorCtr="0">
              <a:noAutofit/>
            </a:bodyPr>
            <a:lstStyle/>
            <a:p>
              <a:r>
                <a:rPr lang="zh-CN" altLang="en-US" sz="2600">
                  <a:solidFill>
                    <a:srgbClr val="000000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  <a:sym typeface="Microsoft Yahei" panose="020B0503020204020204" pitchFamily="34" charset="-122"/>
                </a:rPr>
                <a:t>主观题</a:t>
              </a:r>
            </a:p>
          </p:txBody>
        </p:sp>
        <p:sp>
          <p:nvSpPr>
            <p:cNvPr id="9" name="TipText">
              <a:extLst>
                <a:ext uri="{FF2B5EF4-FFF2-40B4-BE49-F238E27FC236}">
                  <a16:creationId xmlns:a16="http://schemas.microsoft.com/office/drawing/2014/main" id="{400DF923-22EE-45B8-B11F-B69D1BBF1255}"/>
                </a:ext>
              </a:extLst>
            </p:cNvPr>
            <p:cNvSpPr txBox="1"/>
            <p:nvPr>
              <p:custDataLst>
                <p:tags r:id="rId13"/>
              </p:custDataLst>
            </p:nvPr>
          </p:nvSpPr>
          <p:spPr>
            <a:xfrm>
              <a:off x="1525905" y="109220"/>
              <a:ext cx="2286000" cy="508000"/>
            </a:xfrm>
            <a:prstGeom prst="rect">
              <a:avLst/>
            </a:prstGeom>
            <a:noFill/>
          </p:spPr>
          <p:txBody>
            <a:bodyPr vert="horz" wrap="none" rtlCol="0" anchor="ctr" anchorCtr="0">
              <a:noAutofit/>
            </a:bodyPr>
            <a:lstStyle/>
            <a:p>
              <a:r>
                <a:rPr lang="en-US" altLang="zh-CN" sz="2000">
                  <a:solidFill>
                    <a:srgbClr val="808080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  <a:sym typeface="Microsoft Yahei" panose="020B0503020204020204" pitchFamily="34" charset="-122"/>
                </a:rPr>
                <a:t>2</a:t>
              </a:r>
              <a:r>
                <a:rPr lang="zh-CN" altLang="en-US" sz="2000">
                  <a:solidFill>
                    <a:srgbClr val="808080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  <a:sym typeface="Microsoft Yahei" panose="020B0503020204020204" pitchFamily="34" charset="-122"/>
                </a:rPr>
                <a:t>分</a:t>
              </a:r>
            </a:p>
          </p:txBody>
        </p:sp>
      </p:grpSp>
      <p:pic>
        <p:nvPicPr>
          <p:cNvPr id="4" name="图片 3">
            <a:extLst>
              <a:ext uri="{FF2B5EF4-FFF2-40B4-BE49-F238E27FC236}">
                <a16:creationId xmlns:a16="http://schemas.microsoft.com/office/drawing/2014/main" id="{8EC1FD1B-47AE-4EDD-A64E-A87102C7E234}"/>
              </a:ext>
            </a:extLst>
          </p:cNvPr>
          <p:cNvPicPr>
            <a:picLocks/>
          </p:cNvPicPr>
          <p:nvPr>
            <p:custDataLst>
              <p:tags r:id="rId9"/>
            </p:custDataLst>
          </p:nvPr>
        </p:nvPicPr>
        <p:blipFill>
          <a:blip r:embed="rId1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165600" y="63500"/>
            <a:ext cx="1422400" cy="508000"/>
          </a:xfrm>
          <a:prstGeom prst="rect">
            <a:avLst/>
          </a:prstGeom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47651029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999"/>
    </mc:Choice>
    <mc:Fallback xmlns="">
      <p:transition spd="slow"/>
    </mc:Fallback>
  </mc:AlternateContent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APER" val="PaperTitle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APER" val="PaperScore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ShortAnswer"/>
  <p:tag name="PROBLEMHASREMARK" val="False"/>
  <p:tag name="PROBLEMSCORE" val="1.0"/>
  <p:tag name="PROBLEMVOICEALLOWED" val="False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ody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ODUCTVERSIONTIP" val="PRODUCTVERSIONTIP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RemarkBoard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OBLEMREMARKTITLE" val="ProblemRemarkBoardTip"/>
</p:tagLst>
</file>

<file path=ppt/tags/tag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Remark"/>
</p:tagLst>
</file>

<file path=ppt/tags/tag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OBLEMREMARKTITLE" val="ProblemRemarkBoardTitle"/>
</p:tagLst>
</file>

<file path=ppt/tags/tag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Setting"/>
  <p:tag name="RAINPROBLEMTYPE" val="ShortAnswer"/>
</p:tagLst>
</file>

<file path=ppt/tags/tag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OBLEMREMARKTITLE" val="ProblemRemarkBoardTitle"/>
</p:tagLst>
</file>

<file path=ppt/tags/tag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OBLEMREMARKTITLE" val="ProblemRemarkBoardTitle"/>
</p:tagLst>
</file>

<file path=ppt/tags/tag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OBLEMREMARKTITLE" val="ProblemRemarkBoardTitle"/>
</p:tagLst>
</file>

<file path=ppt/tags/tag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ShortAnswer"/>
  <p:tag name="PROBLEMHASREMARK" val="False"/>
  <p:tag name="PROBLEMSCORE" val="1.0"/>
  <p:tag name="PROBLEMVOICEALLOWED" val="False"/>
</p:tagLst>
</file>

<file path=ppt/tags/tag2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ody"/>
</p:tagLst>
</file>

<file path=ppt/tags/tag2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ODUCTVERSIONTIP" val="PRODUCTVERSIONTIP"/>
</p:tagLst>
</file>

<file path=ppt/tags/tag2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RemarkBoard"/>
</p:tagLst>
</file>

<file path=ppt/tags/tag2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OBLEMREMARKTITLE" val="ProblemRemarkBoardTip"/>
</p:tagLst>
</file>

<file path=ppt/tags/tag2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Remark"/>
</p:tagLst>
</file>

<file path=ppt/tags/tag2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OBLEMREMARKTITLE" val="ProblemRemarkBoardTitle"/>
</p:tagLst>
</file>

<file path=ppt/tags/tag2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2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Setting"/>
  <p:tag name="RAINPROBLEMTYPE" val="ShortAnswer"/>
</p:tagLst>
</file>

<file path=ppt/tags/tag2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2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3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3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3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OBLEMREMARKTITLE" val="ProblemRemarkBoardTitle"/>
</p:tagLst>
</file>

<file path=ppt/tags/tag3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OBLEMREMARKTITLE" val="ProblemRemarkBoardTitle"/>
</p:tagLst>
</file>

<file path=ppt/tags/tag3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OBLEMREMARKTITLE" val="ProblemRemarkBoardTitle"/>
</p:tagLst>
</file>

<file path=ppt/tags/tag3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ShortAnswer"/>
  <p:tag name="PROBLEMHASREMARK" val="False"/>
  <p:tag name="PROBLEMSCORE" val="1.0"/>
  <p:tag name="PROBLEMVOICEALLOWED" val="False"/>
</p:tagLst>
</file>

<file path=ppt/tags/tag3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ody"/>
</p:tagLst>
</file>

<file path=ppt/tags/tag3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ODUCTVERSIONTIP" val="PRODUCTVERSIONTIP"/>
</p:tagLst>
</file>

<file path=ppt/tags/tag3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RemarkBoard"/>
</p:tagLst>
</file>

<file path=ppt/tags/tag3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OBLEMREMARKTITLE" val="ProblemRemarkBoardTip"/>
</p:tagLst>
</file>

<file path=ppt/tags/tag4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Remark"/>
</p:tagLst>
</file>

<file path=ppt/tags/tag4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OBLEMREMARKTITLE" val="ProblemRemarkBoardTitle"/>
</p:tagLst>
</file>

<file path=ppt/tags/tag4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4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Setting"/>
  <p:tag name="RAINPROBLEMTYPE" val="ShortAnswer"/>
</p:tagLst>
</file>

<file path=ppt/tags/tag4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4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4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4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4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OBLEMREMARKTITLE" val="ProblemRemarkBoardTitle"/>
</p:tagLst>
</file>

<file path=ppt/tags/tag4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OBLEMREMARKTITLE" val="ProblemRemarkBoardTitle"/>
</p:tagLst>
</file>

<file path=ppt/tags/tag5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OBLEMREMARKTITLE" val="ProblemRemarkBoardTitle"/>
</p:tagLst>
</file>

<file path=ppt/tags/tag5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ShortAnswer"/>
  <p:tag name="PROBLEMHASREMARK" val="False"/>
  <p:tag name="PROBLEMSCORE" val="1.0"/>
  <p:tag name="PROBLEMVOICEALLOWED" val="False"/>
</p:tagLst>
</file>

<file path=ppt/tags/tag5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ody"/>
</p:tagLst>
</file>

<file path=ppt/tags/tag5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ODUCTVERSIONTIP" val="PRODUCTVERSIONTIP"/>
</p:tagLst>
</file>

<file path=ppt/tags/tag5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RemarkBoard"/>
</p:tagLst>
</file>

<file path=ppt/tags/tag5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OBLEMREMARKTITLE" val="ProblemRemarkBoardTip"/>
</p:tagLst>
</file>

<file path=ppt/tags/tag5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Remark"/>
</p:tagLst>
</file>

<file path=ppt/tags/tag5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OBLEMREMARKTITLE" val="ProblemRemarkBoardTitle"/>
</p:tagLst>
</file>

<file path=ppt/tags/tag5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5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Setting"/>
  <p:tag name="RAINPROBLEMTYPE" val="ShortAnswer"/>
</p:tagLst>
</file>

<file path=ppt/tags/tag6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6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6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6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6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OBLEMREMARKTITLE" val="ProblemRemarkBoardTitle"/>
</p:tagLst>
</file>

<file path=ppt/tags/tag6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OBLEMREMARKTITLE" val="ProblemRemarkBoardTitle"/>
</p:tagLst>
</file>

<file path=ppt/tags/tag6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OBLEMREMARKTITLE" val="ProblemRemarkBoardTitle"/>
</p:tagLst>
</file>

<file path=ppt/tags/tag6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ShortAnswer"/>
  <p:tag name="PROBLEMHASREMARK" val="False"/>
  <p:tag name="PROBLEMSCORE" val="2.0"/>
  <p:tag name="PROBLEMVOICEALLOWED" val="False"/>
</p:tagLst>
</file>

<file path=ppt/tags/tag6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ody"/>
</p:tagLst>
</file>

<file path=ppt/tags/tag6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ODUCTVERSIONTIP" val="PRODUCTVERSIONTIP"/>
</p:tagLst>
</file>

<file path=ppt/tags/tag7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RemarkBoard"/>
</p:tagLst>
</file>

<file path=ppt/tags/tag7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OBLEMREMARKTITLE" val="ProblemRemarkBoardTip"/>
</p:tagLst>
</file>

<file path=ppt/tags/tag7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Remark"/>
</p:tagLst>
</file>

<file path=ppt/tags/tag7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OBLEMREMARKTITLE" val="ProblemRemarkBoardTitle"/>
</p:tagLst>
</file>

<file path=ppt/tags/tag7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7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Setting"/>
  <p:tag name="RAINPROBLEMTYPE" val="ShortAnswer"/>
</p:tagLst>
</file>

<file path=ppt/tags/tag7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7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7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7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8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OBLEMREMARKTITLE" val="ProblemRemarkBoardTitle"/>
</p:tagLst>
</file>

<file path=ppt/tags/tag8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OBLEMREMARKTITLE" val="ProblemRemarkBoardTitle"/>
</p:tagLst>
</file>

<file path=ppt/tags/tag8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OBLEMREMARKTITLE" val="ProblemRemarkBoardTitle"/>
</p:tagLst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845</TotalTime>
  <Words>588</Words>
  <Application>Microsoft Office PowerPoint</Application>
  <PresentationFormat>全屏显示(16:10)</PresentationFormat>
  <Paragraphs>62</Paragraphs>
  <Slides>6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6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6</vt:i4>
      </vt:variant>
    </vt:vector>
  </HeadingPairs>
  <TitlesOfParts>
    <vt:vector size="13" baseType="lpstr">
      <vt:lpstr>等线</vt:lpstr>
      <vt:lpstr>等线 Light</vt:lpstr>
      <vt:lpstr>Microsoft Yahei</vt:lpstr>
      <vt:lpstr>Arial</vt:lpstr>
      <vt:lpstr>Symbol</vt:lpstr>
      <vt:lpstr>Times New Roman</vt:lpstr>
      <vt:lpstr>Office 主题​​</vt:lpstr>
      <vt:lpstr>第4章书面作业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预备工作2 定义你的编译器功能 &amp; 汇编编程</dc:title>
  <dc:creator>王 刚</dc:creator>
  <cp:lastModifiedBy>刚 王</cp:lastModifiedBy>
  <cp:revision>44</cp:revision>
  <dcterms:created xsi:type="dcterms:W3CDTF">2019-09-29T04:07:54Z</dcterms:created>
  <dcterms:modified xsi:type="dcterms:W3CDTF">2025-10-31T04:07:23Z</dcterms:modified>
</cp:coreProperties>
</file>