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2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1822C-7403-4131-BD72-C5E056A27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96178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26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8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E69F9-6B9D-41C3-8482-4D5D712E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en-US" altLang="zh-CN" dirty="0"/>
              <a:t>9</a:t>
            </a:r>
            <a:r>
              <a:rPr lang="zh-CN" altLang="en-US" dirty="0"/>
              <a:t>、</a:t>
            </a:r>
            <a:r>
              <a:rPr lang="en-US" altLang="zh-CN" dirty="0"/>
              <a:t>10</a:t>
            </a:r>
            <a:r>
              <a:rPr lang="zh-CN" altLang="en-US" dirty="0"/>
              <a:t>章书面作业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C1760D-74E7-48BB-9E02-8209732679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</a:rPr>
              <a:t>总分</a:t>
            </a:r>
            <a:r>
              <a:rPr lang="en-US" altLang="zh-CN" sz="2000" dirty="0">
                <a:solidFill>
                  <a:srgbClr val="000000"/>
                </a:solidFill>
              </a:rPr>
              <a:t>: 1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B5FE55-C2F3-4FF3-80DC-0AEF06A93098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255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lvl="0" algn="just">
              <a:spcAft>
                <a:spcPts val="0"/>
              </a:spcAft>
            </a:pPr>
            <a:endParaRPr lang="en-US" altLang="zh-CN" sz="1400" dirty="0"/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将下面三地址码程序段划分基本块、构造流图，构造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SSA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形式，变量的不同版本用不同下标编号表示，画出</a:t>
            </a:r>
            <a:r>
              <a:rPr lang="en-US" altLang="zh-CN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SSA</a:t>
            </a:r>
            <a:r>
              <a:rPr lang="zh-CN" altLang="en-US" sz="1400" kern="100">
                <a:latin typeface="Times New Roman" panose="02020603050405020304" pitchFamily="18" charset="0"/>
                <a:ea typeface="宋体" panose="02010600030101010101" pitchFamily="2" charset="-122"/>
              </a:rPr>
              <a:t>形式的流图。</a:t>
            </a:r>
            <a:r>
              <a:rPr lang="zh-CN" altLang="en-US" sz="1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然后进行代码优化（如公共子表达式删除，复制传播，无用代码删除，循环的代码外提、强度削弱、归纳变量删除等等），最终结果也以流图形式给出。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600" dirty="0" err="1"/>
              <a:t>i</a:t>
            </a:r>
            <a:r>
              <a:rPr lang="en-US" altLang="zh-CN" sz="1600" dirty="0"/>
              <a:t> = 1</a:t>
            </a:r>
          </a:p>
          <a:p>
            <a:r>
              <a:rPr lang="en-US" altLang="zh-CN" sz="1600" dirty="0"/>
              <a:t>sum = 0</a:t>
            </a:r>
          </a:p>
          <a:p>
            <a:r>
              <a:rPr lang="en-US" altLang="zh-CN" sz="1600" dirty="0"/>
              <a:t>x = 10</a:t>
            </a:r>
          </a:p>
          <a:p>
            <a:r>
              <a:rPr lang="en-US" altLang="zh-CN" sz="1600" dirty="0"/>
              <a:t>y = 5</a:t>
            </a:r>
          </a:p>
          <a:p>
            <a:endParaRPr lang="en-US" altLang="zh-CN" sz="1600" dirty="0"/>
          </a:p>
          <a:p>
            <a:r>
              <a:rPr lang="en-US" altLang="zh-CN" sz="1600" dirty="0"/>
              <a:t>L1:</a:t>
            </a:r>
          </a:p>
          <a:p>
            <a:r>
              <a:rPr lang="en-US" altLang="zh-CN" sz="1600" dirty="0"/>
              <a:t>if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&gt; 100 </a:t>
            </a:r>
            <a:r>
              <a:rPr lang="en-US" altLang="zh-CN" sz="1600" dirty="0" err="1"/>
              <a:t>goto</a:t>
            </a:r>
            <a:r>
              <a:rPr lang="en-US" altLang="zh-CN" sz="1600" dirty="0"/>
              <a:t> L2</a:t>
            </a:r>
          </a:p>
          <a:p>
            <a:endParaRPr lang="en-US" altLang="zh-CN" sz="1600" dirty="0"/>
          </a:p>
          <a:p>
            <a:r>
              <a:rPr lang="en-US" altLang="zh-CN" sz="1600" dirty="0"/>
              <a:t>t1 = x * y</a:t>
            </a:r>
          </a:p>
          <a:p>
            <a:r>
              <a:rPr lang="en-US" altLang="zh-CN" sz="1600" dirty="0"/>
              <a:t>t2 =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* 4</a:t>
            </a:r>
          </a:p>
          <a:p>
            <a:r>
              <a:rPr lang="en-US" altLang="zh-CN" sz="1600" dirty="0"/>
              <a:t>t3 = t2 + a</a:t>
            </a:r>
          </a:p>
          <a:p>
            <a:r>
              <a:rPr lang="en-US" altLang="zh-CN" sz="1600" dirty="0"/>
              <a:t>M[t3] = t1</a:t>
            </a:r>
          </a:p>
          <a:p>
            <a:r>
              <a:rPr lang="en-US" altLang="zh-CN" sz="1600" dirty="0"/>
              <a:t>t4 = x * y</a:t>
            </a:r>
          </a:p>
          <a:p>
            <a:r>
              <a:rPr lang="en-US" altLang="zh-CN" sz="1600" dirty="0"/>
              <a:t>sum = sum + t4</a:t>
            </a:r>
          </a:p>
          <a:p>
            <a:endParaRPr lang="en-US" altLang="zh-CN" sz="1600" dirty="0"/>
          </a:p>
          <a:p>
            <a:r>
              <a:rPr lang="en-US" altLang="zh-CN" sz="1600" dirty="0"/>
              <a:t>t5 =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+ 1</a:t>
            </a:r>
          </a:p>
          <a:p>
            <a:r>
              <a:rPr lang="en-US" altLang="zh-CN" sz="1600" dirty="0" err="1"/>
              <a:t>i</a:t>
            </a:r>
            <a:r>
              <a:rPr lang="en-US" altLang="zh-CN" sz="1600" dirty="0"/>
              <a:t> = t5</a:t>
            </a:r>
          </a:p>
          <a:p>
            <a:endParaRPr lang="en-US" altLang="zh-CN" sz="1600" dirty="0"/>
          </a:p>
          <a:p>
            <a:r>
              <a:rPr lang="en-US" altLang="zh-CN" sz="1600" dirty="0" err="1"/>
              <a:t>goto</a:t>
            </a:r>
            <a:r>
              <a:rPr lang="en-US" altLang="zh-CN" sz="1600" dirty="0"/>
              <a:t> L1</a:t>
            </a:r>
          </a:p>
          <a:p>
            <a:endParaRPr lang="en-US" altLang="zh-CN" sz="1600" dirty="0"/>
          </a:p>
          <a:p>
            <a:r>
              <a:rPr lang="en-US" altLang="zh-CN" sz="1600" dirty="0"/>
              <a:t>L2:</a:t>
            </a:r>
          </a:p>
          <a:p>
            <a:r>
              <a:rPr lang="en-US" altLang="zh-CN" sz="1600" dirty="0"/>
              <a:t>result = sum</a:t>
            </a:r>
          </a:p>
          <a:p>
            <a:r>
              <a:rPr lang="en-US" altLang="zh-CN" sz="1600" dirty="0"/>
              <a:t>print(result)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just">
              <a:spcAft>
                <a:spcPts val="0"/>
              </a:spcAft>
            </a:pPr>
            <a:endParaRPr lang="en-US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261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1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242</Words>
  <Application>Microsoft Office PowerPoint</Application>
  <PresentationFormat>全屏显示(16:10)</PresentationFormat>
  <Paragraphs>34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Microsoft Yahei</vt:lpstr>
      <vt:lpstr>Arial</vt:lpstr>
      <vt:lpstr>Times New Roman</vt:lpstr>
      <vt:lpstr>Office 主题​​</vt:lpstr>
      <vt:lpstr>第8、9、10章书面作业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刚 王</cp:lastModifiedBy>
  <cp:revision>18</cp:revision>
  <dcterms:created xsi:type="dcterms:W3CDTF">2019-09-29T04:07:54Z</dcterms:created>
  <dcterms:modified xsi:type="dcterms:W3CDTF">2025-12-27T14:20:31Z</dcterms:modified>
</cp:coreProperties>
</file>