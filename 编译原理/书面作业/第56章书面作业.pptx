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9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章书面作业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 algn="just">
              <a:spcAft>
                <a:spcPts val="0"/>
              </a:spcAft>
            </a:pPr>
            <a:endParaRPr lang="en-US" altLang="zh-CN" sz="1400" dirty="0"/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在第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章，我们介绍了类型表达式。基本类型表达式包括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boolean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integer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real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type_error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void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，类型构造符包括数组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array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、笛卡尔积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、记录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record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、指针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pointer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和函数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99516" lvl="1" indent="-342900" algn="just">
              <a:buAutoNum type="alphaL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设计上下文无关文法，描述类型表达式（注意，数组的索引集合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不是一个类型，需专门设计递归产生式描述它）。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99516" lvl="1" indent="-342900" algn="just">
              <a:buAutoNum type="alphaL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为文法设计语法制导定义，实现构造类型表达式对应的二进制编码。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 algn="just">
              <a:spcAft>
                <a:spcPts val="0"/>
              </a:spcAft>
            </a:pPr>
            <a:endParaRPr lang="en-US" altLang="zh-CN" sz="1400" dirty="0"/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 startAt="2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请写出下列类型的类型表达式</a:t>
            </a:r>
            <a:endParaRPr lang="zh-CN" altLang="zh-CN" sz="11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指向实数数组的指针，数组下标从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150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二维整数数组（数组的数组），行下标从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-5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，列下标从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127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函数，其参数类型是一个函数（该函数接受一个字符型指针和一个字符、返回一个整数）、一个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个元素的字符指针数组和一个字符，返回值类型是一个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个元素的整数数组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825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331</Words>
  <Application>Microsoft Office PowerPoint</Application>
  <PresentationFormat>全屏显示(16:10)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Times New Roman</vt:lpstr>
      <vt:lpstr>Office 主题​​</vt:lpstr>
      <vt:lpstr>第5、6章书面作业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王 刚</cp:lastModifiedBy>
  <cp:revision>28</cp:revision>
  <dcterms:created xsi:type="dcterms:W3CDTF">2019-09-29T04:07:54Z</dcterms:created>
  <dcterms:modified xsi:type="dcterms:W3CDTF">2023-12-03T01:34:29Z</dcterms:modified>
</cp:coreProperties>
</file>