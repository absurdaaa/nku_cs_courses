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2.xml" ContentType="application/vnd.openxmlformats-officedocument.presentationml.tags+xml"/>
  <Override PartName="/ppt/notesSlides/notesSlide43.xml" ContentType="application/vnd.openxmlformats-officedocument.presentationml.notesSlide+xml"/>
  <Override PartName="/ppt/tags/tag3.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7.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68.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98"/>
  </p:notesMasterIdLst>
  <p:sldIdLst>
    <p:sldId id="617" r:id="rId2"/>
    <p:sldId id="618" r:id="rId3"/>
    <p:sldId id="619" r:id="rId4"/>
    <p:sldId id="620" r:id="rId5"/>
    <p:sldId id="621" r:id="rId6"/>
    <p:sldId id="622" r:id="rId7"/>
    <p:sldId id="623" r:id="rId8"/>
    <p:sldId id="626" r:id="rId9"/>
    <p:sldId id="627" r:id="rId10"/>
    <p:sldId id="628" r:id="rId11"/>
    <p:sldId id="629" r:id="rId12"/>
    <p:sldId id="631" r:id="rId13"/>
    <p:sldId id="632" r:id="rId14"/>
    <p:sldId id="633" r:id="rId15"/>
    <p:sldId id="634" r:id="rId16"/>
    <p:sldId id="635" r:id="rId17"/>
    <p:sldId id="636" r:id="rId18"/>
    <p:sldId id="256" r:id="rId19"/>
    <p:sldId id="271" r:id="rId20"/>
    <p:sldId id="258" r:id="rId21"/>
    <p:sldId id="259" r:id="rId22"/>
    <p:sldId id="260" r:id="rId23"/>
    <p:sldId id="261" r:id="rId24"/>
    <p:sldId id="336" r:id="rId25"/>
    <p:sldId id="262" r:id="rId26"/>
    <p:sldId id="263" r:id="rId27"/>
    <p:sldId id="264" r:id="rId28"/>
    <p:sldId id="265" r:id="rId29"/>
    <p:sldId id="318" r:id="rId30"/>
    <p:sldId id="267" r:id="rId31"/>
    <p:sldId id="268" r:id="rId32"/>
    <p:sldId id="319" r:id="rId33"/>
    <p:sldId id="272" r:id="rId34"/>
    <p:sldId id="320" r:id="rId35"/>
    <p:sldId id="273" r:id="rId36"/>
    <p:sldId id="321" r:id="rId37"/>
    <p:sldId id="276" r:id="rId38"/>
    <p:sldId id="277" r:id="rId39"/>
    <p:sldId id="322" r:id="rId40"/>
    <p:sldId id="323" r:id="rId41"/>
    <p:sldId id="280" r:id="rId42"/>
    <p:sldId id="324" r:id="rId43"/>
    <p:sldId id="325" r:id="rId44"/>
    <p:sldId id="284" r:id="rId45"/>
    <p:sldId id="285" r:id="rId46"/>
    <p:sldId id="286" r:id="rId47"/>
    <p:sldId id="287" r:id="rId48"/>
    <p:sldId id="288" r:id="rId49"/>
    <p:sldId id="291" r:id="rId50"/>
    <p:sldId id="292" r:id="rId51"/>
    <p:sldId id="293" r:id="rId52"/>
    <p:sldId id="294" r:id="rId53"/>
    <p:sldId id="295" r:id="rId54"/>
    <p:sldId id="296" r:id="rId55"/>
    <p:sldId id="297" r:id="rId56"/>
    <p:sldId id="298" r:id="rId57"/>
    <p:sldId id="326" r:id="rId58"/>
    <p:sldId id="327" r:id="rId59"/>
    <p:sldId id="301" r:id="rId60"/>
    <p:sldId id="289" r:id="rId61"/>
    <p:sldId id="341" r:id="rId62"/>
    <p:sldId id="342" r:id="rId63"/>
    <p:sldId id="345" r:id="rId64"/>
    <p:sldId id="344" r:id="rId65"/>
    <p:sldId id="346" r:id="rId66"/>
    <p:sldId id="347" r:id="rId67"/>
    <p:sldId id="348" r:id="rId68"/>
    <p:sldId id="349" r:id="rId69"/>
    <p:sldId id="350" r:id="rId70"/>
    <p:sldId id="357" r:id="rId71"/>
    <p:sldId id="358" r:id="rId72"/>
    <p:sldId id="360" r:id="rId73"/>
    <p:sldId id="352" r:id="rId74"/>
    <p:sldId id="354" r:id="rId75"/>
    <p:sldId id="356" r:id="rId76"/>
    <p:sldId id="337" r:id="rId77"/>
    <p:sldId id="339" r:id="rId78"/>
    <p:sldId id="340" r:id="rId79"/>
    <p:sldId id="338" r:id="rId80"/>
    <p:sldId id="302" r:id="rId81"/>
    <p:sldId id="304" r:id="rId82"/>
    <p:sldId id="305" r:id="rId83"/>
    <p:sldId id="306" r:id="rId84"/>
    <p:sldId id="643" r:id="rId85"/>
    <p:sldId id="648" r:id="rId86"/>
    <p:sldId id="642" r:id="rId87"/>
    <p:sldId id="645" r:id="rId88"/>
    <p:sldId id="646" r:id="rId89"/>
    <p:sldId id="647" r:id="rId90"/>
    <p:sldId id="641" r:id="rId91"/>
    <p:sldId id="644" r:id="rId92"/>
    <p:sldId id="637" r:id="rId93"/>
    <p:sldId id="674" r:id="rId94"/>
    <p:sldId id="638" r:id="rId95"/>
    <p:sldId id="639" r:id="rId96"/>
    <p:sldId id="640" r:id="rId9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72308" autoAdjust="0"/>
  </p:normalViewPr>
  <p:slideViewPr>
    <p:cSldViewPr snapToGrid="0">
      <p:cViewPr varScale="1">
        <p:scale>
          <a:sx n="51" d="100"/>
          <a:sy n="51" d="100"/>
        </p:scale>
        <p:origin x="1020"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9BE61A-20D5-44F6-BDBB-DE619E4648AD}" type="datetimeFigureOut">
              <a:rPr lang="zh-CN" altLang="en-US" smtClean="0"/>
              <a:t>2026/3/29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0D237-D228-4839-ACE5-3AE42E56DC3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下面我们介绍需求获取的信息来源。</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撰写软件需求。。的目标是为了围绕应用领域和待开发的系统进行沟通，形成一个具有。。。定义供需双方就系统的内容所达成的共识，清楚地。。。通过定义系统的输入输出，以及从输入到。。。，描述。。。及其评估指标，我们一般可以参考。。。定义的模板，覆盖。。并将需求作为后续。。。</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需求文档需要有一定的逻辑组织结构，目前</a:t>
            </a:r>
            <a:r>
              <a:rPr lang="en-US" altLang="zh-CN" dirty="0"/>
              <a:t>IEEE</a:t>
            </a:r>
            <a:r>
              <a:rPr lang="zh-CN" altLang="en-US" dirty="0"/>
              <a:t>提供的模板是被最广泛应用的文档组织形式之一。除此以外，典型的需求文档组织形式还包括：可以按照。。比如对于一个飞机着陆管理系统来说，按照飞机着陆时的环境条件，如风速、燃料余量、跑道长度等来组织需求的撰写。也可以按照系统的功能特征来组织，比如对一个电话系统来说，可以根据它的呼叫转移、来点屏蔽、电话会议等提供给客户的功能特征来组织文档需求的撰写。也可以按照系统对外部请求的响应方式来组织，比如一个公司管理系统，其请求有工资条生成请求、成本计算、打印税单等。也可以按照所管理的。。。的类型来组织。比如对图书管理系统，按照所管理的书籍类型来组织需求的撰写。也可以按照用户的类型来组织，比如一个项目管理系统，可以按照经理人、技术人员、管理人员，来组织撰写需求文档。按可以按照软件的。。。，比如对于一个文档编辑器，可以按照文档编辑时的页面布局，包括大纲模式、分页模式、普通文档编辑模式等，按照不同模式来组织需求文档。最后，还可以按照子系统。。对于一个飞行器管理系统，我们可以分为命令控制子系统、数据处理子系统、通信子系统、设备管理子系统等，通过划分不同子系统来组织需求文档。总结来说，需求文档的组织形式，应该是根据待设计的软件系统其本身的需要，用一种合理的、有逻辑地方式来组织。</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需求规格说明的风格，主要包括描述性的自然语言文本、用例模型，以及从需求数据库种生成的方式。其中，描述性的自然语言文本，最常见的就是之前我们介绍过的敏捷方法中的用户故事，它目前是最流行的描述性的手段之一。需求规格说明也可以从用例模型产生，从用例到需求规格说明之间的关系，可以看成一个双向的可逆的过程。也就是说，我们既可以用用例来表示需求模型，也可以使用工具从用例模型中得到完整的需求集合。在商业的数据库中，也有部分内置的功能，通过对需求的列表进行筛选，生成我们想要的需求规格说明文档，尤其是我们可以通过数据库对一个产品线或者产品线家族进行需求管理，根据其需求规格说明数据库中的选项，我们可以生成特定产品的需求规格说明。此外我们还可以混合多种模型，比如将特征模型和用例模型相结合，生成需求规格说明。后面我们说到的两种，往往都要通过内嵌模板和特定工具来完成。</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对不同规格的软件开发项目，</a:t>
            </a:r>
            <a:r>
              <a:rPr lang="en-US" altLang="zh-CN" dirty="0"/>
              <a:t>	</a:t>
            </a:r>
            <a:r>
              <a:rPr lang="zh-CN" altLang="en-US" dirty="0"/>
              <a:t>需求规格说明的方式可以是不同的。考虑。。对以一个小型项目，即只有</a:t>
            </a:r>
            <a:r>
              <a:rPr lang="en-US" altLang="zh-CN" dirty="0"/>
              <a:t>1</a:t>
            </a:r>
            <a:r>
              <a:rPr lang="zh-CN" altLang="en-US" dirty="0"/>
              <a:t>名。。经过</a:t>
            </a:r>
            <a:r>
              <a:rPr lang="en-US" altLang="zh-CN" dirty="0"/>
              <a:t>2</a:t>
            </a:r>
            <a:r>
              <a:rPr lang="zh-CN" altLang="en-US" dirty="0"/>
              <a:t>个月的开发完成的项目，往往程序员可以直接跟用户对话，写两页纸的备忘录供查，就已经足以支持项目的开发任务了。而对一个大型项目，由。。。就需要专门的团队。。撰写详尽的需求规格说明。仔细分析两个项目的差别，我们就会发现，撰写需求的目的、管理的视角和读者都是不同的。对于小型项目来说，撰写需求规格说明的目的，是为了提升程序员对问题领域的了解，并反馈给用户、而对大型项目来说，撰写。。的目的，是为了把所有相关细节沟通给参与项目的所有研发人员，因此项目的规模决定了人们对问题理解的精确性和详细程度。从管理的角度来看，项目</a:t>
            </a:r>
            <a:r>
              <a:rPr lang="en-US" altLang="zh-CN" dirty="0"/>
              <a:t>A</a:t>
            </a:r>
            <a:r>
              <a:rPr lang="zh-CN" altLang="en-US" dirty="0"/>
              <a:t>的资源是固定的，无论如何撰写需求规格说明，资源都不会改变；但对项目</a:t>
            </a:r>
            <a:r>
              <a:rPr lang="en-US" altLang="zh-CN" dirty="0"/>
              <a:t>B</a:t>
            </a:r>
            <a:r>
              <a:rPr lang="zh-CN" altLang="en-US" dirty="0"/>
              <a:t>来说，需要根据项目需求的工作点、工作量来分配人员和时间，对项目进行规划，因此文档变得非常重要，是很多后续工作的参照一句。从读者来看，项目</a:t>
            </a:r>
            <a:r>
              <a:rPr lang="en-US" altLang="zh-CN" dirty="0"/>
              <a:t>A</a:t>
            </a:r>
            <a:r>
              <a:rPr lang="zh-CN" altLang="en-US" dirty="0"/>
              <a:t>的参与人较少，因此第一个项目的需求文档的读者仅仅是撰写备忘录的作者自身，以及需要和他确认的客户，而客户通常只需要了解工作的要点就可以了，两者遇到任何问题可以随时沟通。而对项目</a:t>
            </a:r>
            <a:r>
              <a:rPr lang="en-US" altLang="zh-CN" dirty="0"/>
              <a:t>B</a:t>
            </a:r>
            <a:r>
              <a:rPr lang="zh-CN" altLang="en-US" dirty="0"/>
              <a:t>来说则大不相同，因为团队人数较多，后续的测试人员，相关的管理人员，都需要随时参考需求规格说明，对项目的进度进行控制，对项目的质量进行把控，因此需求规格说明可能是整个团队唯一的共同沟通媒介和共识，它的地位不同，因此我们需要更谨慎地撰写和管理需求规格说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需求规格说明的撰写者，可以是项目的招标方，也可以是项目的投标方，或者部分系统研发人员，当然也可以由多方共同商讨完成。不同类型的需求规格说明适合不同类型的项目。小型的项目采用描述性的文本描述就已经足够，它适合微型、小型产品的非正规的描述性说明，它所需要的是由良好。。。需求分析师；对大中型项目来说，我们既可以采用用例建模的方法，也可以通过需求数据库生成，它适合具有产品线的软件系统的正式的需求规格说明。对用例模型的使用者，分析师需要有建模能力，有支持的建模工具，也要有一定的过程规约；对于需求数据库的使用者，需要有具备数据库管理能力的需求分析师；对中小型项目，可以采用混合模型，它适合对单个产品进行定义，采用混合模型，需要分析师有良好的协作能力，具备数据库管理和一定的需求工程基础知识和建模能力，也就是需求分析师需要具备该混合模型中所涉及的各个模型相应的能力。</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Fred Brooks</a:t>
            </a:r>
            <a:r>
              <a:rPr lang="zh-CN" altLang="en-US" dirty="0"/>
              <a:t>在著名的“人月神话”中描述了。。的做法，在苹果的第一台。。。据说用户手册就已经写好了。这些早期的成功故事，说明用户手册作为需求规格说明，是一种性价比较高的，一箭双雕的做法。通过撰写用户手册，我们同时获得了需求规格说明书和用户手册两种制品。而且用户手册作为需求规格说明，对于和用户交互较强的软件类型是非常有效的。这样的系统往往是由人机交互来驱动的。好的用户手册也描述了所有相关用例的场景，但是用户手册作为需求规格说明，也存在一定的局限性。首先，用户手册中往往不会提到非功能性的需求，那些不和。。的功能也很难被体现，比如背后的函数计算、过滤器、翻译工具等等，虽然是功能需求，但无法被用户体验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要覆盖软件产品的功能、外部接口、性能、质量属性、设计约束，一个高质量的需求。。是所有需求的集合，它描述。。，是软件。。是测试计划的参考依据，他需要定义。。。是后续产品需求。。它会影响。。计划，但是在需求规格说明中不可以包括项目的开发计划、产品的质量保证计划和具体的设计方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的质量，应该从以下几个方面进行评价，正确性、无。。完整性。。。以及有序性等。需求规格的正确性是指它真正表达了干系人的需求，也没有引入不必要的噪声需求。无歧义性是指对每一个需求项都只有一种合理的解释，不会导致误解，需求的完整性是指它涵盖了所有必要的功能，也给出了系统不应该具有的行为，在概念上具有完整性，覆盖了所有可能的输入情况，在结构上也具有完整性，没有尚未添加的部分。需求的可测试性是指每条需求都是可证明的，有一个测试其满足程度的依据。需求的可跟踪性是指需求的来源清楚，每条需求都有唯一的索引号，以便未来引用。需求的可修改性，是指其结构和相互的引用逻辑上有清晰的条理，确保需求项的修改不会面临太大的困难，引入新的问题。需求的易理解性，是指它可以被非专业人士阅读理解，需求的一致性是指需求不会存在自相矛盾的情况，术语的使用和引用也是一致的、连贯的。需求的有序性，是指需求之间，在重要程度或者稳定性上有优先级的次序。建立高质量的需求规格说明，是未来项目成功的必要保证之一，但是，建立完美的需求规格说明也是不必要、不现实的，从右边的途中我们可以看到，这些评价指标之间其实存在一定的相互制约和平衡关系，比如如果我们追求极致的无歧义性，就很有可能引入重复的冗余的术语。</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前面提到的几个规约的评价指标之外，我们还应该注意保持需求规约的简洁性。那么，什么样的需求描述是简洁的呢，首先，每一条需求只描述系统的一个独立特征，除了必要的信息。。不包含其他的信息，要用清晰。。，避免使用。。之类的不确定的模糊词汇。例如，再急救电话的需求描述中，有以下两种说法，第一个是急救电话的。。。还有一个说法是，急救电话应该。。。。这二者，前者相对简洁，容易理解，建议使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还有一个需要注意的是，使用需求数据库时，创建任何。。。都应该优先通过。。。来生成，所有的修改都不要直接在规格说明上进行，而是首先修改。。。需求相关数据，然后重新。。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可以按照预先定义好的模板来组织章节的内容，模板的存在使得撰写统一标准的需求规格说明变得很简单，也有利于质量保证人员定义需求。。的评估指标。模板既可以用于撰写业务需求，也可以撰写系统需求，当我们把模板嵌入到需求工程的工具中时，就可以自动或者半自动地从需求。。生成。。</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最后给大家介绍一下</a:t>
            </a:r>
            <a:r>
              <a:rPr lang="en-US" altLang="zh-CN" dirty="0"/>
              <a:t>IEEE</a:t>
            </a:r>
            <a:r>
              <a:rPr lang="zh-CN" altLang="en-US" dirty="0"/>
              <a:t>的需求规格说明模板。从右边的文档结构中可以看出，在</a:t>
            </a:r>
            <a:r>
              <a:rPr lang="en-US" altLang="zh-CN" dirty="0"/>
              <a:t>IEEE</a:t>
            </a:r>
            <a:r>
              <a:rPr lang="zh-CN" altLang="en-US" dirty="0"/>
              <a:t>建议的需求规格说明模板中，我们首先第一章要介绍项目的基本范围和目标，给出术语的定义，然后第二章从总体上描述一下系统的外部接口、相关的用户、软硬件平台，以及操作和节点的要求。在</a:t>
            </a:r>
            <a:r>
              <a:rPr lang="en-US" altLang="zh-CN" dirty="0"/>
              <a:t>IEEE</a:t>
            </a:r>
            <a:r>
              <a:rPr lang="zh-CN" altLang="en-US" dirty="0"/>
              <a:t>模板中，最关键的内容是第三章，对系统的功能性和非功能性需求给出具体详细的描述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部分又需分为，为外部接口需求、功能性需求、性能需求、设计约束以及软件系统的属性等等。其中外部接口需求包括用户接口、硬件接口、软件接口和通信接口，而功能性的需求可以根据系统的操作模式，比如这个例子中，按照模式</a:t>
            </a:r>
            <a:r>
              <a:rPr lang="en-US" altLang="zh-CN" dirty="0"/>
              <a:t>1</a:t>
            </a:r>
            <a:r>
              <a:rPr lang="zh-CN" altLang="en-US" dirty="0"/>
              <a:t>，模式</a:t>
            </a:r>
            <a:r>
              <a:rPr lang="en-US" altLang="zh-CN" dirty="0"/>
              <a:t>2</a:t>
            </a:r>
            <a:r>
              <a:rPr lang="zh-CN" altLang="en-US" dirty="0"/>
              <a:t>来组织功能需求，也可以按照用户分类、特征分类来组织，我们应该根据待开发软件的特性，决定如何组织撰写系统的功能需求。而性能需求主要是定义那些可以度量的性能指标，如响应时间、并发数等。除了外部接口、功能需求和非功能性需求之外，我们还应该在第三部分写出系统的设计约束，设计约束主要是从系统的标准依从性（如法律法规和当地政策等），以及硬件的客观限制等等出发，给出在系统设计过程中需要注意的，来自外部环境的约束条件。软件系统的属性，则是给出了质量相关的属性，比如可靠性。。。等方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需求规格说明模板的运用，能够提高需求撰写的效率，在有。。。我们相当于有了一个完整的检查大纲，不容易。。 但模板的直接运用也有一定的缺点，比如它并非对所有的系统都适用，而如果我们仅仅为了满足标准的要求，而填写。。，在一些不相关的章节，我们就会加入。。而读者在阅读时，很难。。</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一下，需求撰写主要是出于以下的目标，首先是在干系人之间沟通需求，其次是建立合同约定，为后续的验证提供基准，为后面提出的需求变更提供参考，需求的规约可一个技术和非技术用户使用，因此我们应该尽快。。产生一个初始版本来获取用户反馈，确定哪些属性可以用于进一步分类和细化需求，将其定义到需求的列表之中，在遇到问题时，直接询问用户网袜关闭咨询场外的专家更加有用。在撰写需求时要遵循以下法则，首先，使用。。。让非技术人员能够读懂；其次，撰写可。。为需求的验证提供帮助；使用定义好。。，一次。。，保持需求项之间的独立性。由于不同项目的需求有很大的不同，因此投放在需求撰写中的代价和时间应该是和需求可能造成的影响成正比。</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获取到原始需求之后，我们应该随时准备迎接需求的变化，由于越多的。。，我们就获取越多的。。但是我们不能。。。因为干系人代表着一个独特的视角，而且干系人有。。我们不要总是追问。。我们应该把变化看作是改进系统的机会，而不是一个项目的威胁，做好随时迎接需求变化的准备。</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各位同学大家好，上次课我们讲到了如何获取需求，那么，在我们获取到需求之后，如何根据需求进行系统建模和设计呢？</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首先，这节课，我们从一种情景驱动的需求建模方法开始，讲如何根据需求建模。我们今天要介绍的需求建模方法是用例建模</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产品开发过程中，需求的管理尤为重要。高效管理需求的工具多种多样，用例建模便是其中之一。随着项目的开展，我们可以通过一系列的需求活动去管理和挖掘系统的相关信息，通过分析问题，理解干系人的需求，在定义系统的过程中，我们可以利用简约的用例规约对系统的功能和业务过程进行表示，融入领域相关信息后，对系统进行细化完善，形成更加详细的用例规约描述，在这个过程中我们逐步构建了完整的用例模型，从而可以管理变化的需求，那么，什么是用例模型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模型可以很好地描述系统。。我们通过用例模型，来理解和表示系统为我们提供的服务。这就如同我们去餐馆吃饭前看到的菜单，通过这个菜单，我们知道这个餐厅能够提供哪些菜品，所属菜系，相应价格，等相关信息。在</a:t>
            </a:r>
            <a:r>
              <a:rPr lang="en-US" altLang="zh-CN" dirty="0"/>
              <a:t>UML</a:t>
            </a:r>
            <a:r>
              <a:rPr lang="zh-CN" altLang="en-US" dirty="0"/>
              <a:t>中，一个用例模型通常由若干个用例图组成，用来表示系统要实现的业务过程，描述系统的工作方式，首先，我们可以利用用例模型，将干系人的需求和软件的需求建立关联，确认与。。。或者对象，也就是我们常说的参与者，定义。。捕捉。。。，也就是用例。通过用例模型，有利于对需求进行验证和确认，并辅助规划整个开发的过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模型可以包含文本描述和用例图描述两种。用例图有利于宏观地了解系统，文本描述则给出了参与者，和用例的具体信息。所以，用例建模的过程最重要的是对用例进行描述，而画图只是其中的一小部分工作。文本模型中包含了用例模型概要，以及用例规约描述，其中模型概要简要介绍了系统的功能与意义，列出了相关的参与者和用例。在每个具体的用例规约中将详细描述用例中会发生什么操作和事件，涉及的非功能性需求和规则约束等。也就是要对每个用例的事件流进行表述。用例模型的另一种表示是用例图模型，下面我们通过一个</a:t>
            </a:r>
            <a:r>
              <a:rPr lang="en-US" altLang="zh-CN" dirty="0"/>
              <a:t>ATM</a:t>
            </a:r>
            <a:r>
              <a:rPr lang="zh-CN" altLang="en-US" dirty="0"/>
              <a:t>机器的例子，让大家对用例图建立一个直观的认识。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用例图用来表示一组用例、参与者以及它们相互之间的关系。在给大家看一个具体的用例图之前，先请大家思考几个问题，</a:t>
            </a:r>
            <a:r>
              <a:rPr lang="en-US" altLang="zh-CN" dirty="0"/>
              <a:t>ATM</a:t>
            </a:r>
            <a:r>
              <a:rPr lang="zh-CN" altLang="en-US" dirty="0"/>
              <a:t>会涉及哪些业务？会和什么对象进行交互？这些不同的对象又是如何与</a:t>
            </a:r>
            <a:r>
              <a:rPr lang="en-US" altLang="zh-CN" dirty="0"/>
              <a:t>ATM</a:t>
            </a:r>
            <a:r>
              <a:rPr lang="zh-CN" altLang="en-US" dirty="0"/>
              <a:t>系统交互的？这里给大家十秒钟的时间简单思考一下。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其中一种设计模式，供大家参考。图中包含了四种不同身份的用户，五个用例，以及他们之间的关联关系。不知道跟大家所想的是否一致。除了刚刚的三个问题之外，我们还可以从中发现更丰富的信息，比如我们可以发现用例的优先级，这个发现有利于在开发过程中进行进度规划。比如说在这个例子中，最重要的莫过于取款功能，如果没有这个功能，那么整个</a:t>
            </a:r>
            <a:r>
              <a:rPr lang="en-US" altLang="zh-CN" dirty="0"/>
              <a:t>ATM</a:t>
            </a:r>
            <a:r>
              <a:rPr lang="zh-CN" altLang="en-US" dirty="0"/>
              <a:t>系统就没有存在的价值了。其它的类似存款、转账则更多是一种锦上添花，这是一种划分用例优先级的划分规则，同时我们也可以根据用例服务的对象来判断，对主要客户和参与者提供的业务服务一定是优先级很高的用例，其它的功能，类似提供额外的管理或者操作的用例，并非系统的主要业务，也不是服务于系统的主要参与者，所以相对优先级较低，例如这幅图中的收取存款和日常维护等用例，例如打印日志、备份系统等这类管理性的用例是系统所必需的，但并非首要的用例，可以在其他的用例图中进行组织。</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具体学习用例的主要元素和表示方法。首先，与。。我们称之为参与者。用来为参与者。。的是用例，我们用一个椭圆形来表示。而关联是用例图中。。。，图中通常用直线或者是带箭头的直线来表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详细介绍一下这三个建模元素。首先是用例，用例定义了。。通过。。。这里有几个地方需要大家额外注意。首先是用例的命名，表示系统的功能服务。因此，用例的命名应该是一个动宾结构，例如，我们应该命名为“注册课程”而不是“课程注册”。再看定义中，用例是用来表示系统的行为的，代表的是系统功能性的需求，因此我们要牢记，系统是这个服务的提供商。除此以外，这个功能通常涵盖了一系列的原子操作，代表着参与者和系统之间的交互过程，这些操作是原子性的，每一个都应该要么完全执行，要么完全不执行的。最后，这些用例一定要有可观测的结果，这样我们可以通过用例来验证系统是否达到了预期目标。如何定义一个有价值的用例是比较有挑战的。我们要注意用例定义的粒度要适中。粒度过细，则用例无法为参与者提供实际的价值，这个时候需要和其他的用例合并，达到一个相对完整的业务流程，才能为参与者服务。同样，用例的定义粒度也不宜过粗。比如说，在选课系统中，如果我们定义一个用例叫做“操作选课系统”，那么这个用例就太宽泛。 我们可以根据不同角色的使用目的或者使用方式，将这个用例拆分，细化。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的来说，用例描述了系统的功能性需求。每个用例给出的是一个细化的系统行为需求。用例表示系统为用户提供的系统行为和价值，用户与系统的每种交互方式都是一个用例，穷举所有的用例，可以得到完整的需求描述，用例的特点在于通过自然语言描述用户与系统的交互活动，描述系统的职责，描述系统必须做什么，而非如何做。比如，像“系统将操作数据写进数据库”这样的用例是不合时宜的，因为它面向的是系统世界，是开发人员，而不是用户。用例只面向用户。因此，用例模型的一个重要作用就是作为黑盒测试设计的参考。（解释什么是黑盒测试</a:t>
            </a:r>
            <a:r>
              <a:rPr lang="en-US" altLang="zh-CN" dirty="0" err="1"/>
              <a:t>i</a:t>
            </a:r>
            <a:r>
              <a:rPr lang="zh-CN" altLang="en-US" dirty="0"/>
              <a:t>），同时用例提供需求的上下文情景，将系统的需求用逻辑序列进行表述，解释说明为什么需要这个系统。除此以外，我们用规范化的表达形式来描述用例，能够为用例复用提供可能，便于文档撰写和系统设计、测试等各个环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定义用例的时候，我们往往需要依赖参与者的信息。那么，涉及到参与者，我们需要注意哪些问题呢。首先来看，参与者通常表示什么，这里我们需要将实际使用系统的用户，与参与者做一个区分，不同的使用者，可以用同样的模式与系统交互，同时，同一个使用者也可以用不同的身份使用系统，例如，学生可能是选课的同学，也可能是助教。银行的柜台人员同时也可以是银行的客户等等。所以，我们这里说的参与者，注重的是用户所承担的角色，在给他们命名的时候，要体现出角色的特性。 </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如在选课系统中，有这样两个使用者，是两个用户实例，他们分别是李雷和韩梅梅，他们俩都有学生的角色，因此他们都具有注册课程的权力。同时，李磊还是另一个学院的老师，因此具有提交成绩的权利。我们可以看出，参与者的定义是根据角色划分的。我们需要将用户角色和用户实例进行区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需要建模的元素，是关联。表示参与者与用例之间的交互通道。我们通常用一个直线来表示这种关联关系。系统中往往有多个参与者与同一个用例相关联的情况，我们通常将获取用例并提供价值的参与者定义为主参与者，主参与者是获取服务的主要收益方，但不一定是发起交互的一方。在用例模型中，我们通常使用箭头，来表示用户的发起方和接收方。箭头代表的信息约束性较强，因此建议仅当有明确的需求说明规约时，按照箭头的使用规范进行表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通过火警警报器的例子，说明一下箭头的使用规范和习惯。在这上下两个图中，我们可以看到都有系统监控人员主动发起交互，从而监控火警警报器，这两个图的区别在于，上图中，明确表明了被动传感器和主动传感器与警报器的交互模式，其中被动。。需要接受系统的消息，等待系统主动询问当前的状态，进而与监控系统进行交互。而主动。。正好相反，需要主动传递信息给系统进行交互，例如定时给系统上传自己当前的状态。混合传感器并没有指明交互箭头，表示可以作为交互的发起方或者接收方。例如主动每分钟上传一次当前的状态信息，而当系统一分半内都没有收到来自混合传感器的信息时，将会向其发起询问消息。而下面这幅图，都没有箭头，则表示对这三个传感器都没有明确的约束。根据箭头的意义，我们可以明确箭头的使用约束。第一，如果图中标明了箭头，则相应的信息也应该在文本描述中进行体现，说明这个用例适用于何种情况和约束；第二，箭头表示并不是必须的，仅当需求说明中有明确的约束时才使用。第三，在大部分情况下，应该最多只有一个箭头指向用例，其它与该用例关联的直线应该是由用例指出或者无方向的。第四，箭头的方向，只表示消息的传递方向，而不表示该参与者创建用例或者是用例服务的受益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发现，上述的过程仅仅是我们平时与选课系统交互的情景之一，很多时候，系统会根据我们不同的操作进入不同的场景，因此，我们可以将场景理解为用例的一个实例。一个用例可能会有不同的场景，比如取钱和取钱取不出来；也就意味着会有不同的事件流。我们在文本描述时，需要将这些不同的场景分别进行描述，例如图中这两个场景。场景既可以表达正面的需求，也可以表达反面的，不需要发生的交互，还可以包括并行机制，在每个选择点，进行一种情况的具体描述。而例外，是场景的重要变体，表示会对业务产生重要影响的事件流。后面我们在具体讲用例的文本描述时会介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接下来我们来看一下用例建模的完成过程。用例建模包括两个过程，第一步找到。。利用客户的需求，和系统潜在用户来寻找用例的参与者，补充用例的事件流。接下来，我们首先看第一步。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要寻找参与者，也就是系统的潜在用户。我们可以通过以下问题来辅助寻找：例如，是谁或者什么。。，理解系统的设计目的是为了服务于哪些人或物，根据不同的用户类型，表示不同的参与者。系统外部的与系统交换信息的人或物也应该被设计为参与者（例如刚刚警报器的例子中的传感器，也是与系统交互信息的参与者），他们用来传输消息或者接收消息。除此以外，我们还需要思考公司的。。谁。。还有哪些。。这些问题可以帮助我们抽取使用者的角色。</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找到潜在的参与者后，我们需要进一步识别参与者，我们通过一个非常见的问题来识别，那就是，是谁真正与。。我们来看一个例子，在最开始的时候，学生是不能直接操作选课系统的，我们是通过教务人员，根据学生的需要，操作选课系统，进行相应课程的录入。后来，产生了在线选课系统，在这个系统中，学生是可以直接与在线选课系统进行交互的，因此，在前面的中心选课系统中，学生并不是直接与选课系统交互的，因此不是参与者，而在在线选课系统中，学生是参与者之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确认参与者之后，我们需要在用例文档描述中，对参与者进行细化。参与者定义时，考虑的时用户的身份，因此参与者的名称应该要明确指明参与者与系统交互时的身份，同时，我们要注意，参与者的命名应该有独特性，也就是要是唯一的，这样才能与其他参与者区分开来。一个命名为用户的参与者是非常不恰当的，因为这个名字很难让人理解这个参与者背后的身份。随后要对参与者进行简要的描述，具体的内容包括，这个参与者代表了哪些具体的用户，为什么会需要这个参与者，参与者对应的系统需求具体是什么。这里，就体现了参与者与用例之间的关系。除此以外，我们这里还要向大家介绍一种特殊的参与者，在一些系统中，用例通常是在特定时间被触发，例如每个月底，每天零时等，因此我们可以抽象出一类特殊的参与者，将其命名为“调度器”或者“时钟”。相比较而言，使用“调度器”作为这类参与者的名称更好，因为这个可以是人或者是某种控制器，而时钟则更像是设计模型中的一个具体对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寻找参与者的同时，要描述系统为参与者提供的服务，以及参与者如何与系统交互，这个就是寻找用例的过程，最好的方式就是把自己也当成参与者，与计划开发的系统进行交互。在寻找用例的过程中需要注意的问题是，不要一开始就尝试去捕捉所有的细节，我们要全面的认识和定义每一个用例，第二点，是以穷举的方式去考虑每个参与者与系统的交互情况，我们要注意寻找用例和寻找参与者的过程是不能完全分开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以通过这些问题来辅助寻找和识别用例。每个参与者的。。我们为什么。。参与者是否。。参与者是否。。。参与者是否。。。同时我们不要忘记系统的启动、终止和维护这些用例，调度器根据时间出发的用例等。在设计过程中，也要避免用例的粒度过细或者过粗。另外，一些简单的命名规则，前面我们已经介绍过了。大家可以参考这些规则来检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确定了用例之后，我们需要对齐进行文本描述，用例的名称应该是唯一的、清楚地表达了参与者与系统交互的目标，所以我们要注意使用动宾结构作为名称，用例的简要描述中，介绍了参与者与系统如何进行交互，系统需要进行哪些原子操作等。在敏捷开发过程中，每一次迭代可以选择部分用例进行细化描述，通过这样的方式，设置用例的优先级，可以保证重要的功能尽快交付。最后，需要建立参与者与用例之间的关联关系。</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对于用例的命名，我们需要再次强调。用例的命名应该表达了参与者的目标，或者作用，应该使用主动的语态，而且是一个动宾结构。这个用例的设计应该包含设计一系列的动作流程。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成了用例的定义之后，我们可以通过下述规则，来判断用例模型是否完善，首先用例建模是为了表示。。所以我们可以看通过用例。。是否能够很容易地理解。。用例模型应该标识所有的用例，从而表达所有的用户需求。系统的任何一个特性都应该。。用例模型。。在设计用例时，很多人会加上创建、查找、更新、删除等用例，我们简称为</a:t>
            </a:r>
            <a:r>
              <a:rPr lang="en-US" altLang="zh-CN" dirty="0"/>
              <a:t>CRUD</a:t>
            </a:r>
            <a:r>
              <a:rPr lang="zh-CN" altLang="en-US" dirty="0"/>
              <a:t>类的用例。对于这类用例，我们可以用一个更通用的用例来统一概括。比如我们可以将添加顾客、删除顾客、更新顾客信息和查看顾客信息，这几个用例合并为一个用例，叫做维护顾客信息。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构建模型的第二步，就是要为每一个用例进行具体的文档描述，具体包括给用例。。划分。。按照重要。。。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第一步，寻找用例和参与者的过程中，我们已经对用例进行简单描述，那么在第二步编写用例的过程，其实就是将上一步简单描述进行扩展，形成用例提纲，用例提纲涵盖了大致的事件流程，随后，我们将其细化，增加条件说明等，形成更加详细的规约。后面我们将使用“结束注册”这个用例来向大家展示用例描述是如何细化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建模的过程，是逐步扩充的、迭代细化的。首先，我们通过分析需求，识别到用例，例如我们识别到“结束课程注册”这个用例，然后，我们需要简要描述这个用例的意义。这里我们对结束课程注册进行简单描述，大概用两三句话来描述清楚即可。例如。。。通过这个简述的内容，我们把基础事件流抽取出来，形成用例提纲。通过提纲，我们可以大致了解用例的规模和复杂程度。最后，我们通过将事件流中的选择条件、约束等进一步细化，增加前置条件、后置条件等，完成用例的详细规约描述。实际上，这个细化过程，往往是在开发过程中迭代进行的。所以需要考虑需求的优先程度。</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对于用例简述，我们只需要用简练的语言，表达清楚用例的意图即可。这里需要涵盖事件流的主要部分。我们来看一下处理购物交易这个用例的简述表述形式，简单描述用例的事件流即可。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用例概述中，我们将主体事件流抽出。这个时候，我们需要兼顾不同的场景。例如在退货处理这个用例中，主要的成功场景有着几个环节，但是也有一些特殊场景，需要在设计系统时考虑，例如，候选场景之一，描述的，信用验证可能会失败，那么就需要通知。。又比如第二个候选场景，系统检测到。。。那么就需要通知客户系统故障，不能进行进一步的操作。这里我们只是给出了两种候选场景，在实际的应用中，远不止这两种场景，所以我们在设计系统时，不能像以前一样，只考虑成功的场景，而是要对每一个场景进行完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用下订单这个例子，来介绍一下详细的用例规约。首先，详细用例规约应该包含用例的名称，叫做下订单，它的前置条件是有一个用户通过。。登录了系统。随后我们要给出事件流的描述。在最开始的时候，我们需要表明，在何种条件下，会进入到这个用例，如果出现了异常或者其它的分支条件，我们需要在后面的步骤中进行说明。在规约的过程中，我们应该按照事件发生的顺序，一条一条地描述这个用例的原子操作，形成一个基本事件流。在规约的最后，我们应该记录用例结束后，系统的状态。在这个例子中，最后的后置条件是，系统保存订单信息，并且将其标注为已确认或者已完成。</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这是一个用例文档模板，包含了用例规约的全部内容。大家可以根据用例的具体需要，参照这个模板，撰写相应的用例文档描述。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接下来，我们讲授用例建模的规范和一些需要注意的细节。我们前面提到过几次，用例建模的一个重要环节就是设定系统边界。系统边界是指一个。。。，系统边界的而选择会影响用例和参与者的定义。 接下来我们以一个零售店。。系统为例，讲述如何定义系统边界。这个系统需要记录销售以及付款情况，包括硬件设备以及运行的软件，系统的主要功能包括自动收款、快速。。，还有自动化的。。 </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第一种定义系统边界的方式，是将收银员和顾客同时设置为系统外部的参与者，在这种方式中，他们共同拥有的用例是购买物品、登录以及退货这三个用例。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在第二种设计方案中，我们将整个零售店作为系统的内部结构，在这种情况下，只有客户作为外部的参与者，与这个系统进行交互，它可以购物或者退货两种操作。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在第三种设计方案中，我们还包含了系统后台管理部分的描述，因此添加了管理员和经理的角色。通过这三个例子，可以看到，不同系统边界定义，决定了与系统交互的对象，参与者与系统交互的方式，因此系统边界的定义自然就会影响用例模型的设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确定了系统边界之后，我们需要寻找参与者和用例。在定义用例时，大家往往会犯这样的错误，就是将用例定义与功能分解相混淆，人们在解决复杂问题时，往往会习惯将问题分解为。。。，也就是前面我们讲过的分而治之。不同部分组合之后，形成原始问题的一个解决方案。我们称之为功能分解。这样的方式使得需求的每个分解部分，丧失了其上下文语境，这样的划分越详细，每个部分就越细小，那么就需要更多的接口来连接这些被分解的部分。这样的用例定义方式时存在很大的隐患的。在需求的定义中，我们其实非常需要上下文语境信息，因此，用例绝对不是功能分解的过程。我们通过用例来描述需求，进行需求建模，虽然其在详细程度上与功能分解的效果是差不多的，但是干系人的需求是基于一定语境下才有意义，因此用例是综合了所有功能，一起来描述系统是如何使用的，包含了丰富的语境信息。接下来我们通过一个例子来区分这两者之间的区别。</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这张图给出的是</a:t>
            </a:r>
            <a:r>
              <a:rPr lang="en-US" altLang="zh-CN" dirty="0"/>
              <a:t>ATM</a:t>
            </a:r>
            <a:r>
              <a:rPr lang="zh-CN" altLang="en-US" dirty="0"/>
              <a:t>机器的一个功能分解，它将每个步骤都详细地划分出来。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然而，在正确的。。中，我们应该将这些概念抽象为取款、转账和存钱，这三个用例进行描述。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让我们来看一下这两者之间到底有什么区别。通过功能分解的方式，我们也会得到一些细小的用例，比如插入卡、输入密码等，但是这些用例往往没有实际的价值，而且在命名时往往是通过操作加对象，功能加数据的方式进行定义。通过这样的用例，我们很难了解整体的模型，那么我们该如何避免呢？首先，我们要寻找更大的应用场景，就是我们要思考，我们为什么要。。同时，我们还应该从用户的角度出发，用户希望。。（比如用户希望能够取款），满足哪个目标，这个用户的。。可以为参与者提供哪些价值，以及这个用例。。通过不断询问这几个问题，能够帮助我们进行正确的用例定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定义复杂的系统时，我们往往还需要考虑用例与用例之间的关系。这些关系中有包含关系，以及扩展关系。那么我们在什么情况下会使用包含用例呢？当多个用例有共享行为时，我们可以为共享行为。。，然后让它被相关用例包含，形成复用。例如权限检查是一个非常普遍的操作。例如我们在</a:t>
            </a:r>
            <a:r>
              <a:rPr lang="en-US" altLang="zh-CN" dirty="0"/>
              <a:t>ATM</a:t>
            </a:r>
            <a:r>
              <a:rPr lang="zh-CN" altLang="en-US" dirty="0"/>
              <a:t>机器中，为了确保安全，我们无论进行什么操作之前，都要对用户的身份进行验证，这就是一个包含关系的样例。除此以外，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扩展关系。我们什么时候应该使用扩展关系呢。如果我们发现两个用例非常相似，只有少许额外的部分不同时，我们可以考虑使用扩展关系。我们将代表普遍。。。，将特殊的。。，定义为扩展用例。如图中所示，在</a:t>
            </a:r>
            <a:r>
              <a:rPr lang="en-US" altLang="zh-CN" dirty="0"/>
              <a:t>ATM</a:t>
            </a:r>
            <a:r>
              <a:rPr lang="zh-CN" altLang="en-US" dirty="0"/>
              <a:t>机器中，当用户选择了帮助时，我们可以在当前的帮助菜单基础上，设置一个联机帮助，提供线上帮助功能。只要我们设置好扩展条件以及扩展点。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上就是用例建模过程中需要注意的几个方面，这张图给出了用例建模过程中可能需要使用到的图标。比如一个人性图标表示参与者，椭圆形表示一个用例，直线表示关联等等。我们需要注意的是，对于用例建模而言，没有绝对正确的答案，我们要做的只是满足用例建模的相关约束，符合用例建模的风格，将用户的需求表达清楚即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将用例建模的步骤总结如下：首先，我们要找出。。确定。。。，确定。。。我们把这些。。。，也就是用例。我们通过泛化。。。我们为每一个用例编写脚本，绘制相应的用例图，区分主。。最后我们可以细化用例图，解决用力之间可能存在的重复和冲突的问题。以上，就是用例建模的过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箭头从消息发送者指向消息接收者。需要注意的是，参与者未必一定是人，也可以是外部的事物，如传感器等。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实际上，在敏捷开发大行其道的今天，我们经常是不会需要完整的完成每个阶段的建模，而完整可生成代码的</a:t>
            </a:r>
            <a:r>
              <a:rPr lang="en-US" altLang="zh-CN" sz="1200" b="0" i="0" kern="1200" dirty="0">
                <a:solidFill>
                  <a:schemeClr val="tx1"/>
                </a:solidFill>
                <a:effectLst/>
                <a:latin typeface="+mn-lt"/>
                <a:ea typeface="+mn-ea"/>
                <a:cs typeface="+mn-cs"/>
              </a:rPr>
              <a:t>UML</a:t>
            </a:r>
            <a:r>
              <a:rPr lang="zh-CN" altLang="en-US" sz="1200" b="0" i="0" kern="1200" dirty="0">
                <a:solidFill>
                  <a:schemeClr val="tx1"/>
                </a:solidFill>
                <a:effectLst/>
                <a:latin typeface="+mn-lt"/>
                <a:ea typeface="+mn-ea"/>
                <a:cs typeface="+mn-cs"/>
              </a:rPr>
              <a:t>，要比同样情况下的</a:t>
            </a:r>
            <a:r>
              <a:rPr lang="en-US" altLang="zh-CN" sz="1200" b="0" i="0" kern="1200" dirty="0">
                <a:solidFill>
                  <a:schemeClr val="tx1"/>
                </a:solidFill>
                <a:effectLst/>
                <a:latin typeface="+mn-lt"/>
                <a:ea typeface="+mn-ea"/>
                <a:cs typeface="+mn-cs"/>
              </a:rPr>
              <a:t>Java</a:t>
            </a:r>
            <a:r>
              <a:rPr lang="zh-CN" altLang="en-US" sz="1200" b="0" i="0" kern="1200" dirty="0">
                <a:solidFill>
                  <a:schemeClr val="tx1"/>
                </a:solidFill>
                <a:effectLst/>
                <a:latin typeface="+mn-lt"/>
                <a:ea typeface="+mn-ea"/>
                <a:cs typeface="+mn-cs"/>
              </a:rPr>
              <a:t>程序还要难编写的多，工作量大得多，在大多数情况下是完全没有必要的。</a:t>
            </a:r>
          </a:p>
          <a:p>
            <a:r>
              <a:rPr lang="zh-CN" altLang="en-US" sz="1200" b="0" i="0" kern="1200" dirty="0">
                <a:solidFill>
                  <a:schemeClr val="tx1"/>
                </a:solidFill>
                <a:effectLst/>
                <a:latin typeface="+mn-lt"/>
                <a:ea typeface="+mn-ea"/>
                <a:cs typeface="+mn-cs"/>
              </a:rPr>
              <a:t>我们学习</a:t>
            </a:r>
            <a:r>
              <a:rPr lang="en-US" altLang="zh-CN" sz="1200" b="0" i="0" kern="1200" dirty="0">
                <a:solidFill>
                  <a:schemeClr val="tx1"/>
                </a:solidFill>
                <a:effectLst/>
                <a:latin typeface="+mn-lt"/>
                <a:ea typeface="+mn-ea"/>
                <a:cs typeface="+mn-cs"/>
              </a:rPr>
              <a:t>UML</a:t>
            </a:r>
            <a:r>
              <a:rPr lang="zh-CN" altLang="en-US" sz="1200" b="0" i="0" kern="1200" dirty="0">
                <a:solidFill>
                  <a:schemeClr val="tx1"/>
                </a:solidFill>
                <a:effectLst/>
                <a:latin typeface="+mn-lt"/>
                <a:ea typeface="+mn-ea"/>
                <a:cs typeface="+mn-cs"/>
              </a:rPr>
              <a:t>的目的是，思考不同图里隐含着对建模的各种视角，可以更加从不同角度去理解软件系统，对提升工程能力是很有好处的。</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所以我们不会严格要求同学们学习</a:t>
            </a:r>
            <a:r>
              <a:rPr lang="en-US" altLang="zh-CN" sz="1200" b="0" i="0" kern="1200" dirty="0">
                <a:solidFill>
                  <a:schemeClr val="tx1"/>
                </a:solidFill>
                <a:effectLst/>
                <a:latin typeface="+mn-lt"/>
                <a:ea typeface="+mn-ea"/>
                <a:cs typeface="+mn-cs"/>
              </a:rPr>
              <a:t>UML</a:t>
            </a:r>
            <a:r>
              <a:rPr lang="zh-CN" altLang="en-US" sz="1200" b="0" i="0" kern="1200" dirty="0">
                <a:solidFill>
                  <a:schemeClr val="tx1"/>
                </a:solidFill>
                <a:effectLst/>
                <a:latin typeface="+mn-lt"/>
                <a:ea typeface="+mn-ea"/>
                <a:cs typeface="+mn-cs"/>
              </a:rPr>
              <a:t>的词法语法，重点去理解</a:t>
            </a:r>
            <a:r>
              <a:rPr lang="en-US" altLang="zh-CN" sz="1200" b="0" i="0" kern="1200" dirty="0">
                <a:solidFill>
                  <a:schemeClr val="tx1"/>
                </a:solidFill>
                <a:effectLst/>
                <a:latin typeface="+mn-lt"/>
                <a:ea typeface="+mn-ea"/>
                <a:cs typeface="+mn-cs"/>
              </a:rPr>
              <a:t>UML</a:t>
            </a:r>
            <a:r>
              <a:rPr lang="zh-CN" altLang="en-US" sz="1200" b="0" i="0" kern="1200" dirty="0">
                <a:solidFill>
                  <a:schemeClr val="tx1"/>
                </a:solidFill>
                <a:effectLst/>
                <a:latin typeface="+mn-lt"/>
                <a:ea typeface="+mn-ea"/>
                <a:cs typeface="+mn-cs"/>
              </a:rPr>
              <a:t>如何体现需求，总体设计，业务逻辑设计，验证和测试，具体实现等等不同角度的异同，协调和平衡软件系统里不同的考虑。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79</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接下来，我们简单的向大家介绍一些常用的建模工具。系统建模工具最主要的功能在于可视化模型的表达。这里的模型包括</a:t>
            </a:r>
            <a:r>
              <a:rPr lang="en-US" altLang="zh-CN" dirty="0"/>
              <a:t>UML</a:t>
            </a:r>
            <a:r>
              <a:rPr lang="zh-CN" altLang="en-US" dirty="0"/>
              <a:t>。。以及一些根据用户特殊需求而可以自定义的模型表达。建模工具希望通过可视化的效果，辅助表达和理解模型，所以其核心内容之一就是画图。同时，很多建模工具往往融合了辅助。。功能，可辅助进行需求跟踪、团队管理等复杂的功能。</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80</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在众多的系统建模工具中，其实有很多都是基于</a:t>
            </a:r>
            <a:r>
              <a:rPr lang="en-US" altLang="zh-CN" dirty="0"/>
              <a:t>UML</a:t>
            </a:r>
            <a:r>
              <a:rPr lang="zh-CN" altLang="en-US" dirty="0"/>
              <a:t>模型开发的，使用</a:t>
            </a:r>
            <a:r>
              <a:rPr lang="en-US" altLang="zh-CN" dirty="0"/>
              <a:t>UML</a:t>
            </a:r>
            <a:r>
              <a:rPr lang="zh-CN" altLang="en-US" dirty="0"/>
              <a:t>建模语言的好处在于，以一致的方式构件强健的和可跟踪的软件系统模型，我们后面也会多次讲到这个实用性很强的建模语言。这里我们先介绍三个支持</a:t>
            </a:r>
            <a:r>
              <a:rPr lang="en-US" altLang="zh-CN" dirty="0"/>
              <a:t>UML2.0</a:t>
            </a:r>
            <a:r>
              <a:rPr lang="zh-CN" altLang="en-US" dirty="0"/>
              <a:t>的建模工具，供大家参考。首先是</a:t>
            </a:r>
            <a:r>
              <a:rPr lang="en-US" altLang="zh-CN" dirty="0"/>
              <a:t>IBM</a:t>
            </a:r>
            <a:r>
              <a:rPr lang="zh-CN" altLang="en-US" dirty="0"/>
              <a:t>的</a:t>
            </a:r>
            <a:r>
              <a:rPr lang="en-US" altLang="zh-CN" dirty="0"/>
              <a:t>Rational Rose</a:t>
            </a:r>
            <a:r>
              <a:rPr lang="zh-CN" altLang="en-US" dirty="0"/>
              <a:t>，这个软件的功能非常强大，适合有一定规模的开发团队使用，能够辅助项目管理和需求管理等。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81</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第二个工具</a:t>
            </a:r>
            <a:r>
              <a:rPr lang="en-US" altLang="zh-CN" dirty="0"/>
              <a:t>JUDE</a:t>
            </a:r>
            <a:r>
              <a:rPr lang="zh-CN" altLang="en-US" dirty="0"/>
              <a:t>，对于其它的建模工具而言，</a:t>
            </a:r>
            <a:r>
              <a:rPr lang="en-US" altLang="zh-CN" dirty="0"/>
              <a:t>JUDE</a:t>
            </a:r>
            <a:r>
              <a:rPr lang="zh-CN" altLang="en-US" dirty="0"/>
              <a:t>的特点在于轻量级和用户友好，它非常专注于</a:t>
            </a:r>
            <a:r>
              <a:rPr lang="en-US" altLang="zh-CN" dirty="0"/>
              <a:t>UML</a:t>
            </a:r>
            <a:r>
              <a:rPr lang="zh-CN" altLang="en-US" dirty="0"/>
              <a:t>模型的构件，在其专业版中还增强了团队的协作性和共享性，支持。。，但是不足之处在于其对</a:t>
            </a:r>
            <a:r>
              <a:rPr lang="en-US" altLang="zh-CN" dirty="0"/>
              <a:t>UML2.0</a:t>
            </a:r>
            <a:r>
              <a:rPr lang="zh-CN" altLang="en-US" dirty="0"/>
              <a:t>只是部分支持。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82</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第三个便是功能很强大</a:t>
            </a:r>
            <a:r>
              <a:rPr lang="en-US" altLang="zh-CN" dirty="0"/>
              <a:t>EA</a:t>
            </a:r>
            <a:r>
              <a:rPr lang="zh-CN" altLang="en-US" dirty="0"/>
              <a:t>工具，</a:t>
            </a:r>
            <a:r>
              <a:rPr lang="en-US" altLang="zh-CN" dirty="0"/>
              <a:t>Tahiti</a:t>
            </a:r>
            <a:r>
              <a:rPr lang="zh-CN" altLang="en-US" dirty="0"/>
              <a:t>非常成熟的</a:t>
            </a:r>
            <a:r>
              <a:rPr lang="en-US" altLang="zh-CN" dirty="0"/>
              <a:t>UML</a:t>
            </a:r>
            <a:r>
              <a:rPr lang="zh-CN" altLang="en-US" dirty="0"/>
              <a:t>系统建模工具之一。它全面支持</a:t>
            </a:r>
            <a:r>
              <a:rPr lang="en-US" altLang="zh-CN" dirty="0"/>
              <a:t>UML 2.0</a:t>
            </a:r>
            <a:r>
              <a:rPr lang="zh-CN" altLang="en-US" dirty="0"/>
              <a:t>十三种图标和元素的构建，</a:t>
            </a:r>
            <a:r>
              <a:rPr lang="en-US" altLang="zh-CN" dirty="0"/>
              <a:t>EA</a:t>
            </a:r>
            <a:r>
              <a:rPr lang="zh-CN" altLang="en-US" dirty="0"/>
              <a:t>工具可以为整个团队提供。。。可以提供。。同时它支持。。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83</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D0D237-D228-4839-ACE5-3AE42E56DC32}" type="slidenum">
              <a:rPr lang="zh-CN" altLang="en-US" smtClean="0"/>
              <a:t>84</a:t>
            </a:fld>
            <a:endParaRPr lang="zh-CN" altLang="en-US"/>
          </a:p>
        </p:txBody>
      </p:sp>
    </p:spTree>
    <p:extLst>
      <p:ext uri="{BB962C8B-B14F-4D97-AF65-F5344CB8AC3E}">
        <p14:creationId xmlns:p14="http://schemas.microsoft.com/office/powerpoint/2010/main" val="1109388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a:t>
            </a:r>
            <a:r>
              <a:rPr lang="en-US" altLang="zh-CN" dirty="0"/>
              <a:t>6</a:t>
            </a:r>
            <a:r>
              <a:rPr lang="zh-CN" altLang="en-US" dirty="0"/>
              <a:t>，</a:t>
            </a:r>
            <a:r>
              <a:rPr lang="en-US" altLang="zh-CN" dirty="0"/>
              <a:t>8</a:t>
            </a:r>
            <a:r>
              <a:rPr lang="zh-CN" altLang="en-US" dirty="0"/>
              <a:t>，</a:t>
            </a:r>
            <a:r>
              <a:rPr lang="en-US" altLang="zh-CN" dirty="0"/>
              <a:t>9</a:t>
            </a:r>
            <a:r>
              <a:rPr lang="zh-CN" altLang="en-US" dirty="0"/>
              <a:t>未</a:t>
            </a:r>
          </a:p>
        </p:txBody>
      </p:sp>
      <p:sp>
        <p:nvSpPr>
          <p:cNvPr id="4" name="灯片编号占位符 3"/>
          <p:cNvSpPr>
            <a:spLocks noGrp="1"/>
          </p:cNvSpPr>
          <p:nvPr>
            <p:ph type="sldNum" sz="quarter" idx="5"/>
          </p:nvPr>
        </p:nvSpPr>
        <p:spPr/>
        <p:txBody>
          <a:bodyPr/>
          <a:lstStyle/>
          <a:p>
            <a:fld id="{95AB3B52-065C-4D22-8A03-901766E7E43B}" type="slidenum">
              <a:rPr lang="zh-CN" altLang="en-US" smtClean="0"/>
              <a:t>95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FC8D7E35-14AB-4286-AB5D-2E468617D2DA}" type="datetime1">
              <a:rPr lang="en-US" altLang="zh-CN" smtClean="0"/>
              <a:t>3/29/2026</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C1E7A69-DDFF-413C-9336-B8D91472E3AC}" type="datetime1">
              <a:rPr lang="en-US" altLang="zh-CN" smtClean="0"/>
              <a:t>3/29/2026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9A68FE-20F4-4661-BA45-66B4176BE55C}" type="datetime1">
              <a:rPr lang="en-US" altLang="zh-CN" smtClean="0"/>
              <a:t>3/29/2026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AA107BC-441F-4C3C-9EAC-BA7FA89A5994}" type="datetime1">
              <a:rPr lang="en-US" altLang="zh-CN" smtClean="0"/>
              <a:t>3/29/2026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7CDD21A-F1E1-4C6F-851D-5EBDD7996622}" type="datetime1">
              <a:rPr lang="en-US" altLang="zh-CN" smtClean="0"/>
              <a:t>3/29/2026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5A0A8AB-20D5-46BF-971F-D7FE3E7EA34B}" type="datetime1">
              <a:rPr lang="en-US" altLang="zh-CN" smtClean="0"/>
              <a:t>3/29/2026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0D0E3C-BF58-4837-BC97-E00745F23985}" type="datetime1">
              <a:rPr lang="en-US" altLang="zh-CN" smtClean="0"/>
              <a:t>3/29/2026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076F10A-DF1E-4CD3-B4E7-9CFB706F9E96}" type="datetime1">
              <a:rPr lang="en-US" altLang="zh-CN" smtClean="0"/>
              <a:t>3/29/2026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6975EE-127E-4B79-B83D-BB03355D1ED6}" type="datetime1">
              <a:rPr lang="en-US" altLang="zh-CN" smtClean="0"/>
              <a:t>3/29/2026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6F4F94D-B085-4DCE-B4E7-2E13B14F99D5}" type="datetime1">
              <a:rPr lang="en-US" altLang="zh-CN" smtClean="0"/>
              <a:t>3/29/2026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54B8D91-31B8-422B-BBA0-393421232005}" type="datetime1">
              <a:rPr lang="en-US" altLang="zh-CN" smtClean="0"/>
              <a:t>3/29/2026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D1997228-EB34-4757-AD03-B11217C381AA}" type="datetime1">
              <a:rPr lang="en-US" altLang="zh-CN" smtClean="0"/>
              <a:t>3/29/2026</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9.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 Type="http://schemas.openxmlformats.org/officeDocument/2006/relationships/image" Target="../media/image63.png"/><Relationship Id="rId21" Type="http://schemas.openxmlformats.org/officeDocument/2006/relationships/image" Target="../media/image81.png"/><Relationship Id="rId7" Type="http://schemas.openxmlformats.org/officeDocument/2006/relationships/image" Target="../media/image67.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2" Type="http://schemas.openxmlformats.org/officeDocument/2006/relationships/notesSlide" Target="../notesSlides/notesSlide28.xml"/><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8" Type="http://schemas.openxmlformats.org/officeDocument/2006/relationships/image" Target="../media/image68.png"/></Relationships>
</file>

<file path=ppt/slides/_rels/slide2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3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31.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9" Type="http://schemas.openxmlformats.org/officeDocument/2006/relationships/image" Target="../media/image106.png"/></Relationships>
</file>

<file path=ppt/slides/_rels/slide3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3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124.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4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50.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33.jpeg"/></Relationships>
</file>

<file path=ppt/slides/_rels/slide51.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137.jpeg"/><Relationship Id="rId3" Type="http://schemas.openxmlformats.org/officeDocument/2006/relationships/image" Target="../media/image134.png"/><Relationship Id="rId7" Type="http://schemas.openxmlformats.org/officeDocument/2006/relationships/image" Target="../media/image133.jpe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32.jpeg"/><Relationship Id="rId5" Type="http://schemas.openxmlformats.org/officeDocument/2006/relationships/image" Target="../media/image136.png"/><Relationship Id="rId4" Type="http://schemas.openxmlformats.org/officeDocument/2006/relationships/image" Target="../media/image135.png"/><Relationship Id="rId9" Type="http://schemas.openxmlformats.org/officeDocument/2006/relationships/image" Target="../media/image138.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139.png"/><Relationship Id="rId7" Type="http://schemas.openxmlformats.org/officeDocument/2006/relationships/image" Target="../media/image143.png"/><Relationship Id="rId12" Type="http://schemas.openxmlformats.org/officeDocument/2006/relationships/image" Target="../media/image14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0" Type="http://schemas.openxmlformats.org/officeDocument/2006/relationships/image" Target="../media/image146.png"/><Relationship Id="rId4" Type="http://schemas.openxmlformats.org/officeDocument/2006/relationships/image" Target="../media/image140.png"/><Relationship Id="rId9" Type="http://schemas.openxmlformats.org/officeDocument/2006/relationships/image" Target="../media/image145.png"/></Relationships>
</file>

<file path=ppt/slides/_rels/slide55.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60.png"/><Relationship Id="rId11" Type="http://schemas.openxmlformats.org/officeDocument/2006/relationships/image" Target="../media/image165.png"/><Relationship Id="rId5" Type="http://schemas.openxmlformats.org/officeDocument/2006/relationships/image" Target="../media/image159.png"/><Relationship Id="rId10" Type="http://schemas.openxmlformats.org/officeDocument/2006/relationships/image" Target="../media/image164.png"/><Relationship Id="rId4" Type="http://schemas.openxmlformats.org/officeDocument/2006/relationships/image" Target="../media/image158.png"/><Relationship Id="rId9" Type="http://schemas.openxmlformats.org/officeDocument/2006/relationships/image" Target="../media/image16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74.GI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5.GI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78.jpeg"/></Relationships>
</file>

<file path=ppt/slides/_rels/slide81.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hyperlink" Target="http://www.ibm.com/developerworks/cn/rational/uml"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2" Type="http://schemas.openxmlformats.org/officeDocument/2006/relationships/tags" Target="../tags/tag5.xml"/><Relationship Id="rId16" Type="http://schemas.openxmlformats.org/officeDocument/2006/relationships/image" Target="../media/image182.png"/><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notesSlide" Target="../notesSlides/notesSlide67.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image" Target="../media/image182.png"/><Relationship Id="rId10" Type="http://schemas.openxmlformats.org/officeDocument/2006/relationships/tags" Target="../tags/tag26.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image" Target="../media/image182.png"/><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182.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tags" Target="../tags/tag67.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5" Type="http://schemas.openxmlformats.org/officeDocument/2006/relationships/image" Target="../media/image182.png"/><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image" Target="../media/image182.png"/><Relationship Id="rId10" Type="http://schemas.openxmlformats.org/officeDocument/2006/relationships/tags" Target="../tags/tag78.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image" Target="../media/image182.png"/><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tags" Target="../tags/tag107.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tags" Target="../tags/tag106.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5" Type="http://schemas.openxmlformats.org/officeDocument/2006/relationships/image" Target="../media/image182.png"/><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tags" Target="../tags/tag120.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tags" Target="../tags/tag119.xml"/><Relationship Id="rId2" Type="http://schemas.openxmlformats.org/officeDocument/2006/relationships/tags" Target="../tags/tag109.xml"/><Relationship Id="rId16" Type="http://schemas.openxmlformats.org/officeDocument/2006/relationships/image" Target="../media/image182.png"/><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5" Type="http://schemas.openxmlformats.org/officeDocument/2006/relationships/notesSlide" Target="../notesSlides/notesSlide68.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 Id="rId14"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tags" Target="../tags/tag133.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tags" Target="../tags/tag132.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5" Type="http://schemas.openxmlformats.org/officeDocument/2006/relationships/tags" Target="../tags/tag125.xml"/><Relationship Id="rId15" Type="http://schemas.openxmlformats.org/officeDocument/2006/relationships/image" Target="../media/image182.png"/><Relationship Id="rId10" Type="http://schemas.openxmlformats.org/officeDocument/2006/relationships/tags" Target="../tags/tag130.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562251"/>
            <a:ext cx="9144000" cy="2387600"/>
          </a:xfrm>
        </p:spPr>
        <p:txBody>
          <a:bodyPr>
            <a:normAutofit fontScale="90000"/>
          </a:bodyPr>
          <a:lstStyle/>
          <a:p>
            <a:r>
              <a:rPr lang="zh-CN" altLang="en-US" dirty="0"/>
              <a:t>需求文档</a:t>
            </a:r>
            <a:br>
              <a:rPr lang="en-US" altLang="zh-CN" dirty="0"/>
            </a:br>
            <a:r>
              <a:rPr lang="en-US" altLang="zh-CN" dirty="0"/>
              <a:t>Requirements Documentation</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7158"/>
    </mc:Choice>
    <mc:Fallback xmlns="">
      <p:transition spd="slow" advTm="715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64895" y="1609817"/>
            <a:ext cx="9855200" cy="384810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是具有一定法律效力的合同文档</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清楚地描述软件在什么情况下，需要做什么，以及不能做什么</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以输入/输出、输入到输出之间的转换方式来描述功能性需求</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描述经过干系人磋商达成共识的非功能性需求</a:t>
            </a:r>
          </a:p>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一般参考需求定义模板，覆盖标准模板中定义的所有条目</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作为后续的软件评估依据和变更的基准</a:t>
            </a:r>
          </a:p>
        </p:txBody>
      </p:sp>
      <p:sp>
        <p:nvSpPr>
          <p:cNvPr id="4" name="object 4"/>
          <p:cNvSpPr/>
          <p:nvPr/>
        </p:nvSpPr>
        <p:spPr>
          <a:xfrm>
            <a:off x="8252352" y="4911877"/>
            <a:ext cx="2185035" cy="1920239"/>
          </a:xfrm>
          <a:custGeom>
            <a:avLst/>
            <a:gdLst/>
            <a:ahLst/>
            <a:cxnLst/>
            <a:rect l="l" t="t" r="r" b="b"/>
            <a:pathLst>
              <a:path w="2185034" h="1920239">
                <a:moveTo>
                  <a:pt x="1647694" y="0"/>
                </a:moveTo>
                <a:lnTo>
                  <a:pt x="768264" y="80878"/>
                </a:lnTo>
                <a:lnTo>
                  <a:pt x="0" y="1018313"/>
                </a:lnTo>
                <a:lnTo>
                  <a:pt x="131843" y="1473740"/>
                </a:lnTo>
                <a:lnTo>
                  <a:pt x="621350" y="1920231"/>
                </a:lnTo>
                <a:lnTo>
                  <a:pt x="1657863" y="1605400"/>
                </a:lnTo>
                <a:lnTo>
                  <a:pt x="2184589" y="674338"/>
                </a:lnTo>
                <a:lnTo>
                  <a:pt x="1647694" y="0"/>
                </a:lnTo>
                <a:close/>
              </a:path>
            </a:pathLst>
          </a:custGeom>
          <a:solidFill>
            <a:srgbClr val="E6E6E6"/>
          </a:solidFill>
        </p:spPr>
        <p:txBody>
          <a:bodyPr wrap="square" lIns="0" tIns="0" rIns="0" bIns="0" rtlCol="0"/>
          <a:lstStyle/>
          <a:p>
            <a:endParaRPr/>
          </a:p>
        </p:txBody>
      </p:sp>
      <p:sp>
        <p:nvSpPr>
          <p:cNvPr id="5" name="object 5"/>
          <p:cNvSpPr/>
          <p:nvPr/>
        </p:nvSpPr>
        <p:spPr>
          <a:xfrm>
            <a:off x="8412601" y="4945012"/>
            <a:ext cx="1906113" cy="1914951"/>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a:xfrm>
            <a:off x="838200" y="111125"/>
            <a:ext cx="10515600" cy="1325563"/>
          </a:xfrm>
        </p:spPr>
        <p:txBody>
          <a:bodyPr/>
          <a:lstStyle/>
          <a:p>
            <a:r>
              <a:rPr lang="zh-CN" altLang="en-US" spc="-5" dirty="0"/>
              <a:t>软件需求规格说明</a:t>
            </a:r>
            <a:r>
              <a:rPr lang="zh-CN" altLang="en-US" dirty="0"/>
              <a:t> </a:t>
            </a:r>
            <a:br>
              <a:rPr lang="en-US" altLang="zh-CN" dirty="0"/>
            </a:br>
            <a:r>
              <a:rPr lang="zh-CN" altLang="en-US" spc="50" dirty="0"/>
              <a:t>（</a:t>
            </a:r>
            <a:r>
              <a:rPr lang="en-US" altLang="zh-CN" spc="50" dirty="0">
                <a:latin typeface="Calibri" panose="020F0502020204030204"/>
                <a:cs typeface="Calibri" panose="020F0502020204030204"/>
              </a:rPr>
              <a:t>Software</a:t>
            </a:r>
            <a:r>
              <a:rPr lang="en-US" altLang="zh-CN" spc="5" dirty="0">
                <a:latin typeface="Calibri" panose="020F0502020204030204"/>
                <a:cs typeface="Calibri" panose="020F0502020204030204"/>
              </a:rPr>
              <a:t> </a:t>
            </a:r>
            <a:r>
              <a:rPr lang="en-US" altLang="zh-CN" spc="-5" dirty="0">
                <a:latin typeface="Calibri" panose="020F0502020204030204"/>
                <a:cs typeface="Calibri" panose="020F0502020204030204"/>
              </a:rPr>
              <a:t>Requirements</a:t>
            </a:r>
            <a:r>
              <a:rPr lang="en-US" altLang="zh-CN" dirty="0">
                <a:latin typeface="Calibri" panose="020F0502020204030204"/>
                <a:cs typeface="Calibri" panose="020F0502020204030204"/>
              </a:rPr>
              <a:t> </a:t>
            </a:r>
            <a:r>
              <a:rPr lang="en-US" altLang="zh-CN" spc="-5" dirty="0">
                <a:latin typeface="Calibri" panose="020F0502020204030204"/>
                <a:cs typeface="Calibri" panose="020F0502020204030204"/>
              </a:rPr>
              <a:t>Speciﬁcation,</a:t>
            </a:r>
            <a:r>
              <a:rPr lang="en-US" altLang="zh-CN" spc="-10" dirty="0">
                <a:latin typeface="Calibri" panose="020F0502020204030204"/>
                <a:cs typeface="Calibri" panose="020F0502020204030204"/>
              </a:rPr>
              <a:t> </a:t>
            </a:r>
            <a:r>
              <a:rPr lang="en-US" altLang="zh-CN" spc="-5" dirty="0">
                <a:latin typeface="Calibri" panose="020F0502020204030204"/>
                <a:cs typeface="Calibri" panose="020F0502020204030204"/>
              </a:rPr>
              <a:t>SRS)</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3244"/>
    </mc:Choice>
    <mc:Fallback xmlns="">
      <p:transition spd="slow" advTm="6324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17600" y="1520488"/>
            <a:ext cx="5537200" cy="452755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文档需要有逻辑组织结构</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例如：参照</a:t>
            </a:r>
            <a:r>
              <a:rPr sz="2000" dirty="0">
                <a:latin typeface="微软雅黑" panose="020B0503020204020204" pitchFamily="34" charset="-122"/>
                <a:ea typeface="微软雅黑" panose="020B0503020204020204" pitchFamily="34" charset="-122"/>
                <a:cs typeface="Calibri" panose="020F0502020204030204"/>
              </a:rPr>
              <a:t>IEE</a:t>
            </a:r>
            <a:r>
              <a:rPr sz="2000" spc="-5" dirty="0">
                <a:latin typeface="微软雅黑" panose="020B0503020204020204" pitchFamily="34" charset="-122"/>
                <a:ea typeface="微软雅黑" panose="020B0503020204020204" pitchFamily="34" charset="-122"/>
                <a:cs typeface="Calibri" panose="020F0502020204030204"/>
              </a:rPr>
              <a:t>E</a:t>
            </a:r>
            <a:r>
              <a:rPr sz="2000" dirty="0">
                <a:latin typeface="微软雅黑" panose="020B0503020204020204" pitchFamily="34" charset="-122"/>
                <a:ea typeface="微软雅黑" panose="020B0503020204020204" pitchFamily="34" charset="-122"/>
                <a:cs typeface="华文新魏" panose="02010800040101010101" charset="-122"/>
              </a:rPr>
              <a:t>的模板</a:t>
            </a:r>
          </a:p>
          <a:p>
            <a:pPr marL="241300" indent="-228600">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典型的组织形式包括</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按系统能够响应的各种外部环境情况来组织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按系统特征来组织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按系统的响应方式来组织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按所管理的外部数据对象来组织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按用户类型来组织</a:t>
            </a:r>
          </a:p>
          <a:p>
            <a:pPr marL="698500" lvl="1" indent="-228600">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按软件的工作模式来组织</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按子系统的划分来组织</a:t>
            </a:r>
          </a:p>
        </p:txBody>
      </p:sp>
      <p:sp>
        <p:nvSpPr>
          <p:cNvPr id="4" name="object 4"/>
          <p:cNvSpPr/>
          <p:nvPr/>
        </p:nvSpPr>
        <p:spPr>
          <a:xfrm>
            <a:off x="7305117" y="1647488"/>
            <a:ext cx="3225798" cy="3809998"/>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需求文档的组织形式</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71879"/>
    </mc:Choice>
    <mc:Fallback xmlns="">
      <p:transition spd="slow" advTm="17187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9160" y="193040"/>
            <a:ext cx="9097645" cy="689610"/>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软件需求规格说明</a:t>
            </a:r>
            <a:r>
              <a:rPr lang="en-US" spc="-5" dirty="0">
                <a:latin typeface="微软雅黑" panose="020B0503020204020204" pitchFamily="34" charset="-122"/>
                <a:ea typeface="微软雅黑" panose="020B0503020204020204" pitchFamily="34" charset="-122"/>
              </a:rPr>
              <a:t>  </a:t>
            </a:r>
            <a:r>
              <a:rPr b="1" i="0" spc="-5" dirty="0">
                <a:latin typeface="微软雅黑" panose="020B0503020204020204" pitchFamily="34" charset="-122"/>
                <a:ea typeface="微软雅黑" panose="020B0503020204020204" pitchFamily="34" charset="-122"/>
                <a:cs typeface="Bookman Old Style" panose="02050604050505020204"/>
              </a:rPr>
              <a:t>SRS</a:t>
            </a:r>
            <a:r>
              <a:rPr spc="-5" dirty="0">
                <a:latin typeface="微软雅黑" panose="020B0503020204020204" pitchFamily="34" charset="-122"/>
                <a:ea typeface="微软雅黑" panose="020B0503020204020204" pitchFamily="34" charset="-122"/>
              </a:rPr>
              <a:t>的风格</a:t>
            </a:r>
          </a:p>
        </p:txBody>
      </p:sp>
      <p:sp>
        <p:nvSpPr>
          <p:cNvPr id="3" name="object 3"/>
          <p:cNvSpPr txBox="1"/>
          <p:nvPr/>
        </p:nvSpPr>
        <p:spPr>
          <a:xfrm>
            <a:off x="899477" y="1281899"/>
            <a:ext cx="5245100" cy="2814320"/>
          </a:xfrm>
          <a:prstGeom prst="rect">
            <a:avLst/>
          </a:prstGeom>
        </p:spPr>
        <p:txBody>
          <a:bodyPr vert="horz" wrap="square" lIns="0" tIns="151765" rIns="0" bIns="0" rtlCol="0">
            <a:spAutoFit/>
          </a:bodyPr>
          <a:lstStyle/>
          <a:p>
            <a:pPr marL="241300" indent="-228600">
              <a:lnSpc>
                <a:spcPct val="100000"/>
              </a:lnSpc>
              <a:spcBef>
                <a:spcPts val="1195"/>
              </a:spcBef>
              <a:buFont typeface="Arial" panose="020B0604020202020204"/>
              <a:buChar char="•"/>
              <a:tabLst>
                <a:tab pos="241300" algn="l"/>
              </a:tabLst>
            </a:pP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描述性的自然语言文本</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96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用户故事</a:t>
            </a:r>
          </a:p>
          <a:p>
            <a:pPr marL="241300" indent="-228600">
              <a:lnSpc>
                <a:spcPct val="100000"/>
              </a:lnSpc>
              <a:spcBef>
                <a:spcPts val="154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从</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用例模型</a:t>
            </a:r>
            <a:r>
              <a:rPr sz="2400" dirty="0">
                <a:latin typeface="微软雅黑" panose="020B0503020204020204" pitchFamily="34" charset="-122"/>
                <a:ea typeface="微软雅黑" panose="020B0503020204020204" pitchFamily="34" charset="-122"/>
                <a:cs typeface="华文新魏" panose="02010800040101010101" charset="-122"/>
              </a:rPr>
              <a:t>产生</a:t>
            </a:r>
          </a:p>
          <a:p>
            <a:pPr marL="698500" lvl="1" indent="-228600">
              <a:lnSpc>
                <a:spcPct val="100000"/>
              </a:lnSpc>
              <a:spcBef>
                <a:spcPts val="106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用例模型与需求转化可看成可逆的过程</a:t>
            </a:r>
          </a:p>
          <a:p>
            <a:pPr marL="698500" marR="5080" lvl="1" indent="-228600">
              <a:lnSpc>
                <a:spcPct val="119000"/>
              </a:lnSpc>
              <a:spcBef>
                <a:spcPts val="50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如果需求模型以用例的形式表示，我们 可以逆向生成需求的完整集合</a:t>
            </a:r>
          </a:p>
        </p:txBody>
      </p:sp>
      <p:sp>
        <p:nvSpPr>
          <p:cNvPr id="4" name="object 4"/>
          <p:cNvSpPr txBox="1"/>
          <p:nvPr/>
        </p:nvSpPr>
        <p:spPr>
          <a:xfrm>
            <a:off x="6847523" y="1463042"/>
            <a:ext cx="4445000" cy="2169953"/>
          </a:xfrm>
          <a:prstGeom prst="rect">
            <a:avLst/>
          </a:prstGeom>
        </p:spPr>
        <p:txBody>
          <a:bodyPr vert="horz" wrap="square" lIns="0" tIns="151765" rIns="0" bIns="0" rtlCol="0">
            <a:spAutoFit/>
          </a:bodyPr>
          <a:lstStyle/>
          <a:p>
            <a:pPr marL="241300" indent="-228600">
              <a:lnSpc>
                <a:spcPct val="100000"/>
              </a:lnSpc>
              <a:spcBef>
                <a:spcPts val="119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从需求数据库中生成</a:t>
            </a:r>
          </a:p>
          <a:p>
            <a:pPr marL="698500" marR="5080" lvl="1" indent="-228600">
              <a:lnSpc>
                <a:spcPct val="119000"/>
              </a:lnSpc>
              <a:spcBef>
                <a:spcPts val="48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新魏" panose="02010800040101010101" charset="-122"/>
              </a:rPr>
              <a:t>商业需求数据库有内置的功能来 生成经过筛选的需求规格说明</a:t>
            </a:r>
          </a:p>
          <a:p>
            <a:pPr marL="698500" marR="5080" lvl="1" indent="-228600">
              <a:lnSpc>
                <a:spcPct val="119000"/>
              </a:lnSpc>
              <a:spcBef>
                <a:spcPts val="605"/>
              </a:spcBef>
              <a:buFont typeface="Arial" panose="020B0604020202020204"/>
              <a:buChar char="•"/>
              <a:tabLst>
                <a:tab pos="697865" algn="l"/>
                <a:tab pos="698500" algn="l"/>
              </a:tabLst>
            </a:pPr>
            <a:r>
              <a:rPr sz="2100" dirty="0" err="1">
                <a:latin typeface="微软雅黑" panose="020B0503020204020204" pitchFamily="34" charset="-122"/>
                <a:ea typeface="微软雅黑" panose="020B0503020204020204" pitchFamily="34" charset="-122"/>
                <a:cs typeface="华文新魏" panose="02010800040101010101" charset="-122"/>
              </a:rPr>
              <a:t>从产品线需求规格数据库中生成</a:t>
            </a:r>
            <a:r>
              <a:rPr sz="2100" dirty="0">
                <a:latin typeface="微软雅黑" panose="020B0503020204020204" pitchFamily="34" charset="-122"/>
                <a:ea typeface="微软雅黑" panose="020B0503020204020204" pitchFamily="34" charset="-122"/>
                <a:cs typeface="华文新魏" panose="02010800040101010101" charset="-122"/>
              </a:rPr>
              <a:t> </a:t>
            </a:r>
            <a:r>
              <a:rPr sz="2100" dirty="0" err="1">
                <a:latin typeface="微软雅黑" panose="020B0503020204020204" pitchFamily="34" charset="-122"/>
                <a:ea typeface="微软雅黑" panose="020B0503020204020204" pitchFamily="34" charset="-122"/>
                <a:cs typeface="华文新魏" panose="02010800040101010101" charset="-122"/>
              </a:rPr>
              <a:t>特定产品的需求规格说明</a:t>
            </a:r>
            <a:endParaRPr sz="2100" dirty="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p:nvPr/>
        </p:nvSpPr>
        <p:spPr>
          <a:xfrm>
            <a:off x="1527142" y="4204340"/>
            <a:ext cx="3809998" cy="2133599"/>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7"/>
          </p:nvPr>
        </p:nvSpPr>
        <p:spPr/>
        <p:txBody>
          <a:bodyPr/>
          <a:lstStyle/>
          <a:p>
            <a:pPr marL="25400">
              <a:lnSpc>
                <a:spcPts val="1645"/>
              </a:lnSpc>
            </a:pPr>
            <a:fld id="{81D60167-4931-47E6-BA6A-407CBD079E47}" type="slidenum">
              <a:rPr lang="en-US" altLang="zh-CN" smtClean="0"/>
              <a:t>4</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107051"/>
    </mc:Choice>
    <mc:Fallback xmlns="">
      <p:transition spd="slow" advTm="10705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74138" y="1277462"/>
            <a:ext cx="7452361" cy="2196114"/>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考虑以下两个具体项目场景</a:t>
            </a:r>
            <a:r>
              <a:rPr sz="2400" dirty="0">
                <a:latin typeface="微软雅黑" panose="020B0503020204020204" pitchFamily="34" charset="-122"/>
                <a:ea typeface="微软雅黑" panose="020B0503020204020204" pitchFamily="34" charset="-122"/>
                <a:cs typeface="Calibri" panose="020F0502020204030204"/>
              </a:rPr>
              <a:t>:</a:t>
            </a:r>
          </a:p>
          <a:p>
            <a:pPr marL="732790" lvl="1" indent="-263525">
              <a:lnSpc>
                <a:spcPct val="100000"/>
              </a:lnSpc>
              <a:spcBef>
                <a:spcPts val="940"/>
              </a:spcBef>
              <a:buFont typeface="Calibri" panose="020F0502020204030204"/>
              <a:buAutoNum type="arabicParenR"/>
              <a:tabLst>
                <a:tab pos="733425" algn="l"/>
              </a:tabLst>
            </a:pPr>
            <a:r>
              <a:rPr dirty="0">
                <a:latin typeface="微软雅黑" panose="020B0503020204020204" pitchFamily="34" charset="-122"/>
                <a:ea typeface="微软雅黑" panose="020B0503020204020204" pitchFamily="34" charset="-122"/>
                <a:cs typeface="华文新魏" panose="02010800040101010101" charset="-122"/>
              </a:rPr>
              <a:t>小型项目，</a:t>
            </a:r>
            <a:r>
              <a:rPr spc="-45" dirty="0">
                <a:latin typeface="微软雅黑" panose="020B0503020204020204" pitchFamily="34" charset="-122"/>
                <a:ea typeface="微软雅黑" panose="020B0503020204020204" pitchFamily="34" charset="-122"/>
                <a:cs typeface="华文新魏" panose="02010800040101010101" charset="-122"/>
              </a:rPr>
              <a:t> </a:t>
            </a:r>
            <a:r>
              <a:rPr spc="-5" dirty="0">
                <a:latin typeface="微软雅黑" panose="020B0503020204020204" pitchFamily="34" charset="-122"/>
                <a:ea typeface="微软雅黑" panose="020B0503020204020204" pitchFamily="34" charset="-122"/>
                <a:cs typeface="Calibri" panose="020F0502020204030204"/>
              </a:rPr>
              <a:t>1</a:t>
            </a:r>
            <a:r>
              <a:rPr dirty="0">
                <a:latin typeface="微软雅黑" panose="020B0503020204020204" pitchFamily="34" charset="-122"/>
                <a:ea typeface="微软雅黑" panose="020B0503020204020204" pitchFamily="34" charset="-122"/>
                <a:cs typeface="华文新魏" panose="02010800040101010101" charset="-122"/>
              </a:rPr>
              <a:t>名程序</a:t>
            </a:r>
            <a:r>
              <a:rPr lang="zh-CN" altLang="en-US" dirty="0">
                <a:latin typeface="微软雅黑" panose="020B0503020204020204" pitchFamily="34" charset="-122"/>
                <a:ea typeface="微软雅黑" panose="020B0503020204020204" pitchFamily="34" charset="-122"/>
                <a:cs typeface="华文新魏" panose="02010800040101010101" charset="-122"/>
              </a:rPr>
              <a:t>员</a:t>
            </a:r>
            <a:r>
              <a:rPr dirty="0">
                <a:latin typeface="微软雅黑" panose="020B0503020204020204" pitchFamily="34" charset="-122"/>
                <a:ea typeface="微软雅黑" panose="020B0503020204020204" pitchFamily="34" charset="-122"/>
                <a:cs typeface="华文新魏" panose="02010800040101010101" charset="-122"/>
              </a:rPr>
              <a:t>，</a:t>
            </a:r>
            <a:r>
              <a:rPr spc="-45" dirty="0">
                <a:latin typeface="微软雅黑" panose="020B0503020204020204" pitchFamily="34" charset="-122"/>
                <a:ea typeface="微软雅黑" panose="020B0503020204020204" pitchFamily="34" charset="-122"/>
                <a:cs typeface="华文新魏" panose="02010800040101010101" charset="-122"/>
              </a:rPr>
              <a:t> </a:t>
            </a:r>
            <a:r>
              <a:rPr spc="-5" dirty="0">
                <a:latin typeface="微软雅黑" panose="020B0503020204020204" pitchFamily="34" charset="-122"/>
                <a:ea typeface="微软雅黑" panose="020B0503020204020204" pitchFamily="34" charset="-122"/>
                <a:cs typeface="Calibri" panose="020F0502020204030204"/>
              </a:rPr>
              <a:t>2</a:t>
            </a:r>
            <a:r>
              <a:rPr dirty="0">
                <a:latin typeface="微软雅黑" panose="020B0503020204020204" pitchFamily="34" charset="-122"/>
                <a:ea typeface="微软雅黑" panose="020B0503020204020204" pitchFamily="34" charset="-122"/>
                <a:cs typeface="华文新魏" panose="02010800040101010101" charset="-122"/>
              </a:rPr>
              <a:t>个月的开发周期</a:t>
            </a:r>
          </a:p>
          <a:p>
            <a:pPr marL="927100">
              <a:lnSpc>
                <a:spcPct val="100000"/>
              </a:lnSpc>
              <a:spcBef>
                <a:spcPts val="960"/>
              </a:spcBef>
            </a:pPr>
            <a:r>
              <a:rPr dirty="0" err="1">
                <a:latin typeface="微软雅黑" panose="020B0503020204020204" pitchFamily="34" charset="-122"/>
                <a:ea typeface="微软雅黑" panose="020B0503020204020204" pitchFamily="34" charset="-122"/>
                <a:cs typeface="华文新魏" panose="02010800040101010101" charset="-122"/>
              </a:rPr>
              <a:t>程序</a:t>
            </a:r>
            <a:r>
              <a:rPr lang="zh-CN" altLang="en-US" dirty="0">
                <a:latin typeface="微软雅黑" panose="020B0503020204020204" pitchFamily="34" charset="-122"/>
                <a:ea typeface="微软雅黑" panose="020B0503020204020204" pitchFamily="34" charset="-122"/>
                <a:cs typeface="华文新魏" panose="02010800040101010101" charset="-122"/>
              </a:rPr>
              <a:t>员</a:t>
            </a:r>
            <a:r>
              <a:rPr dirty="0" err="1">
                <a:latin typeface="微软雅黑" panose="020B0503020204020204" pitchFamily="34" charset="-122"/>
                <a:ea typeface="微软雅黑" panose="020B0503020204020204" pitchFamily="34" charset="-122"/>
                <a:cs typeface="华文新魏" panose="02010800040101010101" charset="-122"/>
              </a:rPr>
              <a:t>直接和用户对话，写了两页纸的备忘录</a:t>
            </a:r>
            <a:endParaRPr dirty="0">
              <a:latin typeface="微软雅黑" panose="020B0503020204020204" pitchFamily="34" charset="-122"/>
              <a:ea typeface="微软雅黑" panose="020B0503020204020204" pitchFamily="34" charset="-122"/>
              <a:cs typeface="华文新魏" panose="02010800040101010101" charset="-122"/>
            </a:endParaRPr>
          </a:p>
          <a:p>
            <a:pPr marL="732790" lvl="1" indent="-263525">
              <a:lnSpc>
                <a:spcPct val="100000"/>
              </a:lnSpc>
              <a:spcBef>
                <a:spcPts val="980"/>
              </a:spcBef>
              <a:buFont typeface="Calibri" panose="020F0502020204030204"/>
              <a:buAutoNum type="arabicParenR" startAt="2"/>
              <a:tabLst>
                <a:tab pos="733425" algn="l"/>
              </a:tabLst>
            </a:pPr>
            <a:r>
              <a:rPr dirty="0">
                <a:latin typeface="微软雅黑" panose="020B0503020204020204" pitchFamily="34" charset="-122"/>
                <a:ea typeface="微软雅黑" panose="020B0503020204020204" pitchFamily="34" charset="-122"/>
                <a:cs typeface="华文新魏" panose="02010800040101010101" charset="-122"/>
              </a:rPr>
              <a:t>大型项目，</a:t>
            </a:r>
            <a:r>
              <a:rPr dirty="0">
                <a:latin typeface="微软雅黑" panose="020B0503020204020204" pitchFamily="34" charset="-122"/>
                <a:ea typeface="微软雅黑" panose="020B0503020204020204" pitchFamily="34" charset="-122"/>
                <a:cs typeface="Calibri" panose="020F0502020204030204"/>
              </a:rPr>
              <a:t>50</a:t>
            </a:r>
            <a:r>
              <a:rPr spc="-10" dirty="0">
                <a:latin typeface="微软雅黑" panose="020B0503020204020204" pitchFamily="34" charset="-122"/>
                <a:ea typeface="微软雅黑" panose="020B0503020204020204" pitchFamily="34" charset="-122"/>
                <a:cs typeface="Calibri" panose="020F0502020204030204"/>
              </a:rPr>
              <a:t> </a:t>
            </a:r>
            <a:r>
              <a:rPr dirty="0" err="1">
                <a:latin typeface="微软雅黑" panose="020B0503020204020204" pitchFamily="34" charset="-122"/>
                <a:ea typeface="微软雅黑" panose="020B0503020204020204" pitchFamily="34" charset="-122"/>
                <a:cs typeface="华文新魏" panose="02010800040101010101" charset="-122"/>
              </a:rPr>
              <a:t>名程序</a:t>
            </a:r>
            <a:r>
              <a:rPr lang="zh-CN" altLang="en-US" dirty="0">
                <a:latin typeface="微软雅黑" panose="020B0503020204020204" pitchFamily="34" charset="-122"/>
                <a:ea typeface="微软雅黑" panose="020B0503020204020204" pitchFamily="34" charset="-122"/>
                <a:cs typeface="华文新魏" panose="02010800040101010101" charset="-122"/>
              </a:rPr>
              <a:t>员</a:t>
            </a:r>
            <a:r>
              <a:rPr dirty="0">
                <a:latin typeface="微软雅黑" panose="020B0503020204020204" pitchFamily="34" charset="-122"/>
                <a:ea typeface="微软雅黑" panose="020B0503020204020204" pitchFamily="34" charset="-122"/>
                <a:cs typeface="华文新魏" panose="02010800040101010101" charset="-122"/>
              </a:rPr>
              <a:t>，</a:t>
            </a:r>
            <a:r>
              <a:rPr dirty="0">
                <a:latin typeface="微软雅黑" panose="020B0503020204020204" pitchFamily="34" charset="-122"/>
                <a:ea typeface="微软雅黑" panose="020B0503020204020204" pitchFamily="34" charset="-122"/>
                <a:cs typeface="Calibri" panose="020F0502020204030204"/>
              </a:rPr>
              <a:t>2</a:t>
            </a:r>
            <a:r>
              <a:rPr dirty="0">
                <a:latin typeface="微软雅黑" panose="020B0503020204020204" pitchFamily="34" charset="-122"/>
                <a:ea typeface="微软雅黑" panose="020B0503020204020204" pitchFamily="34" charset="-122"/>
                <a:cs typeface="华文新魏" panose="02010800040101010101" charset="-122"/>
              </a:rPr>
              <a:t>年的开发周期</a:t>
            </a:r>
          </a:p>
          <a:p>
            <a:pPr marL="927100">
              <a:lnSpc>
                <a:spcPct val="100000"/>
              </a:lnSpc>
              <a:spcBef>
                <a:spcPts val="960"/>
              </a:spcBef>
            </a:pPr>
            <a:r>
              <a:rPr dirty="0">
                <a:latin typeface="微软雅黑" panose="020B0503020204020204" pitchFamily="34" charset="-122"/>
                <a:ea typeface="微软雅黑" panose="020B0503020204020204" pitchFamily="34" charset="-122"/>
                <a:cs typeface="华文新魏" panose="02010800040101010101" charset="-122"/>
              </a:rPr>
              <a:t>专门的团队进行需求建模与分析，撰写了</a:t>
            </a:r>
            <a:r>
              <a:rPr spc="-5" dirty="0">
                <a:latin typeface="微软雅黑" panose="020B0503020204020204" pitchFamily="34" charset="-122"/>
                <a:ea typeface="微软雅黑" panose="020B0503020204020204" pitchFamily="34" charset="-122"/>
                <a:cs typeface="Calibri" panose="020F0502020204030204"/>
              </a:rPr>
              <a:t>50</a:t>
            </a:r>
            <a:r>
              <a:rPr dirty="0">
                <a:latin typeface="微软雅黑" panose="020B0503020204020204" pitchFamily="34" charset="-122"/>
                <a:ea typeface="微软雅黑" panose="020B0503020204020204" pitchFamily="34" charset="-122"/>
                <a:cs typeface="Calibri" panose="020F0502020204030204"/>
              </a:rPr>
              <a:t>0</a:t>
            </a:r>
            <a:r>
              <a:rPr dirty="0">
                <a:latin typeface="微软雅黑" panose="020B0503020204020204" pitchFamily="34" charset="-122"/>
                <a:ea typeface="微软雅黑" panose="020B0503020204020204" pitchFamily="34" charset="-122"/>
                <a:cs typeface="华文新魏" panose="02010800040101010101" charset="-122"/>
              </a:rPr>
              <a:t>页的需求规格说明</a:t>
            </a:r>
          </a:p>
        </p:txBody>
      </p:sp>
      <p:sp>
        <p:nvSpPr>
          <p:cNvPr id="28" name="标题 27"/>
          <p:cNvSpPr>
            <a:spLocks noGrp="1"/>
          </p:cNvSpPr>
          <p:nvPr>
            <p:ph type="title"/>
          </p:nvPr>
        </p:nvSpPr>
        <p:spPr/>
        <p:txBody>
          <a:bodyPr/>
          <a:lstStyle/>
          <a:p>
            <a:r>
              <a:rPr lang="zh-CN" altLang="en-US" spc="-5" dirty="0"/>
              <a:t>选择合适的需求规格说明方式</a:t>
            </a:r>
            <a:endParaRPr lang="zh-CN" altLang="en-US" dirty="0"/>
          </a:p>
        </p:txBody>
      </p:sp>
      <p:pic>
        <p:nvPicPr>
          <p:cNvPr id="2" name="图片 1"/>
          <p:cNvPicPr>
            <a:picLocks noChangeAspect="1"/>
          </p:cNvPicPr>
          <p:nvPr/>
        </p:nvPicPr>
        <p:blipFill>
          <a:blip r:embed="rId3"/>
          <a:stretch>
            <a:fillRect/>
          </a:stretch>
        </p:blipFill>
        <p:spPr>
          <a:xfrm>
            <a:off x="1793307" y="3354028"/>
            <a:ext cx="8605385" cy="3149357"/>
          </a:xfrm>
          <a:prstGeom prst="rect">
            <a:avLst/>
          </a:prstGeom>
        </p:spPr>
      </p:pic>
      <p:sp>
        <p:nvSpPr>
          <p:cNvPr id="4" name="灯片编号占位符 3"/>
          <p:cNvSpPr>
            <a:spLocks noGrp="1"/>
          </p:cNvSpPr>
          <p:nvPr>
            <p:ph type="sldNum" sz="quarter" idx="12"/>
          </p:nvPr>
        </p:nvSpPr>
        <p:spPr/>
        <p:txBody>
          <a:bodyPr/>
          <a:lstStyle/>
          <a:p>
            <a:fld id="{74D2AB8B-5816-41F2-8B4B-CA5C3E4E6A65}" type="slidenum">
              <a:rPr lang="zh-CN" altLang="en-US" smtClean="0"/>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91809"/>
    </mc:Choice>
    <mc:Fallback xmlns="">
      <p:transition spd="slow" advTm="19180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099275820"/>
              </p:ext>
            </p:extLst>
          </p:nvPr>
        </p:nvGraphicFramePr>
        <p:xfrm>
          <a:off x="687705" y="1539698"/>
          <a:ext cx="10816589" cy="3973509"/>
        </p:xfrm>
        <a:graphic>
          <a:graphicData uri="http://schemas.openxmlformats.org/drawingml/2006/table">
            <a:tbl>
              <a:tblPr firstRow="1" bandRow="1">
                <a:tableStyleId>{2D5ABB26-0587-4C30-8999-92F81FD0307C}</a:tableStyleId>
              </a:tblPr>
              <a:tblGrid>
                <a:gridCol w="2315845">
                  <a:extLst>
                    <a:ext uri="{9D8B030D-6E8A-4147-A177-3AD203B41FA5}">
                      <a16:colId xmlns:a16="http://schemas.microsoft.com/office/drawing/2014/main" val="20000"/>
                    </a:ext>
                  </a:extLst>
                </a:gridCol>
                <a:gridCol w="1732914">
                  <a:extLst>
                    <a:ext uri="{9D8B030D-6E8A-4147-A177-3AD203B41FA5}">
                      <a16:colId xmlns:a16="http://schemas.microsoft.com/office/drawing/2014/main" val="20001"/>
                    </a:ext>
                  </a:extLst>
                </a:gridCol>
                <a:gridCol w="2901315">
                  <a:extLst>
                    <a:ext uri="{9D8B030D-6E8A-4147-A177-3AD203B41FA5}">
                      <a16:colId xmlns:a16="http://schemas.microsoft.com/office/drawing/2014/main" val="20002"/>
                    </a:ext>
                  </a:extLst>
                </a:gridCol>
                <a:gridCol w="3866515">
                  <a:extLst>
                    <a:ext uri="{9D8B030D-6E8A-4147-A177-3AD203B41FA5}">
                      <a16:colId xmlns:a16="http://schemas.microsoft.com/office/drawing/2014/main" val="20004"/>
                    </a:ext>
                  </a:extLst>
                </a:gridCol>
              </a:tblGrid>
              <a:tr h="676274">
                <a:tc>
                  <a:txBody>
                    <a:bodyPr/>
                    <a:lstStyle/>
                    <a:p>
                      <a:pPr marL="121285">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方法</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tc>
                  <a:txBody>
                    <a:bodyPr/>
                    <a:lstStyle/>
                    <a:p>
                      <a:pPr marL="121920">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使用时机</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tc>
                  <a:txBody>
                    <a:bodyPr/>
                    <a:lstStyle/>
                    <a:p>
                      <a:pPr marL="121285">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适合</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CACDD"/>
                    </a:solidFill>
                  </a:tcPr>
                </a:tc>
                <a:tc>
                  <a:txBody>
                    <a:bodyPr/>
                    <a:lstStyle/>
                    <a:p>
                      <a:pPr marL="121920">
                        <a:lnSpc>
                          <a:spcPct val="100000"/>
                        </a:lnSpc>
                        <a:spcBef>
                          <a:spcPts val="310"/>
                        </a:spcBef>
                      </a:pPr>
                      <a:r>
                        <a:rPr sz="20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需要的资源</a:t>
                      </a:r>
                      <a:endParaRPr sz="2000" dirty="0">
                        <a:latin typeface="微软雅黑" panose="020B0503020204020204" pitchFamily="34" charset="-122"/>
                        <a:ea typeface="微软雅黑" panose="020B0503020204020204" pitchFamily="34" charset="-122"/>
                        <a:cs typeface="华文新魏" panose="02010800040101010101" charset="-122"/>
                      </a:endParaRPr>
                    </a:p>
                  </a:txBody>
                  <a:tcPr marL="0" marR="0" marT="39369"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6CACDD"/>
                    </a:solidFill>
                  </a:tcPr>
                </a:tc>
                <a:extLst>
                  <a:ext uri="{0D108BD9-81ED-4DB2-BD59-A6C34878D82A}">
                    <a16:rowId xmlns:a16="http://schemas.microsoft.com/office/drawing/2014/main" val="10000"/>
                  </a:ext>
                </a:extLst>
              </a:tr>
              <a:tr h="1020762">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描述性文本</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小项目</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小产品的非正式说明</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有良好写作能力的分析师</a:t>
                      </a: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FE6"/>
                    </a:solidFill>
                  </a:tcPr>
                </a:tc>
                <a:extLst>
                  <a:ext uri="{0D108BD9-81ED-4DB2-BD59-A6C34878D82A}">
                    <a16:rowId xmlns:a16="http://schemas.microsoft.com/office/drawing/2014/main" val="10001"/>
                  </a:ext>
                </a:extLst>
              </a:tr>
              <a:tr h="1255711">
                <a:tc>
                  <a:txBody>
                    <a:bodyPr/>
                    <a:lstStyle/>
                    <a:p>
                      <a:pPr>
                        <a:lnSpc>
                          <a:spcPct val="100000"/>
                        </a:lnSpc>
                      </a:pPr>
                      <a:endParaRPr sz="2000" dirty="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spcBef>
                          <a:spcPts val="1440"/>
                        </a:spcBef>
                      </a:pPr>
                      <a:r>
                        <a:rPr sz="2000" dirty="0">
                          <a:latin typeface="微软雅黑" panose="020B0503020204020204" pitchFamily="34" charset="-122"/>
                          <a:ea typeface="微软雅黑" panose="020B0503020204020204" pitchFamily="34" charset="-122"/>
                          <a:cs typeface="华文新魏" panose="02010800040101010101" charset="-122"/>
                        </a:rPr>
                        <a:t>从用例模型生成</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00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spcBef>
                          <a:spcPts val="1440"/>
                        </a:spcBef>
                      </a:pPr>
                      <a:r>
                        <a:rPr sz="2000" dirty="0">
                          <a:latin typeface="微软雅黑" panose="020B0503020204020204" pitchFamily="34" charset="-122"/>
                          <a:ea typeface="微软雅黑" panose="020B0503020204020204" pitchFamily="34" charset="-122"/>
                          <a:cs typeface="华文新魏" panose="02010800040101010101" charset="-122"/>
                        </a:rPr>
                        <a:t>大中型项目</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pPr>
                      <a:endParaRPr sz="200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spcBef>
                          <a:spcPts val="1440"/>
                        </a:spcBef>
                      </a:pPr>
                      <a:r>
                        <a:rPr sz="2000" dirty="0">
                          <a:latin typeface="微软雅黑" panose="020B0503020204020204" pitchFamily="34" charset="-122"/>
                          <a:ea typeface="微软雅黑" panose="020B0503020204020204" pitchFamily="34" charset="-122"/>
                          <a:cs typeface="华文新魏" panose="02010800040101010101" charset="-122"/>
                        </a:rPr>
                        <a:t>产品线的正式规格描述</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a:lnSpc>
                          <a:spcPct val="100000"/>
                        </a:lnSpc>
                        <a:spcBef>
                          <a:spcPts val="10"/>
                        </a:spcBef>
                      </a:pPr>
                      <a:endParaRPr sz="2200">
                        <a:latin typeface="微软雅黑" panose="020B0503020204020204" pitchFamily="34" charset="-122"/>
                        <a:ea typeface="微软雅黑" panose="020B0503020204020204" pitchFamily="34" charset="-122"/>
                        <a:cs typeface="Times New Roman" panose="02020603050405020304"/>
                      </a:endParaRPr>
                    </a:p>
                    <a:p>
                      <a:pPr marL="121920" marR="17970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有建模能力，好的过程标准，建 模工具的分析师</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127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0F3"/>
                    </a:solidFill>
                  </a:tcPr>
                </a:tc>
                <a:extLst>
                  <a:ext uri="{0D108BD9-81ED-4DB2-BD59-A6C34878D82A}">
                    <a16:rowId xmlns:a16="http://schemas.microsoft.com/office/drawing/2014/main" val="10002"/>
                  </a:ext>
                </a:extLst>
              </a:tr>
              <a:tr h="1020762">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从需求数据库生成</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dirty="0">
                        <a:latin typeface="微软雅黑" panose="020B0503020204020204" pitchFamily="34" charset="-122"/>
                        <a:ea typeface="微软雅黑" panose="020B0503020204020204" pitchFamily="34" charset="-122"/>
                        <a:cs typeface="Times New Roman" panose="02020603050405020304"/>
                      </a:endParaRPr>
                    </a:p>
                    <a:p>
                      <a:pPr marL="121920">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大中型项目</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a:lnSpc>
                          <a:spcPct val="100000"/>
                        </a:lnSpc>
                      </a:pPr>
                      <a:endParaRPr sz="2450">
                        <a:latin typeface="微软雅黑" panose="020B0503020204020204" pitchFamily="34" charset="-122"/>
                        <a:ea typeface="微软雅黑" panose="020B0503020204020204" pitchFamily="34" charset="-122"/>
                        <a:cs typeface="Times New Roman" panose="02020603050405020304"/>
                      </a:endParaRPr>
                    </a:p>
                    <a:p>
                      <a:pPr marL="121285">
                        <a:lnSpc>
                          <a:spcPct val="100000"/>
                        </a:lnSpc>
                      </a:pPr>
                      <a:r>
                        <a:rPr sz="2000" dirty="0">
                          <a:latin typeface="微软雅黑" panose="020B0503020204020204" pitchFamily="34" charset="-122"/>
                          <a:ea typeface="微软雅黑" panose="020B0503020204020204" pitchFamily="34" charset="-122"/>
                          <a:cs typeface="华文新魏" panose="02010800040101010101" charset="-122"/>
                        </a:rPr>
                        <a:t>产品线的正式规格描述</a:t>
                      </a:r>
                      <a:endParaRPr sz="2000">
                        <a:latin typeface="微软雅黑" panose="020B0503020204020204" pitchFamily="34" charset="-122"/>
                        <a:ea typeface="微软雅黑" panose="020B0503020204020204" pitchFamily="34" charset="-122"/>
                        <a:cs typeface="华文新魏" panose="02010800040101010101"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marL="121920" marR="179705">
                        <a:lnSpc>
                          <a:spcPct val="100000"/>
                        </a:lnSpc>
                        <a:spcBef>
                          <a:spcPts val="1615"/>
                        </a:spcBef>
                      </a:pPr>
                      <a:r>
                        <a:rPr sz="2000" dirty="0">
                          <a:latin typeface="微软雅黑" panose="020B0503020204020204" pitchFamily="34" charset="-122"/>
                          <a:ea typeface="微软雅黑" panose="020B0503020204020204" pitchFamily="34" charset="-122"/>
                          <a:cs typeface="华文新魏" panose="02010800040101010101" charset="-122"/>
                        </a:rPr>
                        <a:t>需求数据库，有数据库管理能力 的分析师</a:t>
                      </a:r>
                    </a:p>
                  </a:txBody>
                  <a:tcPr marL="0" marR="0" marT="205104"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FE6"/>
                    </a:solidFill>
                  </a:tcPr>
                </a:tc>
                <a:extLst>
                  <a:ext uri="{0D108BD9-81ED-4DB2-BD59-A6C34878D82A}">
                    <a16:rowId xmlns:a16="http://schemas.microsoft.com/office/drawing/2014/main" val="10003"/>
                  </a:ext>
                </a:extLst>
              </a:tr>
            </a:tbl>
          </a:graphicData>
        </a:graphic>
      </p:graphicFrame>
      <p:sp>
        <p:nvSpPr>
          <p:cNvPr id="6" name="标题 5"/>
          <p:cNvSpPr>
            <a:spLocks noGrp="1"/>
          </p:cNvSpPr>
          <p:nvPr>
            <p:ph type="title"/>
          </p:nvPr>
        </p:nvSpPr>
        <p:spPr/>
        <p:txBody>
          <a:bodyPr/>
          <a:lstStyle/>
          <a:p>
            <a:r>
              <a:rPr lang="zh-CN" altLang="en-US" spc="-5" dirty="0"/>
              <a:t>生成不同风格</a:t>
            </a:r>
            <a:r>
              <a:rPr lang="en-US" altLang="zh-CN" b="1" spc="-5" dirty="0">
                <a:cs typeface="Bookman Old Style" panose="02050604050505020204"/>
              </a:rPr>
              <a:t>SRS</a:t>
            </a:r>
            <a:r>
              <a:rPr lang="zh-CN" altLang="en-US" spc="-5" dirty="0"/>
              <a:t>的方法总览</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3473"/>
    </mc:Choice>
    <mc:Fallback xmlns="">
      <p:transition spd="slow" advTm="11347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7220" y="1386840"/>
            <a:ext cx="11260455" cy="4745355"/>
          </a:xfrm>
          <a:prstGeom prst="rect">
            <a:avLst/>
          </a:prstGeom>
        </p:spPr>
        <p:txBody>
          <a:bodyPr vert="horz" wrap="square" lIns="0" tIns="205740" rIns="0" bIns="0" rtlCol="0">
            <a:spAutoFit/>
          </a:bodyPr>
          <a:lstStyle/>
          <a:p>
            <a:pPr marL="355600" indent="-342900" algn="just">
              <a:lnSpc>
                <a:spcPct val="100000"/>
              </a:lnSpc>
              <a:spcBef>
                <a:spcPts val="1620"/>
              </a:spcBef>
              <a:buFont typeface="Arial" panose="020B0604020202020204" pitchFamily="34" charset="0"/>
              <a:buChar char="•"/>
              <a:tabLst>
                <a:tab pos="241300" algn="l"/>
              </a:tabLst>
            </a:pP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撰写用户手册作为一种性价比高的一箭双雕的方法</a:t>
            </a:r>
            <a:r>
              <a:rPr sz="2400" dirty="0">
                <a:latin typeface="微软雅黑" panose="020B0503020204020204" pitchFamily="34" charset="-122"/>
                <a:ea typeface="微软雅黑" panose="020B0503020204020204" pitchFamily="34" charset="-122"/>
                <a:cs typeface="华文新魏" panose="02010800040101010101" charset="-122"/>
              </a:rPr>
              <a:t>，同时获得</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和用户手册</a:t>
            </a:r>
          </a:p>
          <a:p>
            <a:pPr marL="355600" indent="-342900" algn="just">
              <a:lnSpc>
                <a:spcPct val="100000"/>
              </a:lnSpc>
              <a:spcBef>
                <a:spcPts val="1520"/>
              </a:spcBef>
              <a:buFont typeface="Arial" panose="020B0604020202020204" pitchFamily="34" charset="0"/>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用户手册作为</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对于和用户交互的系统是比较有效的，这样系统由交互驱动</a:t>
            </a:r>
          </a:p>
          <a:p>
            <a:pPr marL="355600" indent="-342900" algn="just">
              <a:lnSpc>
                <a:spcPct val="100000"/>
              </a:lnSpc>
              <a:spcBef>
                <a:spcPts val="1620"/>
              </a:spcBef>
              <a:buFont typeface="Arial" panose="020B0604020202020204" pitchFamily="34" charset="0"/>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好的手册描述了所有用例的所有场景</a:t>
            </a:r>
          </a:p>
          <a:p>
            <a:pPr marL="698500" lvl="1" indent="-229235" algn="just">
              <a:lnSpc>
                <a:spcPct val="100000"/>
              </a:lnSpc>
              <a:spcBef>
                <a:spcPts val="126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Gill Sans MT" panose="020B0502020104020203"/>
              </a:rPr>
              <a:t>Fred </a:t>
            </a:r>
            <a:r>
              <a:rPr sz="2400" dirty="0" err="1">
                <a:latin typeface="微软雅黑" panose="020B0503020204020204" pitchFamily="34" charset="-122"/>
                <a:ea typeface="微软雅黑" panose="020B0503020204020204" pitchFamily="34" charset="-122"/>
                <a:cs typeface="Gill Sans MT" panose="020B0502020104020203"/>
              </a:rPr>
              <a:t>Brooks</a:t>
            </a:r>
            <a:r>
              <a:rPr sz="2400" dirty="0" err="1">
                <a:latin typeface="微软雅黑" panose="020B0503020204020204" pitchFamily="34" charset="-122"/>
                <a:ea typeface="微软雅黑" panose="020B0503020204020204" pitchFamily="34" charset="-122"/>
                <a:cs typeface="华文新魏" panose="02010800040101010101" charset="-122"/>
              </a:rPr>
              <a:t>的《人月神话》中描述了将用户手册作为需求规格说明书的做法</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55600" marR="1532890" lvl="1" indent="-342900" algn="just">
              <a:lnSpc>
                <a:spcPts val="4700"/>
              </a:lnSpc>
              <a:spcBef>
                <a:spcPts val="60"/>
              </a:spcBef>
              <a:buFont typeface="Arial" panose="020B0604020202020204" pitchFamily="34" charset="0"/>
              <a:buChar char="•"/>
              <a:tabLst>
                <a:tab pos="698500" algn="l"/>
              </a:tabLst>
            </a:pPr>
            <a:r>
              <a:rPr sz="2400" dirty="0" err="1">
                <a:latin typeface="微软雅黑" panose="020B0503020204020204" pitchFamily="34" charset="-122"/>
                <a:ea typeface="微软雅黑" panose="020B0503020204020204" pitchFamily="34" charset="-122"/>
                <a:cs typeface="华文新魏" panose="02010800040101010101" charset="-122"/>
              </a:rPr>
              <a:t>据说在苹果的第一台电脑的编码工作开始之前用户手册就写好</a:t>
            </a:r>
            <a:r>
              <a:rPr lang="zh-CN" altLang="en-US" sz="2400" dirty="0">
                <a:latin typeface="微软雅黑" panose="020B0503020204020204" pitchFamily="34" charset="-122"/>
                <a:ea typeface="微软雅黑" panose="020B0503020204020204" pitchFamily="34" charset="-122"/>
                <a:cs typeface="华文新魏" panose="02010800040101010101" charset="-122"/>
              </a:rPr>
              <a:t>了，但是用户手册并没有描述：</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gn="just">
              <a:lnSpc>
                <a:spcPct val="100000"/>
              </a:lnSpc>
              <a:spcBef>
                <a:spcPts val="620"/>
              </a:spcBef>
              <a:buFont typeface="Arial" panose="020B0604020202020204"/>
              <a:buChar char="•"/>
              <a:tabLst>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非功能性需求</a:t>
            </a:r>
          </a:p>
          <a:p>
            <a:pPr marL="698500" lvl="1" indent="-229235" algn="just">
              <a:lnSpc>
                <a:spcPct val="100000"/>
              </a:lnSpc>
              <a:spcBef>
                <a:spcPts val="1120"/>
              </a:spcBef>
              <a:buFont typeface="Arial" panose="020B0604020202020204"/>
              <a:buChar char="•"/>
              <a:tabLst>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不和用户交互的功能性需求</a:t>
            </a:r>
          </a:p>
          <a:p>
            <a:pPr marL="1155700" lvl="2" indent="-228600" algn="just">
              <a:lnSpc>
                <a:spcPct val="100000"/>
              </a:lnSpc>
              <a:spcBef>
                <a:spcPts val="1080"/>
              </a:spcBef>
              <a:buFont typeface="Arial" panose="020B0604020202020204"/>
              <a:buChar char="•"/>
              <a:tabLst>
                <a:tab pos="1155065" algn="l"/>
                <a:tab pos="1155700" algn="l"/>
              </a:tabLst>
            </a:pPr>
            <a:r>
              <a:rPr sz="2000" dirty="0">
                <a:latin typeface="微软雅黑" panose="020B0503020204020204" pitchFamily="34" charset="-122"/>
                <a:ea typeface="微软雅黑" panose="020B0503020204020204" pitchFamily="34" charset="-122"/>
                <a:cs typeface="华文新魏" panose="02010800040101010101" charset="-122"/>
              </a:rPr>
              <a:t>比如：函数计算、过滤器或者翻译工具的时候</a:t>
            </a:r>
          </a:p>
        </p:txBody>
      </p:sp>
      <p:sp>
        <p:nvSpPr>
          <p:cNvPr id="6" name="标题 5"/>
          <p:cNvSpPr>
            <a:spLocks noGrp="1"/>
          </p:cNvSpPr>
          <p:nvPr>
            <p:ph type="title"/>
          </p:nvPr>
        </p:nvSpPr>
        <p:spPr/>
        <p:txBody>
          <a:bodyPr/>
          <a:lstStyle/>
          <a:p>
            <a:r>
              <a:rPr lang="zh-CN" altLang="en-US" spc="-5" dirty="0"/>
              <a:t>用户手册作为</a:t>
            </a:r>
            <a:r>
              <a:rPr lang="en-US" altLang="zh-CN" b="1" spc="-5" dirty="0">
                <a:cs typeface="Bookman Old Style" panose="02050604050505020204"/>
              </a:rPr>
              <a:t>SRS</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0601"/>
    </mc:Choice>
    <mc:Fallback xmlns="">
      <p:transition spd="slow" advTm="9060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47800" y="2300447"/>
            <a:ext cx="5435600" cy="3657600"/>
          </a:xfrm>
          <a:prstGeom prst="rect">
            <a:avLst/>
          </a:prstGeom>
        </p:spPr>
        <p:txBody>
          <a:bodyPr vert="horz" wrap="square" lIns="0" tIns="91440" rIns="0" bIns="0" rtlCol="0">
            <a:spAutoFit/>
          </a:bodyPr>
          <a:lstStyle/>
          <a:p>
            <a:pPr marL="12700">
              <a:lnSpc>
                <a:spcPct val="100000"/>
              </a:lnSpc>
              <a:spcBef>
                <a:spcPts val="720"/>
              </a:spcBef>
            </a:pPr>
            <a:r>
              <a:rPr sz="2400" dirty="0">
                <a:latin typeface="微软雅黑" panose="020B0503020204020204" pitchFamily="34" charset="-122"/>
                <a:ea typeface="微软雅黑" panose="020B0503020204020204" pitchFamily="34" charset="-122"/>
                <a:cs typeface="华文新魏" panose="02010800040101010101" charset="-122"/>
              </a:rPr>
              <a:t>一个高质量的需求规格说明</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是所有需求的集合</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描述产品要提供的所有功能</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是软件系统解决方案的商业合同的基础</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测试计划的基础</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定义产品需求的度量标准</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是产品需求跟踪的先决条件</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影响开发产品的项目计划</a:t>
            </a:r>
          </a:p>
        </p:txBody>
      </p:sp>
      <p:sp>
        <p:nvSpPr>
          <p:cNvPr id="4" name="object 4"/>
          <p:cNvSpPr/>
          <p:nvPr/>
        </p:nvSpPr>
        <p:spPr>
          <a:xfrm>
            <a:off x="8188605" y="4028221"/>
            <a:ext cx="2233295" cy="1682114"/>
          </a:xfrm>
          <a:custGeom>
            <a:avLst/>
            <a:gdLst/>
            <a:ahLst/>
            <a:cxnLst/>
            <a:rect l="l" t="t" r="r" b="b"/>
            <a:pathLst>
              <a:path w="2233295" h="1682114">
                <a:moveTo>
                  <a:pt x="2232955" y="0"/>
                </a:moveTo>
                <a:lnTo>
                  <a:pt x="112044" y="183429"/>
                </a:lnTo>
                <a:lnTo>
                  <a:pt x="0" y="426674"/>
                </a:lnTo>
                <a:lnTo>
                  <a:pt x="401214" y="685375"/>
                </a:lnTo>
                <a:lnTo>
                  <a:pt x="245675" y="751812"/>
                </a:lnTo>
                <a:lnTo>
                  <a:pt x="920750" y="1203514"/>
                </a:lnTo>
                <a:lnTo>
                  <a:pt x="720326" y="1262655"/>
                </a:lnTo>
                <a:lnTo>
                  <a:pt x="1084658" y="1681797"/>
                </a:lnTo>
                <a:lnTo>
                  <a:pt x="1836957" y="1521063"/>
                </a:lnTo>
                <a:lnTo>
                  <a:pt x="2232955" y="0"/>
                </a:lnTo>
                <a:close/>
              </a:path>
            </a:pathLst>
          </a:custGeom>
          <a:solidFill>
            <a:srgbClr val="B0DBF5"/>
          </a:solidFill>
        </p:spPr>
        <p:txBody>
          <a:bodyPr wrap="square" lIns="0" tIns="0" rIns="0" bIns="0" rtlCol="0"/>
          <a:lstStyle/>
          <a:p>
            <a:endParaRPr/>
          </a:p>
        </p:txBody>
      </p:sp>
      <p:sp>
        <p:nvSpPr>
          <p:cNvPr id="5" name="object 5"/>
          <p:cNvSpPr/>
          <p:nvPr/>
        </p:nvSpPr>
        <p:spPr>
          <a:xfrm>
            <a:off x="8454465" y="4063501"/>
            <a:ext cx="1917052" cy="1485784"/>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高质量需求规格说明</a:t>
            </a:r>
            <a:endParaRPr lang="zh-CN" altLang="en-US" dirty="0"/>
          </a:p>
        </p:txBody>
      </p:sp>
      <p:sp>
        <p:nvSpPr>
          <p:cNvPr id="2" name="矩形 1"/>
          <p:cNvSpPr/>
          <p:nvPr/>
        </p:nvSpPr>
        <p:spPr>
          <a:xfrm>
            <a:off x="1512176" y="1580069"/>
            <a:ext cx="9167648" cy="830997"/>
          </a:xfrm>
          <a:prstGeom prst="rect">
            <a:avLst/>
          </a:prstGeom>
        </p:spPr>
        <p:txBody>
          <a:bodyPr wrap="square">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需求规格说明要覆盖软件产品的功能、外部接口、性能、质量属性、设计约束！</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9847"/>
    </mc:Choice>
    <mc:Fallback xmlns="">
      <p:transition spd="slow" advTm="5984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75305" y="1534791"/>
            <a:ext cx="4098399" cy="5039841"/>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正确性</a:t>
            </a:r>
            <a:r>
              <a:rPr sz="2400" spc="-4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Gill Sans MT" panose="020B0502020104020203"/>
              </a:rPr>
              <a:t>=</a:t>
            </a:r>
            <a:r>
              <a:rPr sz="2400" spc="-45" dirty="0">
                <a:latin typeface="微软雅黑" panose="020B0503020204020204" pitchFamily="34" charset="-122"/>
                <a:ea typeface="微软雅黑" panose="020B0503020204020204" pitchFamily="34" charset="-122"/>
                <a:cs typeface="Gill Sans MT" panose="020B0502020104020203"/>
              </a:rPr>
              <a:t> </a:t>
            </a:r>
            <a:r>
              <a:rPr sz="2400" dirty="0">
                <a:latin typeface="微软雅黑" panose="020B0503020204020204" pitchFamily="34" charset="-122"/>
                <a:ea typeface="微软雅黑" panose="020B0503020204020204" pitchFamily="34" charset="-122"/>
                <a:cs typeface="华文新魏" panose="02010800040101010101" charset="-122"/>
              </a:rPr>
              <a:t>经过验证的</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无歧义</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完整的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可测试</a:t>
            </a:r>
            <a:r>
              <a:rPr sz="2400" spc="30"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Gill Sans MT" panose="020B0502020104020203"/>
              </a:rPr>
              <a:t>=</a:t>
            </a:r>
            <a:r>
              <a:rPr sz="2400" spc="-45" dirty="0">
                <a:latin typeface="微软雅黑" panose="020B0503020204020204" pitchFamily="34" charset="-122"/>
                <a:ea typeface="微软雅黑" panose="020B0503020204020204" pitchFamily="34" charset="-122"/>
                <a:cs typeface="Gill Sans MT" panose="020B0502020104020203"/>
              </a:rPr>
              <a:t> </a:t>
            </a:r>
            <a:r>
              <a:rPr sz="2400" dirty="0">
                <a:latin typeface="微软雅黑" panose="020B0503020204020204" pitchFamily="34" charset="-122"/>
                <a:ea typeface="微软雅黑" panose="020B0503020204020204" pitchFamily="34" charset="-122"/>
                <a:cs typeface="华文新魏" panose="02010800040101010101" charset="-122"/>
              </a:rPr>
              <a:t>可以证明的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可修改的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可跟踪的</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易理解</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一致的</a:t>
            </a: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有序的</a:t>
            </a:r>
            <a:endParaRPr lang="en-US" altLang="zh-CN"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新魏" panose="02010800040101010101" charset="-122"/>
              </a:rPr>
              <a:t>项目或产品特定的其他特征</a:t>
            </a:r>
          </a:p>
          <a:p>
            <a:pPr marL="241300" indent="-228600">
              <a:lnSpc>
                <a:spcPct val="100000"/>
              </a:lnSpc>
              <a:spcBef>
                <a:spcPts val="720"/>
              </a:spcBef>
              <a:buFont typeface="Arial" panose="020B0604020202020204"/>
              <a:buChar char="•"/>
              <a:tabLst>
                <a:tab pos="241300" algn="l"/>
              </a:tabLst>
            </a:pP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7" name="object 7"/>
          <p:cNvSpPr/>
          <p:nvPr/>
        </p:nvSpPr>
        <p:spPr>
          <a:xfrm>
            <a:off x="4825537" y="5561214"/>
            <a:ext cx="1300942" cy="527858"/>
          </a:xfrm>
          <a:prstGeom prst="rect">
            <a:avLst/>
          </a:prstGeom>
          <a:blipFill>
            <a:blip r:embed="rId3" cstate="print"/>
            <a:stretch>
              <a:fillRect/>
            </a:stretch>
          </a:blipFill>
        </p:spPr>
        <p:txBody>
          <a:bodyPr wrap="square" lIns="0" tIns="0" rIns="0" bIns="0" rtlCol="0"/>
          <a:lstStyle/>
          <a:p>
            <a:endParaRPr/>
          </a:p>
        </p:txBody>
      </p:sp>
      <p:grpSp>
        <p:nvGrpSpPr>
          <p:cNvPr id="48" name="组合 47"/>
          <p:cNvGrpSpPr/>
          <p:nvPr/>
        </p:nvGrpSpPr>
        <p:grpSpPr>
          <a:xfrm>
            <a:off x="4495291" y="1690688"/>
            <a:ext cx="7399297" cy="4616313"/>
            <a:chOff x="4546091" y="1447820"/>
            <a:chExt cx="7399297" cy="4616313"/>
          </a:xfrm>
        </p:grpSpPr>
        <p:sp>
          <p:nvSpPr>
            <p:cNvPr id="5" name="object 5"/>
            <p:cNvSpPr/>
            <p:nvPr/>
          </p:nvSpPr>
          <p:spPr>
            <a:xfrm>
              <a:off x="9149718" y="1657369"/>
              <a:ext cx="2477447" cy="1041399"/>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763192" y="5544588"/>
              <a:ext cx="1417319" cy="519545"/>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756634" y="5539342"/>
              <a:ext cx="1277937" cy="408413"/>
            </a:xfrm>
            <a:prstGeom prst="rect">
              <a:avLst/>
            </a:prstGeom>
            <a:blipFill>
              <a:blip r:embed="rId6" cstate="print"/>
              <a:stretch>
                <a:fillRect/>
              </a:stretch>
            </a:blipFill>
          </p:spPr>
          <p:txBody>
            <a:bodyPr wrap="square" lIns="0" tIns="0" rIns="0" bIns="0" rtlCol="0"/>
            <a:lstStyle/>
            <a:p>
              <a:endParaRPr/>
            </a:p>
          </p:txBody>
        </p:sp>
        <p:sp>
          <p:nvSpPr>
            <p:cNvPr id="9" name="object 9"/>
            <p:cNvSpPr txBox="1"/>
            <p:nvPr/>
          </p:nvSpPr>
          <p:spPr>
            <a:xfrm>
              <a:off x="4840772" y="5577442"/>
              <a:ext cx="109791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incomplete</a:t>
              </a:r>
              <a:endParaRPr sz="1800">
                <a:latin typeface="Calibri" panose="020F0502020204030204"/>
                <a:cs typeface="Calibri" panose="020F0502020204030204"/>
              </a:endParaRPr>
            </a:p>
          </p:txBody>
        </p:sp>
        <p:sp>
          <p:nvSpPr>
            <p:cNvPr id="10" name="object 10"/>
            <p:cNvSpPr/>
            <p:nvPr/>
          </p:nvSpPr>
          <p:spPr>
            <a:xfrm>
              <a:off x="7722523" y="4330929"/>
              <a:ext cx="2231967" cy="519545"/>
            </a:xfrm>
            <a:prstGeom prst="rect">
              <a:avLst/>
            </a:prstGeom>
            <a:blipFill>
              <a:blip r:embed="rId7" cstate="print"/>
              <a:stretch>
                <a:fillRect/>
              </a:stretch>
            </a:blipFill>
          </p:spPr>
          <p:txBody>
            <a:bodyPr wrap="square" lIns="0" tIns="0" rIns="0" bIns="0" rtlCol="0"/>
            <a:lstStyle/>
            <a:p>
              <a:endParaRPr/>
            </a:p>
          </p:txBody>
        </p:sp>
        <p:sp>
          <p:nvSpPr>
            <p:cNvPr id="11" name="object 11"/>
            <p:cNvSpPr/>
            <p:nvPr/>
          </p:nvSpPr>
          <p:spPr>
            <a:xfrm>
              <a:off x="7784869" y="4347556"/>
              <a:ext cx="2115588" cy="527858"/>
            </a:xfrm>
            <a:prstGeom prst="rect">
              <a:avLst/>
            </a:prstGeom>
            <a:blipFill>
              <a:blip r:embed="rId8" cstate="print"/>
              <a:stretch>
                <a:fillRect/>
              </a:stretch>
            </a:blipFill>
          </p:spPr>
          <p:txBody>
            <a:bodyPr wrap="square" lIns="0" tIns="0" rIns="0" bIns="0" rtlCol="0"/>
            <a:lstStyle/>
            <a:p>
              <a:endParaRPr/>
            </a:p>
          </p:txBody>
        </p:sp>
        <p:sp>
          <p:nvSpPr>
            <p:cNvPr id="12" name="object 12"/>
            <p:cNvSpPr/>
            <p:nvPr/>
          </p:nvSpPr>
          <p:spPr>
            <a:xfrm>
              <a:off x="7715779" y="4325777"/>
              <a:ext cx="2093912" cy="408320"/>
            </a:xfrm>
            <a:prstGeom prst="rect">
              <a:avLst/>
            </a:prstGeom>
            <a:blipFill>
              <a:blip r:embed="rId9" cstate="print"/>
              <a:stretch>
                <a:fillRect/>
              </a:stretch>
            </a:blipFill>
          </p:spPr>
          <p:txBody>
            <a:bodyPr wrap="square" lIns="0" tIns="0" rIns="0" bIns="0" rtlCol="0"/>
            <a:lstStyle/>
            <a:p>
              <a:endParaRPr/>
            </a:p>
          </p:txBody>
        </p:sp>
        <p:sp>
          <p:nvSpPr>
            <p:cNvPr id="13" name="object 13"/>
            <p:cNvSpPr txBox="1"/>
            <p:nvPr/>
          </p:nvSpPr>
          <p:spPr>
            <a:xfrm>
              <a:off x="7799916" y="4363877"/>
              <a:ext cx="190182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not</a:t>
              </a:r>
              <a:r>
                <a:rPr sz="1800" b="1" spc="-60" dirty="0">
                  <a:latin typeface="Calibri" panose="020F0502020204030204"/>
                  <a:cs typeface="Calibri" panose="020F0502020204030204"/>
                </a:rPr>
                <a:t> </a:t>
              </a:r>
              <a:r>
                <a:rPr sz="1800" b="1" spc="-5" dirty="0">
                  <a:latin typeface="Calibri" panose="020F0502020204030204"/>
                  <a:cs typeface="Calibri" panose="020F0502020204030204"/>
                </a:rPr>
                <a:t>understandable</a:t>
              </a:r>
              <a:endParaRPr sz="1800">
                <a:latin typeface="Calibri" panose="020F0502020204030204"/>
                <a:cs typeface="Calibri" panose="020F0502020204030204"/>
              </a:endParaRPr>
            </a:p>
          </p:txBody>
        </p:sp>
        <p:sp>
          <p:nvSpPr>
            <p:cNvPr id="14" name="object 14"/>
            <p:cNvSpPr/>
            <p:nvPr/>
          </p:nvSpPr>
          <p:spPr>
            <a:xfrm>
              <a:off x="7901246" y="1454727"/>
              <a:ext cx="1392382" cy="519545"/>
            </a:xfrm>
            <a:prstGeom prst="rect">
              <a:avLst/>
            </a:prstGeom>
            <a:blipFill>
              <a:blip r:embed="rId10" cstate="print"/>
              <a:stretch>
                <a:fillRect/>
              </a:stretch>
            </a:blipFill>
          </p:spPr>
          <p:txBody>
            <a:bodyPr wrap="square" lIns="0" tIns="0" rIns="0" bIns="0" rtlCol="0"/>
            <a:lstStyle/>
            <a:p>
              <a:endParaRPr/>
            </a:p>
          </p:txBody>
        </p:sp>
        <p:sp>
          <p:nvSpPr>
            <p:cNvPr id="15" name="object 15"/>
            <p:cNvSpPr/>
            <p:nvPr/>
          </p:nvSpPr>
          <p:spPr>
            <a:xfrm>
              <a:off x="7967748" y="1471353"/>
              <a:ext cx="1271846" cy="527858"/>
            </a:xfrm>
            <a:prstGeom prst="rect">
              <a:avLst/>
            </a:prstGeom>
            <a:blipFill>
              <a:blip r:embed="rId11" cstate="print"/>
              <a:stretch>
                <a:fillRect/>
              </a:stretch>
            </a:blipFill>
          </p:spPr>
          <p:txBody>
            <a:bodyPr wrap="square" lIns="0" tIns="0" rIns="0" bIns="0" rtlCol="0"/>
            <a:lstStyle/>
            <a:p>
              <a:endParaRPr/>
            </a:p>
          </p:txBody>
        </p:sp>
        <p:sp>
          <p:nvSpPr>
            <p:cNvPr id="16" name="object 16"/>
            <p:cNvSpPr/>
            <p:nvPr/>
          </p:nvSpPr>
          <p:spPr>
            <a:xfrm>
              <a:off x="7896614" y="1447820"/>
              <a:ext cx="1250949" cy="405918"/>
            </a:xfrm>
            <a:prstGeom prst="rect">
              <a:avLst/>
            </a:prstGeom>
            <a:blipFill>
              <a:blip r:embed="rId12" cstate="print"/>
              <a:stretch>
                <a:fillRect/>
              </a:stretch>
            </a:blipFill>
          </p:spPr>
          <p:txBody>
            <a:bodyPr wrap="square" lIns="0" tIns="0" rIns="0" bIns="0" rtlCol="0"/>
            <a:lstStyle/>
            <a:p>
              <a:endParaRPr/>
            </a:p>
          </p:txBody>
        </p:sp>
        <p:sp>
          <p:nvSpPr>
            <p:cNvPr id="17" name="object 17"/>
            <p:cNvSpPr txBox="1"/>
            <p:nvPr/>
          </p:nvSpPr>
          <p:spPr>
            <a:xfrm>
              <a:off x="7980750" y="1485918"/>
              <a:ext cx="107188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ambiguous</a:t>
              </a:r>
              <a:endParaRPr sz="1800">
                <a:latin typeface="Calibri" panose="020F0502020204030204"/>
                <a:cs typeface="Calibri" panose="020F0502020204030204"/>
              </a:endParaRPr>
            </a:p>
          </p:txBody>
        </p:sp>
        <p:sp>
          <p:nvSpPr>
            <p:cNvPr id="18" name="object 18"/>
            <p:cNvSpPr/>
            <p:nvPr/>
          </p:nvSpPr>
          <p:spPr>
            <a:xfrm>
              <a:off x="5399116" y="2784763"/>
              <a:ext cx="1350817" cy="519545"/>
            </a:xfrm>
            <a:prstGeom prst="rect">
              <a:avLst/>
            </a:prstGeom>
            <a:blipFill>
              <a:blip r:embed="rId13" cstate="print"/>
              <a:stretch>
                <a:fillRect/>
              </a:stretch>
            </a:blipFill>
          </p:spPr>
          <p:txBody>
            <a:bodyPr wrap="square" lIns="0" tIns="0" rIns="0" bIns="0" rtlCol="0"/>
            <a:lstStyle/>
            <a:p>
              <a:endParaRPr/>
            </a:p>
          </p:txBody>
        </p:sp>
        <p:sp>
          <p:nvSpPr>
            <p:cNvPr id="19" name="object 19"/>
            <p:cNvSpPr/>
            <p:nvPr/>
          </p:nvSpPr>
          <p:spPr>
            <a:xfrm>
              <a:off x="5465617" y="2801388"/>
              <a:ext cx="1221970" cy="527858"/>
            </a:xfrm>
            <a:prstGeom prst="rect">
              <a:avLst/>
            </a:prstGeom>
            <a:blipFill>
              <a:blip r:embed="rId14" cstate="print"/>
              <a:stretch>
                <a:fillRect/>
              </a:stretch>
            </a:blipFill>
          </p:spPr>
          <p:txBody>
            <a:bodyPr wrap="square" lIns="0" tIns="0" rIns="0" bIns="0" rtlCol="0"/>
            <a:lstStyle/>
            <a:p>
              <a:endParaRPr/>
            </a:p>
          </p:txBody>
        </p:sp>
        <p:sp>
          <p:nvSpPr>
            <p:cNvPr id="20" name="object 20"/>
            <p:cNvSpPr/>
            <p:nvPr/>
          </p:nvSpPr>
          <p:spPr>
            <a:xfrm>
              <a:off x="5395381" y="2778502"/>
              <a:ext cx="1208086" cy="405272"/>
            </a:xfrm>
            <a:prstGeom prst="rect">
              <a:avLst/>
            </a:prstGeom>
            <a:blipFill>
              <a:blip r:embed="rId15" cstate="print"/>
              <a:stretch>
                <a:fillRect/>
              </a:stretch>
            </a:blipFill>
          </p:spPr>
          <p:txBody>
            <a:bodyPr wrap="square" lIns="0" tIns="0" rIns="0" bIns="0" rtlCol="0"/>
            <a:lstStyle/>
            <a:p>
              <a:endParaRPr/>
            </a:p>
          </p:txBody>
        </p:sp>
        <p:sp>
          <p:nvSpPr>
            <p:cNvPr id="21" name="object 21"/>
            <p:cNvSpPr txBox="1"/>
            <p:nvPr/>
          </p:nvSpPr>
          <p:spPr>
            <a:xfrm>
              <a:off x="5479517" y="2816602"/>
              <a:ext cx="102743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redundant</a:t>
              </a:r>
              <a:endParaRPr sz="1800">
                <a:latin typeface="Calibri" panose="020F0502020204030204"/>
                <a:cs typeface="Calibri" panose="020F0502020204030204"/>
              </a:endParaRPr>
            </a:p>
          </p:txBody>
        </p:sp>
        <p:sp>
          <p:nvSpPr>
            <p:cNvPr id="22" name="object 22"/>
            <p:cNvSpPr/>
            <p:nvPr/>
          </p:nvSpPr>
          <p:spPr>
            <a:xfrm>
              <a:off x="10440785" y="2747355"/>
              <a:ext cx="1504603" cy="523701"/>
            </a:xfrm>
            <a:prstGeom prst="rect">
              <a:avLst/>
            </a:prstGeom>
            <a:blipFill>
              <a:blip r:embed="rId16" cstate="print"/>
              <a:stretch>
                <a:fillRect/>
              </a:stretch>
            </a:blipFill>
          </p:spPr>
          <p:txBody>
            <a:bodyPr wrap="square" lIns="0" tIns="0" rIns="0" bIns="0" rtlCol="0"/>
            <a:lstStyle/>
            <a:p>
              <a:endParaRPr/>
            </a:p>
          </p:txBody>
        </p:sp>
        <p:sp>
          <p:nvSpPr>
            <p:cNvPr id="23" name="object 23"/>
            <p:cNvSpPr/>
            <p:nvPr/>
          </p:nvSpPr>
          <p:spPr>
            <a:xfrm>
              <a:off x="10507288" y="2768138"/>
              <a:ext cx="1375756" cy="523701"/>
            </a:xfrm>
            <a:prstGeom prst="rect">
              <a:avLst/>
            </a:prstGeom>
            <a:blipFill>
              <a:blip r:embed="rId17" cstate="print"/>
              <a:stretch>
                <a:fillRect/>
              </a:stretch>
            </a:blipFill>
          </p:spPr>
          <p:txBody>
            <a:bodyPr wrap="square" lIns="0" tIns="0" rIns="0" bIns="0" rtlCol="0"/>
            <a:lstStyle/>
            <a:p>
              <a:endParaRPr/>
            </a:p>
          </p:txBody>
        </p:sp>
        <p:sp>
          <p:nvSpPr>
            <p:cNvPr id="24" name="object 24"/>
            <p:cNvSpPr/>
            <p:nvPr/>
          </p:nvSpPr>
          <p:spPr>
            <a:xfrm>
              <a:off x="10437180" y="2743218"/>
              <a:ext cx="1362075" cy="407304"/>
            </a:xfrm>
            <a:prstGeom prst="rect">
              <a:avLst/>
            </a:prstGeom>
            <a:blipFill>
              <a:blip r:embed="rId18" cstate="print"/>
              <a:stretch>
                <a:fillRect/>
              </a:stretch>
            </a:blipFill>
          </p:spPr>
          <p:txBody>
            <a:bodyPr wrap="square" lIns="0" tIns="0" rIns="0" bIns="0" rtlCol="0"/>
            <a:lstStyle/>
            <a:p>
              <a:endParaRPr/>
            </a:p>
          </p:txBody>
        </p:sp>
        <p:sp>
          <p:nvSpPr>
            <p:cNvPr id="25" name="object 25"/>
            <p:cNvSpPr txBox="1"/>
            <p:nvPr/>
          </p:nvSpPr>
          <p:spPr>
            <a:xfrm>
              <a:off x="10521315" y="2781318"/>
              <a:ext cx="11811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inconsistent</a:t>
              </a:r>
              <a:endParaRPr sz="1800">
                <a:latin typeface="Calibri" panose="020F0502020204030204"/>
                <a:cs typeface="Calibri" panose="020F0502020204030204"/>
              </a:endParaRPr>
            </a:p>
          </p:txBody>
        </p:sp>
        <p:sp>
          <p:nvSpPr>
            <p:cNvPr id="26" name="object 26"/>
            <p:cNvSpPr/>
            <p:nvPr/>
          </p:nvSpPr>
          <p:spPr>
            <a:xfrm>
              <a:off x="5636638" y="1531958"/>
              <a:ext cx="2096135" cy="1137285"/>
            </a:xfrm>
            <a:custGeom>
              <a:avLst/>
              <a:gdLst/>
              <a:ahLst/>
              <a:cxnLst/>
              <a:rect l="l" t="t" r="r" b="b"/>
              <a:pathLst>
                <a:path w="2096134" h="1137285">
                  <a:moveTo>
                    <a:pt x="0" y="1137046"/>
                  </a:moveTo>
                  <a:lnTo>
                    <a:pt x="8901" y="1071562"/>
                  </a:lnTo>
                  <a:lnTo>
                    <a:pt x="21601" y="1012031"/>
                  </a:lnTo>
                  <a:lnTo>
                    <a:pt x="40651" y="953293"/>
                  </a:lnTo>
                  <a:lnTo>
                    <a:pt x="63670" y="895349"/>
                  </a:lnTo>
                  <a:lnTo>
                    <a:pt x="92245" y="838993"/>
                  </a:lnTo>
                  <a:lnTo>
                    <a:pt x="162888" y="729456"/>
                  </a:lnTo>
                  <a:lnTo>
                    <a:pt x="250995" y="625474"/>
                  </a:lnTo>
                  <a:lnTo>
                    <a:pt x="355770" y="527049"/>
                  </a:lnTo>
                  <a:lnTo>
                    <a:pt x="476420" y="434974"/>
                  </a:lnTo>
                  <a:lnTo>
                    <a:pt x="612151" y="350043"/>
                  </a:lnTo>
                  <a:lnTo>
                    <a:pt x="761376" y="273049"/>
                  </a:lnTo>
                  <a:lnTo>
                    <a:pt x="922507" y="203993"/>
                  </a:lnTo>
                  <a:lnTo>
                    <a:pt x="1095544" y="144462"/>
                  </a:lnTo>
                  <a:lnTo>
                    <a:pt x="1278901" y="94456"/>
                  </a:lnTo>
                  <a:lnTo>
                    <a:pt x="1471782" y="53974"/>
                  </a:lnTo>
                  <a:lnTo>
                    <a:pt x="1672600" y="24606"/>
                  </a:lnTo>
                  <a:lnTo>
                    <a:pt x="1881356" y="6349"/>
                  </a:lnTo>
                  <a:lnTo>
                    <a:pt x="2095669" y="0"/>
                  </a:lnTo>
                </a:path>
              </a:pathLst>
            </a:custGeom>
            <a:ln w="50799">
              <a:solidFill>
                <a:srgbClr val="021EAA"/>
              </a:solidFill>
            </a:ln>
          </p:spPr>
          <p:txBody>
            <a:bodyPr wrap="square" lIns="0" tIns="0" rIns="0" bIns="0" rtlCol="0"/>
            <a:lstStyle/>
            <a:p>
              <a:endParaRPr/>
            </a:p>
          </p:txBody>
        </p:sp>
        <p:sp>
          <p:nvSpPr>
            <p:cNvPr id="27" name="object 27"/>
            <p:cNvSpPr/>
            <p:nvPr/>
          </p:nvSpPr>
          <p:spPr>
            <a:xfrm>
              <a:off x="5564218" y="2570506"/>
              <a:ext cx="152400" cy="155575"/>
            </a:xfrm>
            <a:custGeom>
              <a:avLst/>
              <a:gdLst/>
              <a:ahLst/>
              <a:cxnLst/>
              <a:rect l="l" t="t" r="r" b="b"/>
              <a:pathLst>
                <a:path w="152400" h="155575">
                  <a:moveTo>
                    <a:pt x="0" y="0"/>
                  </a:moveTo>
                  <a:lnTo>
                    <a:pt x="70209" y="155251"/>
                  </a:lnTo>
                  <a:lnTo>
                    <a:pt x="152284" y="5933"/>
                  </a:lnTo>
                  <a:lnTo>
                    <a:pt x="0" y="0"/>
                  </a:lnTo>
                  <a:close/>
                </a:path>
              </a:pathLst>
            </a:custGeom>
            <a:solidFill>
              <a:srgbClr val="021EAA"/>
            </a:solidFill>
          </p:spPr>
          <p:txBody>
            <a:bodyPr wrap="square" lIns="0" tIns="0" rIns="0" bIns="0" rtlCol="0"/>
            <a:lstStyle/>
            <a:p>
              <a:endParaRPr/>
            </a:p>
          </p:txBody>
        </p:sp>
        <p:sp>
          <p:nvSpPr>
            <p:cNvPr id="28" name="object 28"/>
            <p:cNvSpPr/>
            <p:nvPr/>
          </p:nvSpPr>
          <p:spPr>
            <a:xfrm>
              <a:off x="6314442" y="3251456"/>
              <a:ext cx="1333500" cy="1099185"/>
            </a:xfrm>
            <a:custGeom>
              <a:avLst/>
              <a:gdLst/>
              <a:ahLst/>
              <a:cxnLst/>
              <a:rect l="l" t="t" r="r" b="b"/>
              <a:pathLst>
                <a:path w="1333500" h="1099185">
                  <a:moveTo>
                    <a:pt x="0" y="0"/>
                  </a:moveTo>
                  <a:lnTo>
                    <a:pt x="3719" y="61574"/>
                  </a:lnTo>
                  <a:lnTo>
                    <a:pt x="23563" y="175875"/>
                  </a:lnTo>
                  <a:lnTo>
                    <a:pt x="56900" y="287000"/>
                  </a:lnTo>
                  <a:lnTo>
                    <a:pt x="101350" y="393362"/>
                  </a:lnTo>
                  <a:lnTo>
                    <a:pt x="157707" y="494169"/>
                  </a:lnTo>
                  <a:lnTo>
                    <a:pt x="225175" y="589419"/>
                  </a:lnTo>
                  <a:lnTo>
                    <a:pt x="302169" y="678319"/>
                  </a:lnTo>
                  <a:lnTo>
                    <a:pt x="387894" y="760075"/>
                  </a:lnTo>
                  <a:lnTo>
                    <a:pt x="483144" y="834687"/>
                  </a:lnTo>
                  <a:lnTo>
                    <a:pt x="585537" y="901362"/>
                  </a:lnTo>
                  <a:lnTo>
                    <a:pt x="695869" y="959306"/>
                  </a:lnTo>
                  <a:lnTo>
                    <a:pt x="813344" y="1007725"/>
                  </a:lnTo>
                  <a:lnTo>
                    <a:pt x="935581" y="1046619"/>
                  </a:lnTo>
                  <a:lnTo>
                    <a:pt x="1064168" y="1075194"/>
                  </a:lnTo>
                  <a:lnTo>
                    <a:pt x="1196725" y="1092656"/>
                  </a:lnTo>
                  <a:lnTo>
                    <a:pt x="1333250" y="1099006"/>
                  </a:lnTo>
                </a:path>
              </a:pathLst>
            </a:custGeom>
            <a:ln w="50799">
              <a:solidFill>
                <a:srgbClr val="021EAA"/>
              </a:solidFill>
            </a:ln>
          </p:spPr>
          <p:txBody>
            <a:bodyPr wrap="square" lIns="0" tIns="0" rIns="0" bIns="0" rtlCol="0"/>
            <a:lstStyle/>
            <a:p>
              <a:endParaRPr/>
            </a:p>
          </p:txBody>
        </p:sp>
        <p:sp>
          <p:nvSpPr>
            <p:cNvPr id="29" name="object 29"/>
            <p:cNvSpPr/>
            <p:nvPr/>
          </p:nvSpPr>
          <p:spPr>
            <a:xfrm>
              <a:off x="6244145" y="3194763"/>
              <a:ext cx="152400" cy="156845"/>
            </a:xfrm>
            <a:custGeom>
              <a:avLst/>
              <a:gdLst/>
              <a:ahLst/>
              <a:cxnLst/>
              <a:rect l="l" t="t" r="r" b="b"/>
              <a:pathLst>
                <a:path w="152400" h="156845">
                  <a:moveTo>
                    <a:pt x="66873" y="0"/>
                  </a:moveTo>
                  <a:lnTo>
                    <a:pt x="0" y="156716"/>
                  </a:lnTo>
                  <a:lnTo>
                    <a:pt x="152123" y="147528"/>
                  </a:lnTo>
                  <a:lnTo>
                    <a:pt x="66873" y="0"/>
                  </a:lnTo>
                  <a:close/>
                </a:path>
              </a:pathLst>
            </a:custGeom>
            <a:solidFill>
              <a:srgbClr val="021EAA"/>
            </a:solidFill>
          </p:spPr>
          <p:txBody>
            <a:bodyPr wrap="square" lIns="0" tIns="0" rIns="0" bIns="0" rtlCol="0"/>
            <a:lstStyle/>
            <a:p>
              <a:endParaRPr/>
            </a:p>
          </p:txBody>
        </p:sp>
        <p:sp>
          <p:nvSpPr>
            <p:cNvPr id="30" name="object 30"/>
            <p:cNvSpPr/>
            <p:nvPr/>
          </p:nvSpPr>
          <p:spPr>
            <a:xfrm>
              <a:off x="6010970" y="4883208"/>
              <a:ext cx="2897287" cy="910893"/>
            </a:xfrm>
            <a:prstGeom prst="rect">
              <a:avLst/>
            </a:prstGeom>
            <a:blipFill>
              <a:blip r:embed="rId19" cstate="print"/>
              <a:stretch>
                <a:fillRect/>
              </a:stretch>
            </a:blipFill>
          </p:spPr>
          <p:txBody>
            <a:bodyPr wrap="square" lIns="0" tIns="0" rIns="0" bIns="0" rtlCol="0"/>
            <a:lstStyle/>
            <a:p>
              <a:endParaRPr/>
            </a:p>
          </p:txBody>
        </p:sp>
        <p:sp>
          <p:nvSpPr>
            <p:cNvPr id="31" name="object 31"/>
            <p:cNvSpPr/>
            <p:nvPr/>
          </p:nvSpPr>
          <p:spPr>
            <a:xfrm>
              <a:off x="5003636" y="2929611"/>
              <a:ext cx="409210" cy="2609714"/>
            </a:xfrm>
            <a:prstGeom prst="rect">
              <a:avLst/>
            </a:prstGeom>
            <a:blipFill>
              <a:blip r:embed="rId20" cstate="print"/>
              <a:stretch>
                <a:fillRect/>
              </a:stretch>
            </a:blipFill>
          </p:spPr>
          <p:txBody>
            <a:bodyPr wrap="square" lIns="0" tIns="0" rIns="0" bIns="0" rtlCol="0"/>
            <a:lstStyle/>
            <a:p>
              <a:endParaRPr/>
            </a:p>
          </p:txBody>
        </p:sp>
        <p:sp>
          <p:nvSpPr>
            <p:cNvPr id="32" name="object 32"/>
            <p:cNvSpPr/>
            <p:nvPr/>
          </p:nvSpPr>
          <p:spPr>
            <a:xfrm>
              <a:off x="6040827" y="1762120"/>
              <a:ext cx="1635125" cy="963930"/>
            </a:xfrm>
            <a:custGeom>
              <a:avLst/>
              <a:gdLst/>
              <a:ahLst/>
              <a:cxnLst/>
              <a:rect l="l" t="t" r="r" b="b"/>
              <a:pathLst>
                <a:path w="1635125" h="963930">
                  <a:moveTo>
                    <a:pt x="0" y="963637"/>
                  </a:moveTo>
                  <a:lnTo>
                    <a:pt x="8731" y="865212"/>
                  </a:lnTo>
                  <a:lnTo>
                    <a:pt x="34131" y="769168"/>
                  </a:lnTo>
                  <a:lnTo>
                    <a:pt x="76199" y="677093"/>
                  </a:lnTo>
                  <a:lnTo>
                    <a:pt x="132556" y="588193"/>
                  </a:lnTo>
                  <a:lnTo>
                    <a:pt x="203993" y="504056"/>
                  </a:lnTo>
                  <a:lnTo>
                    <a:pt x="288924" y="424681"/>
                  </a:lnTo>
                  <a:lnTo>
                    <a:pt x="386556" y="350068"/>
                  </a:lnTo>
                  <a:lnTo>
                    <a:pt x="495299" y="281806"/>
                  </a:lnTo>
                  <a:lnTo>
                    <a:pt x="615156" y="219099"/>
                  </a:lnTo>
                  <a:lnTo>
                    <a:pt x="745331" y="163537"/>
                  </a:lnTo>
                  <a:lnTo>
                    <a:pt x="885031" y="115118"/>
                  </a:lnTo>
                  <a:lnTo>
                    <a:pt x="1032668" y="74637"/>
                  </a:lnTo>
                  <a:lnTo>
                    <a:pt x="1188243" y="42093"/>
                  </a:lnTo>
                  <a:lnTo>
                    <a:pt x="1350961" y="18281"/>
                  </a:lnTo>
                  <a:lnTo>
                    <a:pt x="1518443" y="3199"/>
                  </a:lnTo>
                  <a:lnTo>
                    <a:pt x="1634705" y="0"/>
                  </a:lnTo>
                </a:path>
              </a:pathLst>
            </a:custGeom>
            <a:ln w="50799">
              <a:solidFill>
                <a:srgbClr val="021EAA"/>
              </a:solidFill>
            </a:ln>
          </p:spPr>
          <p:txBody>
            <a:bodyPr wrap="square" lIns="0" tIns="0" rIns="0" bIns="0" rtlCol="0"/>
            <a:lstStyle/>
            <a:p>
              <a:endParaRPr/>
            </a:p>
          </p:txBody>
        </p:sp>
        <p:sp>
          <p:nvSpPr>
            <p:cNvPr id="33" name="object 33"/>
            <p:cNvSpPr/>
            <p:nvPr/>
          </p:nvSpPr>
          <p:spPr>
            <a:xfrm>
              <a:off x="7577870" y="1688579"/>
              <a:ext cx="154940" cy="152400"/>
            </a:xfrm>
            <a:custGeom>
              <a:avLst/>
              <a:gdLst/>
              <a:ahLst/>
              <a:cxnLst/>
              <a:rect l="l" t="t" r="r" b="b"/>
              <a:pathLst>
                <a:path w="154940" h="152400">
                  <a:moveTo>
                    <a:pt x="0" y="0"/>
                  </a:moveTo>
                  <a:lnTo>
                    <a:pt x="4192" y="152342"/>
                  </a:lnTo>
                  <a:lnTo>
                    <a:pt x="154438" y="71978"/>
                  </a:lnTo>
                  <a:lnTo>
                    <a:pt x="0" y="0"/>
                  </a:lnTo>
                  <a:close/>
                </a:path>
              </a:pathLst>
            </a:custGeom>
            <a:solidFill>
              <a:srgbClr val="021EAA"/>
            </a:solidFill>
          </p:spPr>
          <p:txBody>
            <a:bodyPr wrap="square" lIns="0" tIns="0" rIns="0" bIns="0" rtlCol="0"/>
            <a:lstStyle/>
            <a:p>
              <a:endParaRPr/>
            </a:p>
          </p:txBody>
        </p:sp>
        <p:sp>
          <p:nvSpPr>
            <p:cNvPr id="34" name="object 34"/>
            <p:cNvSpPr/>
            <p:nvPr/>
          </p:nvSpPr>
          <p:spPr>
            <a:xfrm>
              <a:off x="9892277" y="3257568"/>
              <a:ext cx="1669414" cy="1191895"/>
            </a:xfrm>
            <a:custGeom>
              <a:avLst/>
              <a:gdLst/>
              <a:ahLst/>
              <a:cxnLst/>
              <a:rect l="l" t="t" r="r" b="b"/>
              <a:pathLst>
                <a:path w="1669415" h="1191895">
                  <a:moveTo>
                    <a:pt x="1668852" y="0"/>
                  </a:moveTo>
                  <a:lnTo>
                    <a:pt x="1660121" y="122237"/>
                  </a:lnTo>
                  <a:lnTo>
                    <a:pt x="1633927" y="240506"/>
                  </a:lnTo>
                  <a:lnTo>
                    <a:pt x="1591065" y="354806"/>
                  </a:lnTo>
                  <a:lnTo>
                    <a:pt x="1533121" y="465137"/>
                  </a:lnTo>
                  <a:lnTo>
                    <a:pt x="1460890" y="569118"/>
                  </a:lnTo>
                  <a:lnTo>
                    <a:pt x="1374371" y="667543"/>
                  </a:lnTo>
                  <a:lnTo>
                    <a:pt x="1275152" y="759618"/>
                  </a:lnTo>
                  <a:lnTo>
                    <a:pt x="1163234" y="844549"/>
                  </a:lnTo>
                  <a:lnTo>
                    <a:pt x="1040996" y="921543"/>
                  </a:lnTo>
                  <a:lnTo>
                    <a:pt x="908440" y="989806"/>
                  </a:lnTo>
                  <a:lnTo>
                    <a:pt x="765565" y="1050131"/>
                  </a:lnTo>
                  <a:lnTo>
                    <a:pt x="614753" y="1100137"/>
                  </a:lnTo>
                  <a:lnTo>
                    <a:pt x="456796" y="1139824"/>
                  </a:lnTo>
                  <a:lnTo>
                    <a:pt x="290903" y="1169193"/>
                  </a:lnTo>
                  <a:lnTo>
                    <a:pt x="119453" y="1187449"/>
                  </a:lnTo>
                  <a:lnTo>
                    <a:pt x="0" y="1191754"/>
                  </a:lnTo>
                </a:path>
              </a:pathLst>
            </a:custGeom>
            <a:ln w="50799">
              <a:solidFill>
                <a:srgbClr val="021EAA"/>
              </a:solidFill>
            </a:ln>
          </p:spPr>
          <p:txBody>
            <a:bodyPr wrap="square" lIns="0" tIns="0" rIns="0" bIns="0" rtlCol="0"/>
            <a:lstStyle/>
            <a:p>
              <a:endParaRPr/>
            </a:p>
          </p:txBody>
        </p:sp>
        <p:sp>
          <p:nvSpPr>
            <p:cNvPr id="35" name="object 35"/>
            <p:cNvSpPr/>
            <p:nvPr/>
          </p:nvSpPr>
          <p:spPr>
            <a:xfrm>
              <a:off x="9835519" y="4369730"/>
              <a:ext cx="155575" cy="152400"/>
            </a:xfrm>
            <a:custGeom>
              <a:avLst/>
              <a:gdLst/>
              <a:ahLst/>
              <a:cxnLst/>
              <a:rect l="l" t="t" r="r" b="b"/>
              <a:pathLst>
                <a:path w="155575" h="152400">
                  <a:moveTo>
                    <a:pt x="149556" y="0"/>
                  </a:moveTo>
                  <a:lnTo>
                    <a:pt x="0" y="81638"/>
                  </a:lnTo>
                  <a:lnTo>
                    <a:pt x="155045" y="152300"/>
                  </a:lnTo>
                  <a:lnTo>
                    <a:pt x="149556" y="0"/>
                  </a:lnTo>
                  <a:close/>
                </a:path>
              </a:pathLst>
            </a:custGeom>
            <a:solidFill>
              <a:srgbClr val="021EAA"/>
            </a:solidFill>
          </p:spPr>
          <p:txBody>
            <a:bodyPr wrap="square" lIns="0" tIns="0" rIns="0" bIns="0" rtlCol="0"/>
            <a:lstStyle/>
            <a:p>
              <a:endParaRPr/>
            </a:p>
          </p:txBody>
        </p:sp>
        <p:sp>
          <p:nvSpPr>
            <p:cNvPr id="36" name="object 36"/>
            <p:cNvSpPr txBox="1"/>
            <p:nvPr/>
          </p:nvSpPr>
          <p:spPr>
            <a:xfrm>
              <a:off x="5364586" y="4054712"/>
              <a:ext cx="1423035" cy="566420"/>
            </a:xfrm>
            <a:prstGeom prst="rect">
              <a:avLst/>
            </a:prstGeom>
          </p:spPr>
          <p:txBody>
            <a:bodyPr vert="horz" wrap="square" lIns="0" tIns="27939" rIns="0" bIns="0" rtlCol="0">
              <a:spAutoFit/>
            </a:bodyPr>
            <a:lstStyle/>
            <a:p>
              <a:pPr marL="12700" marR="5080">
                <a:lnSpc>
                  <a:spcPts val="2100"/>
                </a:lnSpc>
                <a:spcBef>
                  <a:spcPts val="220"/>
                </a:spcBef>
              </a:pPr>
              <a:r>
                <a:rPr sz="1800" b="1" dirty="0">
                  <a:latin typeface="Arial" panose="020B0604020202020204"/>
                  <a:cs typeface="Arial" panose="020B0604020202020204"/>
                </a:rPr>
                <a:t>add  ex</a:t>
              </a:r>
              <a:r>
                <a:rPr sz="1800" b="1" spc="-5" dirty="0">
                  <a:latin typeface="Arial" panose="020B0604020202020204"/>
                  <a:cs typeface="Arial" panose="020B0604020202020204"/>
                </a:rPr>
                <a:t>pl</a:t>
              </a:r>
              <a:r>
                <a:rPr sz="1800" b="1" dirty="0">
                  <a:latin typeface="Arial" panose="020B0604020202020204"/>
                  <a:cs typeface="Arial" panose="020B0604020202020204"/>
                </a:rPr>
                <a:t>a</a:t>
              </a:r>
              <a:r>
                <a:rPr sz="1800" b="1" spc="-5" dirty="0">
                  <a:latin typeface="Arial" panose="020B0604020202020204"/>
                  <a:cs typeface="Arial" panose="020B0604020202020204"/>
                </a:rPr>
                <a:t>n</a:t>
              </a:r>
              <a:r>
                <a:rPr sz="1800" b="1" dirty="0">
                  <a:latin typeface="Arial" panose="020B0604020202020204"/>
                  <a:cs typeface="Arial" panose="020B0604020202020204"/>
                </a:rPr>
                <a:t>at</a:t>
              </a:r>
              <a:r>
                <a:rPr sz="1800" b="1" spc="-5" dirty="0">
                  <a:latin typeface="Arial" panose="020B0604020202020204"/>
                  <a:cs typeface="Arial" panose="020B0604020202020204"/>
                </a:rPr>
                <a:t>ion</a:t>
              </a:r>
              <a:r>
                <a:rPr sz="1800" b="1" dirty="0">
                  <a:latin typeface="Arial" panose="020B0604020202020204"/>
                  <a:cs typeface="Arial" panose="020B0604020202020204"/>
                </a:rPr>
                <a:t>s</a:t>
              </a:r>
              <a:endParaRPr sz="1800">
                <a:latin typeface="Arial" panose="020B0604020202020204"/>
                <a:cs typeface="Arial" panose="020B0604020202020204"/>
              </a:endParaRPr>
            </a:p>
          </p:txBody>
        </p:sp>
        <p:sp>
          <p:nvSpPr>
            <p:cNvPr id="37" name="object 37"/>
            <p:cNvSpPr txBox="1"/>
            <p:nvPr/>
          </p:nvSpPr>
          <p:spPr>
            <a:xfrm>
              <a:off x="10115871" y="3544589"/>
              <a:ext cx="8261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resolve</a:t>
              </a:r>
              <a:endParaRPr sz="1800">
                <a:latin typeface="Arial" panose="020B0604020202020204"/>
                <a:cs typeface="Arial" panose="020B0604020202020204"/>
              </a:endParaRPr>
            </a:p>
          </p:txBody>
        </p:sp>
        <p:sp>
          <p:nvSpPr>
            <p:cNvPr id="38" name="object 38"/>
            <p:cNvSpPr txBox="1"/>
            <p:nvPr/>
          </p:nvSpPr>
          <p:spPr>
            <a:xfrm>
              <a:off x="4546091" y="3487499"/>
              <a:ext cx="7753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reduce</a:t>
              </a:r>
              <a:endParaRPr sz="1800">
                <a:latin typeface="Arial" panose="020B0604020202020204"/>
                <a:cs typeface="Arial" panose="020B0604020202020204"/>
              </a:endParaRPr>
            </a:p>
          </p:txBody>
        </p:sp>
        <p:sp>
          <p:nvSpPr>
            <p:cNvPr id="39" name="object 39"/>
            <p:cNvSpPr txBox="1"/>
            <p:nvPr/>
          </p:nvSpPr>
          <p:spPr>
            <a:xfrm>
              <a:off x="5545908" y="1539376"/>
              <a:ext cx="8261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expand</a:t>
              </a:r>
              <a:endParaRPr sz="1800">
                <a:latin typeface="Arial" panose="020B0604020202020204"/>
                <a:cs typeface="Arial" panose="020B0604020202020204"/>
              </a:endParaRPr>
            </a:p>
          </p:txBody>
        </p:sp>
        <p:sp>
          <p:nvSpPr>
            <p:cNvPr id="40" name="object 40"/>
            <p:cNvSpPr txBox="1"/>
            <p:nvPr/>
          </p:nvSpPr>
          <p:spPr>
            <a:xfrm>
              <a:off x="9506270" y="1868189"/>
              <a:ext cx="8261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expand</a:t>
              </a:r>
              <a:endParaRPr sz="1800">
                <a:latin typeface="Arial" panose="020B0604020202020204"/>
                <a:cs typeface="Arial" panose="020B0604020202020204"/>
              </a:endParaRPr>
            </a:p>
          </p:txBody>
        </p:sp>
        <p:sp>
          <p:nvSpPr>
            <p:cNvPr id="41" name="object 41"/>
            <p:cNvSpPr txBox="1"/>
            <p:nvPr/>
          </p:nvSpPr>
          <p:spPr>
            <a:xfrm>
              <a:off x="6284667" y="2172989"/>
              <a:ext cx="10928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condense</a:t>
              </a:r>
              <a:endParaRPr sz="1800">
                <a:latin typeface="Arial" panose="020B0604020202020204"/>
                <a:cs typeface="Arial" panose="020B0604020202020204"/>
              </a:endParaRPr>
            </a:p>
          </p:txBody>
        </p:sp>
        <p:sp>
          <p:nvSpPr>
            <p:cNvPr id="42" name="object 42"/>
            <p:cNvSpPr/>
            <p:nvPr/>
          </p:nvSpPr>
          <p:spPr>
            <a:xfrm>
              <a:off x="8745925" y="1987569"/>
              <a:ext cx="0" cy="2228850"/>
            </a:xfrm>
            <a:custGeom>
              <a:avLst/>
              <a:gdLst/>
              <a:ahLst/>
              <a:cxnLst/>
              <a:rect l="l" t="t" r="r" b="b"/>
              <a:pathLst>
                <a:path h="2228850">
                  <a:moveTo>
                    <a:pt x="0" y="0"/>
                  </a:moveTo>
                  <a:lnTo>
                    <a:pt x="0" y="2228849"/>
                  </a:lnTo>
                </a:path>
              </a:pathLst>
            </a:custGeom>
            <a:ln w="57149">
              <a:solidFill>
                <a:srgbClr val="021EAA"/>
              </a:solidFill>
            </a:ln>
          </p:spPr>
          <p:txBody>
            <a:bodyPr wrap="square" lIns="0" tIns="0" rIns="0" bIns="0" rtlCol="0"/>
            <a:lstStyle/>
            <a:p>
              <a:endParaRPr/>
            </a:p>
          </p:txBody>
        </p:sp>
        <p:sp>
          <p:nvSpPr>
            <p:cNvPr id="43" name="object 43"/>
            <p:cNvSpPr/>
            <p:nvPr/>
          </p:nvSpPr>
          <p:spPr>
            <a:xfrm>
              <a:off x="8660200" y="4102118"/>
              <a:ext cx="171450" cy="171450"/>
            </a:xfrm>
            <a:custGeom>
              <a:avLst/>
              <a:gdLst/>
              <a:ahLst/>
              <a:cxnLst/>
              <a:rect l="l" t="t" r="r" b="b"/>
              <a:pathLst>
                <a:path w="171450" h="171450">
                  <a:moveTo>
                    <a:pt x="171450" y="0"/>
                  </a:moveTo>
                  <a:lnTo>
                    <a:pt x="0" y="0"/>
                  </a:lnTo>
                  <a:lnTo>
                    <a:pt x="85725" y="171450"/>
                  </a:lnTo>
                  <a:lnTo>
                    <a:pt x="171450" y="0"/>
                  </a:lnTo>
                  <a:close/>
                </a:path>
              </a:pathLst>
            </a:custGeom>
            <a:solidFill>
              <a:srgbClr val="021EAA"/>
            </a:solidFill>
          </p:spPr>
          <p:txBody>
            <a:bodyPr wrap="square" lIns="0" tIns="0" rIns="0" bIns="0" rtlCol="0"/>
            <a:lstStyle/>
            <a:p>
              <a:endParaRPr/>
            </a:p>
          </p:txBody>
        </p:sp>
        <p:sp>
          <p:nvSpPr>
            <p:cNvPr id="44" name="object 44"/>
            <p:cNvSpPr txBox="1"/>
            <p:nvPr/>
          </p:nvSpPr>
          <p:spPr>
            <a:xfrm>
              <a:off x="8456869" y="2549929"/>
              <a:ext cx="254000" cy="1029335"/>
            </a:xfrm>
            <a:prstGeom prst="rect">
              <a:avLst/>
            </a:prstGeom>
          </p:spPr>
          <p:txBody>
            <a:bodyPr vert="vert270" wrap="square" lIns="0" tIns="0" rIns="0" bIns="0" rtlCol="0">
              <a:spAutoFit/>
            </a:bodyPr>
            <a:lstStyle/>
            <a:p>
              <a:pPr marL="12700">
                <a:lnSpc>
                  <a:spcPts val="1845"/>
                </a:lnSpc>
              </a:pPr>
              <a:r>
                <a:rPr sz="1800" b="1" spc="-5" dirty="0">
                  <a:latin typeface="Arial" panose="020B0604020202020204"/>
                  <a:cs typeface="Arial" panose="020B0604020202020204"/>
                </a:rPr>
                <a:t>formalize</a:t>
              </a:r>
              <a:endParaRPr sz="1800">
                <a:latin typeface="Arial" panose="020B0604020202020204"/>
                <a:cs typeface="Arial" panose="020B0604020202020204"/>
              </a:endParaRPr>
            </a:p>
          </p:txBody>
        </p:sp>
      </p:grpSp>
      <p:sp>
        <p:nvSpPr>
          <p:cNvPr id="47" name="标题 46"/>
          <p:cNvSpPr>
            <a:spLocks noGrp="1"/>
          </p:cNvSpPr>
          <p:nvPr>
            <p:ph type="title"/>
          </p:nvPr>
        </p:nvSpPr>
        <p:spPr/>
        <p:txBody>
          <a:bodyPr/>
          <a:lstStyle/>
          <a:p>
            <a:r>
              <a:rPr lang="zh-CN" altLang="en-US" spc="-5" dirty="0"/>
              <a:t>高质量需求规格说明的评价标准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60377"/>
    </mc:Choice>
    <mc:Fallback xmlns="">
      <p:transition spd="slow" advTm="16037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8649" y="681356"/>
            <a:ext cx="10471785" cy="5279650"/>
          </a:xfrm>
          <a:prstGeom prst="rect">
            <a:avLst/>
          </a:prstGeom>
        </p:spPr>
        <p:txBody>
          <a:bodyPr vert="horz" wrap="square" lIns="0" tIns="12700" rIns="0" bIns="0" rtlCol="0">
            <a:spAutoFit/>
          </a:bodyPr>
          <a:lstStyle/>
          <a:p>
            <a:pPr marL="241300">
              <a:lnSpc>
                <a:spcPct val="100000"/>
              </a:lnSpc>
              <a:spcBef>
                <a:spcPts val="100"/>
              </a:spcBef>
            </a:pPr>
            <a:r>
              <a:rPr sz="2800" b="1" spc="-5" dirty="0">
                <a:latin typeface="微软雅黑" panose="020B0503020204020204" pitchFamily="34" charset="-122"/>
                <a:ea typeface="微软雅黑" panose="020B0503020204020204" pitchFamily="34" charset="-122"/>
                <a:cs typeface="华文新魏" panose="02010800040101010101" charset="-122"/>
              </a:rPr>
              <a:t>简洁</a:t>
            </a:r>
            <a:endParaRPr sz="2800" dirty="0">
              <a:latin typeface="微软雅黑" panose="020B0503020204020204" pitchFamily="34" charset="-122"/>
              <a:ea typeface="微软雅黑" panose="020B0503020204020204" pitchFamily="34" charset="-122"/>
              <a:cs typeface="华文新魏" panose="02010800040101010101" charset="-122"/>
            </a:endParaRPr>
          </a:p>
          <a:p>
            <a:pPr>
              <a:lnSpc>
                <a:spcPct val="100000"/>
              </a:lnSpc>
              <a:spcBef>
                <a:spcPts val="15"/>
              </a:spcBef>
            </a:pPr>
            <a:endParaRPr sz="35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定义：需求描述尽可能简洁</a:t>
            </a:r>
          </a:p>
          <a:p>
            <a:pPr marL="698500" lvl="1" indent="-229235">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描述了系统的一个独立特征</a:t>
            </a:r>
          </a:p>
          <a:p>
            <a:pPr marL="698500" lvl="1" indent="-229235">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除了必需的信息外没有包含其他信息</a:t>
            </a:r>
          </a:p>
          <a:p>
            <a:pPr marL="698500" lvl="1" indent="-229235">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用清晰、简单、可理解的词表述</a:t>
            </a:r>
          </a:p>
          <a:p>
            <a:pPr marL="698500" lvl="1" indent="-229235">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避免“应该”、“可以”、“</a:t>
            </a:r>
            <a:r>
              <a:rPr sz="2000" dirty="0" err="1">
                <a:latin typeface="微软雅黑" panose="020B0503020204020204" pitchFamily="34" charset="-122"/>
                <a:ea typeface="微软雅黑" panose="020B0503020204020204" pitchFamily="34" charset="-122"/>
                <a:cs typeface="华文新魏" panose="02010800040101010101" charset="-122"/>
              </a:rPr>
              <a:t>可能”之类的用词</a:t>
            </a:r>
            <a:endParaRPr lang="en-US" altLang="zh-CN" sz="20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900"/>
              </a:spcBef>
              <a:buFont typeface="Arial" panose="020B0604020202020204"/>
              <a:buChar char="•"/>
              <a:tabLst>
                <a:tab pos="697865" algn="l"/>
                <a:tab pos="698500" algn="l"/>
              </a:tabLst>
            </a:pPr>
            <a:endParaRPr sz="20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举例</a:t>
            </a:r>
            <a:r>
              <a:rPr sz="2400" dirty="0">
                <a:latin typeface="微软雅黑" panose="020B0503020204020204" pitchFamily="34" charset="-122"/>
                <a:ea typeface="微软雅黑" panose="020B0503020204020204" pitchFamily="34" charset="-122"/>
                <a:cs typeface="Gill Sans MT" panose="020B0502020104020203"/>
              </a:rPr>
              <a:t>:</a:t>
            </a:r>
          </a:p>
          <a:p>
            <a:pPr marL="698500" lvl="1" indent="-229235">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“急救电话的响应应本着先到先响应的原则”</a:t>
            </a:r>
            <a:r>
              <a:rPr sz="2000" spc="480" dirty="0">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相对</a:t>
            </a:r>
          </a:p>
          <a:p>
            <a:pPr marL="698500" marR="5080" lvl="1" indent="-228600">
              <a:lnSpc>
                <a:spcPct val="117000"/>
              </a:lnSpc>
              <a:spcBef>
                <a:spcPts val="6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Gill Sans MT" panose="020B0502020104020203"/>
              </a:rPr>
              <a:t>“</a:t>
            </a:r>
            <a:r>
              <a:rPr sz="2000" dirty="0">
                <a:latin typeface="微软雅黑" panose="020B0503020204020204" pitchFamily="34" charset="-122"/>
                <a:ea typeface="微软雅黑" panose="020B0503020204020204" pitchFamily="34" charset="-122"/>
                <a:cs typeface="华文新魏" panose="02010800040101010101" charset="-122"/>
              </a:rPr>
              <a:t>急救电话应按照其拨入的次序存入一个先入先出的等待队列当中，并且按照进入队列的 次序逐一应答</a:t>
            </a:r>
            <a:r>
              <a:rPr sz="2000" dirty="0">
                <a:latin typeface="微软雅黑" panose="020B0503020204020204" pitchFamily="34" charset="-122"/>
                <a:ea typeface="微软雅黑" panose="020B0503020204020204" pitchFamily="34" charset="-122"/>
                <a:cs typeface="Gill Sans MT" panose="020B0502020104020203"/>
              </a:rPr>
              <a:t>”</a:t>
            </a:r>
            <a:r>
              <a:rPr sz="2000" spc="409" dirty="0">
                <a:latin typeface="微软雅黑" panose="020B0503020204020204" pitchFamily="34" charset="-122"/>
                <a:ea typeface="微软雅黑" panose="020B0503020204020204" pitchFamily="34" charset="-122"/>
                <a:cs typeface="Gill Sans MT" panose="020B0502020104020203"/>
              </a:rPr>
              <a:t> </a:t>
            </a:r>
            <a:r>
              <a:rPr sz="2000" dirty="0">
                <a:latin typeface="微软雅黑" panose="020B0503020204020204" pitchFamily="34" charset="-122"/>
                <a:ea typeface="微软雅黑" panose="020B0503020204020204" pitchFamily="34" charset="-122"/>
                <a:cs typeface="华文新魏" panose="02010800040101010101" charset="-122"/>
              </a:rPr>
              <a:t>是简洁的</a:t>
            </a:r>
          </a:p>
        </p:txBody>
      </p:sp>
      <p:sp>
        <p:nvSpPr>
          <p:cNvPr id="3" name="object 3"/>
          <p:cNvSpPr/>
          <p:nvPr/>
        </p:nvSpPr>
        <p:spPr>
          <a:xfrm>
            <a:off x="8290868" y="2263431"/>
            <a:ext cx="1981200" cy="1484309"/>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7"/>
          </p:nvPr>
        </p:nvSpPr>
        <p:spPr/>
        <p:txBody>
          <a:bodyPr/>
          <a:lstStyle/>
          <a:p>
            <a:fld id="{B6F15528-21DE-4FAA-801E-634DDDAF4B2B}" type="slidenum">
              <a:rPr lang="en-US" altLang="zh-CN" smtClean="0"/>
              <a:t>10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3288"/>
    </mc:Choice>
    <mc:Fallback xmlns="">
      <p:transition spd="slow" advTm="7328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6251" y="1843170"/>
            <a:ext cx="9398000" cy="1143000"/>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创建任何类型的需求规格说明最优先的方式是通过需求数据库生成它</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不直接修改规格说明，修改数据库中的需求并且重新生成规格说明</a:t>
            </a:r>
          </a:p>
        </p:txBody>
      </p:sp>
      <p:sp>
        <p:nvSpPr>
          <p:cNvPr id="4" name="object 4"/>
          <p:cNvSpPr/>
          <p:nvPr/>
        </p:nvSpPr>
        <p:spPr>
          <a:xfrm>
            <a:off x="838200" y="3833023"/>
            <a:ext cx="2111375" cy="944880"/>
          </a:xfrm>
          <a:custGeom>
            <a:avLst/>
            <a:gdLst/>
            <a:ahLst/>
            <a:cxnLst/>
            <a:rect l="l" t="t" r="r" b="b"/>
            <a:pathLst>
              <a:path w="2111375" h="944879">
                <a:moveTo>
                  <a:pt x="1" y="0"/>
                </a:moveTo>
                <a:lnTo>
                  <a:pt x="0" y="809625"/>
                </a:lnTo>
                <a:lnTo>
                  <a:pt x="25448" y="839207"/>
                </a:lnTo>
                <a:lnTo>
                  <a:pt x="68988" y="857706"/>
                </a:lnTo>
                <a:lnTo>
                  <a:pt x="131882" y="874984"/>
                </a:lnTo>
                <a:lnTo>
                  <a:pt x="170077" y="883099"/>
                </a:lnTo>
                <a:lnTo>
                  <a:pt x="212499" y="890831"/>
                </a:lnTo>
                <a:lnTo>
                  <a:pt x="258942" y="898153"/>
                </a:lnTo>
                <a:lnTo>
                  <a:pt x="309203" y="905040"/>
                </a:lnTo>
                <a:lnTo>
                  <a:pt x="363079" y="911464"/>
                </a:lnTo>
                <a:lnTo>
                  <a:pt x="420364" y="917400"/>
                </a:lnTo>
                <a:lnTo>
                  <a:pt x="480854" y="922823"/>
                </a:lnTo>
                <a:lnTo>
                  <a:pt x="544347" y="927705"/>
                </a:lnTo>
                <a:lnTo>
                  <a:pt x="610636" y="932021"/>
                </a:lnTo>
                <a:lnTo>
                  <a:pt x="679519" y="935744"/>
                </a:lnTo>
                <a:lnTo>
                  <a:pt x="750791" y="938849"/>
                </a:lnTo>
                <a:lnTo>
                  <a:pt x="899686" y="943099"/>
                </a:lnTo>
                <a:lnTo>
                  <a:pt x="1055688" y="944562"/>
                </a:lnTo>
                <a:lnTo>
                  <a:pt x="1134475" y="944192"/>
                </a:lnTo>
                <a:lnTo>
                  <a:pt x="1211689" y="943099"/>
                </a:lnTo>
                <a:lnTo>
                  <a:pt x="1287127" y="941309"/>
                </a:lnTo>
                <a:lnTo>
                  <a:pt x="1360584" y="938849"/>
                </a:lnTo>
                <a:lnTo>
                  <a:pt x="1431856" y="935744"/>
                </a:lnTo>
                <a:lnTo>
                  <a:pt x="1500739" y="932021"/>
                </a:lnTo>
                <a:lnTo>
                  <a:pt x="1567028" y="927705"/>
                </a:lnTo>
                <a:lnTo>
                  <a:pt x="1630520" y="922823"/>
                </a:lnTo>
                <a:lnTo>
                  <a:pt x="1691011" y="917400"/>
                </a:lnTo>
                <a:lnTo>
                  <a:pt x="1748296" y="911464"/>
                </a:lnTo>
                <a:lnTo>
                  <a:pt x="1802171" y="905040"/>
                </a:lnTo>
                <a:lnTo>
                  <a:pt x="1852433" y="898153"/>
                </a:lnTo>
                <a:lnTo>
                  <a:pt x="1898876" y="890831"/>
                </a:lnTo>
                <a:lnTo>
                  <a:pt x="1941297" y="883099"/>
                </a:lnTo>
                <a:lnTo>
                  <a:pt x="1979492" y="874984"/>
                </a:lnTo>
                <a:lnTo>
                  <a:pt x="2042387" y="857706"/>
                </a:lnTo>
                <a:lnTo>
                  <a:pt x="2085927" y="839207"/>
                </a:lnTo>
                <a:lnTo>
                  <a:pt x="2111375" y="809625"/>
                </a:lnTo>
                <a:lnTo>
                  <a:pt x="2111376" y="134937"/>
                </a:lnTo>
                <a:lnTo>
                  <a:pt x="1055688" y="134937"/>
                </a:lnTo>
                <a:lnTo>
                  <a:pt x="976901" y="134567"/>
                </a:lnTo>
                <a:lnTo>
                  <a:pt x="899686" y="133474"/>
                </a:lnTo>
                <a:lnTo>
                  <a:pt x="824248" y="131684"/>
                </a:lnTo>
                <a:lnTo>
                  <a:pt x="750791" y="129224"/>
                </a:lnTo>
                <a:lnTo>
                  <a:pt x="679520" y="126119"/>
                </a:lnTo>
                <a:lnTo>
                  <a:pt x="610637" y="122396"/>
                </a:lnTo>
                <a:lnTo>
                  <a:pt x="544347" y="118080"/>
                </a:lnTo>
                <a:lnTo>
                  <a:pt x="480855" y="113198"/>
                </a:lnTo>
                <a:lnTo>
                  <a:pt x="420365" y="107775"/>
                </a:lnTo>
                <a:lnTo>
                  <a:pt x="363080" y="101839"/>
                </a:lnTo>
                <a:lnTo>
                  <a:pt x="309204" y="95415"/>
                </a:lnTo>
                <a:lnTo>
                  <a:pt x="258943" y="88528"/>
                </a:lnTo>
                <a:lnTo>
                  <a:pt x="212500" y="81206"/>
                </a:lnTo>
                <a:lnTo>
                  <a:pt x="170078" y="73474"/>
                </a:lnTo>
                <a:lnTo>
                  <a:pt x="131883" y="65359"/>
                </a:lnTo>
                <a:lnTo>
                  <a:pt x="68989" y="48081"/>
                </a:lnTo>
                <a:lnTo>
                  <a:pt x="25449" y="29582"/>
                </a:lnTo>
                <a:lnTo>
                  <a:pt x="2896" y="10070"/>
                </a:lnTo>
                <a:lnTo>
                  <a:pt x="1" y="0"/>
                </a:lnTo>
                <a:close/>
              </a:path>
              <a:path w="2111375" h="944879">
                <a:moveTo>
                  <a:pt x="2111377" y="0"/>
                </a:moveTo>
                <a:lnTo>
                  <a:pt x="2085928" y="29582"/>
                </a:lnTo>
                <a:lnTo>
                  <a:pt x="2042388" y="48081"/>
                </a:lnTo>
                <a:lnTo>
                  <a:pt x="1979494" y="65359"/>
                </a:lnTo>
                <a:lnTo>
                  <a:pt x="1941299" y="73474"/>
                </a:lnTo>
                <a:lnTo>
                  <a:pt x="1898877" y="81206"/>
                </a:lnTo>
                <a:lnTo>
                  <a:pt x="1852434" y="88528"/>
                </a:lnTo>
                <a:lnTo>
                  <a:pt x="1802172" y="95415"/>
                </a:lnTo>
                <a:lnTo>
                  <a:pt x="1748297" y="101839"/>
                </a:lnTo>
                <a:lnTo>
                  <a:pt x="1691012" y="107775"/>
                </a:lnTo>
                <a:lnTo>
                  <a:pt x="1630521" y="113198"/>
                </a:lnTo>
                <a:lnTo>
                  <a:pt x="1567029" y="118080"/>
                </a:lnTo>
                <a:lnTo>
                  <a:pt x="1500739" y="122396"/>
                </a:lnTo>
                <a:lnTo>
                  <a:pt x="1431857" y="126119"/>
                </a:lnTo>
                <a:lnTo>
                  <a:pt x="1360585" y="129224"/>
                </a:lnTo>
                <a:lnTo>
                  <a:pt x="1211690" y="133474"/>
                </a:lnTo>
                <a:lnTo>
                  <a:pt x="1055688" y="134937"/>
                </a:lnTo>
                <a:lnTo>
                  <a:pt x="2111376" y="134937"/>
                </a:lnTo>
                <a:lnTo>
                  <a:pt x="2111377"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838201" y="3698085"/>
            <a:ext cx="2111375" cy="269875"/>
          </a:xfrm>
          <a:custGeom>
            <a:avLst/>
            <a:gdLst/>
            <a:ahLst/>
            <a:cxnLst/>
            <a:rect l="l" t="t" r="r" b="b"/>
            <a:pathLst>
              <a:path w="2111375" h="269875">
                <a:moveTo>
                  <a:pt x="1055687" y="0"/>
                </a:moveTo>
                <a:lnTo>
                  <a:pt x="899685" y="1463"/>
                </a:lnTo>
                <a:lnTo>
                  <a:pt x="750790" y="5713"/>
                </a:lnTo>
                <a:lnTo>
                  <a:pt x="679519" y="8818"/>
                </a:lnTo>
                <a:lnTo>
                  <a:pt x="610636" y="12541"/>
                </a:lnTo>
                <a:lnTo>
                  <a:pt x="544346" y="16857"/>
                </a:lnTo>
                <a:lnTo>
                  <a:pt x="480854" y="21739"/>
                </a:lnTo>
                <a:lnTo>
                  <a:pt x="420363" y="27161"/>
                </a:lnTo>
                <a:lnTo>
                  <a:pt x="363078" y="33098"/>
                </a:lnTo>
                <a:lnTo>
                  <a:pt x="309203" y="39522"/>
                </a:lnTo>
                <a:lnTo>
                  <a:pt x="258942" y="46408"/>
                </a:lnTo>
                <a:lnTo>
                  <a:pt x="212499" y="53731"/>
                </a:lnTo>
                <a:lnTo>
                  <a:pt x="170077" y="61463"/>
                </a:lnTo>
                <a:lnTo>
                  <a:pt x="131882" y="69578"/>
                </a:lnTo>
                <a:lnTo>
                  <a:pt x="68988" y="86856"/>
                </a:lnTo>
                <a:lnTo>
                  <a:pt x="25448" y="105355"/>
                </a:lnTo>
                <a:lnTo>
                  <a:pt x="0" y="134938"/>
                </a:lnTo>
                <a:lnTo>
                  <a:pt x="2895" y="145009"/>
                </a:lnTo>
                <a:lnTo>
                  <a:pt x="44696" y="173910"/>
                </a:lnTo>
                <a:lnTo>
                  <a:pt x="98118" y="191824"/>
                </a:lnTo>
                <a:lnTo>
                  <a:pt x="170077" y="208413"/>
                </a:lnTo>
                <a:lnTo>
                  <a:pt x="212499" y="216145"/>
                </a:lnTo>
                <a:lnTo>
                  <a:pt x="258942" y="223467"/>
                </a:lnTo>
                <a:lnTo>
                  <a:pt x="309203" y="230353"/>
                </a:lnTo>
                <a:lnTo>
                  <a:pt x="363078" y="236778"/>
                </a:lnTo>
                <a:lnTo>
                  <a:pt x="420363" y="242714"/>
                </a:lnTo>
                <a:lnTo>
                  <a:pt x="480854" y="248136"/>
                </a:lnTo>
                <a:lnTo>
                  <a:pt x="544346" y="253018"/>
                </a:lnTo>
                <a:lnTo>
                  <a:pt x="610636" y="257334"/>
                </a:lnTo>
                <a:lnTo>
                  <a:pt x="679519" y="261058"/>
                </a:lnTo>
                <a:lnTo>
                  <a:pt x="750790" y="264163"/>
                </a:lnTo>
                <a:lnTo>
                  <a:pt x="899685" y="268413"/>
                </a:lnTo>
                <a:lnTo>
                  <a:pt x="1055687" y="269876"/>
                </a:lnTo>
                <a:lnTo>
                  <a:pt x="1134474" y="269506"/>
                </a:lnTo>
                <a:lnTo>
                  <a:pt x="1211689" y="268413"/>
                </a:lnTo>
                <a:lnTo>
                  <a:pt x="1287127" y="266623"/>
                </a:lnTo>
                <a:lnTo>
                  <a:pt x="1360584" y="264163"/>
                </a:lnTo>
                <a:lnTo>
                  <a:pt x="1431856" y="261058"/>
                </a:lnTo>
                <a:lnTo>
                  <a:pt x="1500738" y="257334"/>
                </a:lnTo>
                <a:lnTo>
                  <a:pt x="1567028" y="253018"/>
                </a:lnTo>
                <a:lnTo>
                  <a:pt x="1630520" y="248136"/>
                </a:lnTo>
                <a:lnTo>
                  <a:pt x="1691011" y="242714"/>
                </a:lnTo>
                <a:lnTo>
                  <a:pt x="1748296" y="236778"/>
                </a:lnTo>
                <a:lnTo>
                  <a:pt x="1802171" y="230353"/>
                </a:lnTo>
                <a:lnTo>
                  <a:pt x="1852433" y="223467"/>
                </a:lnTo>
                <a:lnTo>
                  <a:pt x="1898876" y="216145"/>
                </a:lnTo>
                <a:lnTo>
                  <a:pt x="1941298" y="208413"/>
                </a:lnTo>
                <a:lnTo>
                  <a:pt x="1979493" y="200297"/>
                </a:lnTo>
                <a:lnTo>
                  <a:pt x="2042387" y="183020"/>
                </a:lnTo>
                <a:lnTo>
                  <a:pt x="2085927" y="164521"/>
                </a:lnTo>
                <a:lnTo>
                  <a:pt x="2111376" y="134938"/>
                </a:lnTo>
                <a:lnTo>
                  <a:pt x="2108480" y="124868"/>
                </a:lnTo>
                <a:lnTo>
                  <a:pt x="2066679" y="95966"/>
                </a:lnTo>
                <a:lnTo>
                  <a:pt x="2013257" y="78051"/>
                </a:lnTo>
                <a:lnTo>
                  <a:pt x="1941298" y="61463"/>
                </a:lnTo>
                <a:lnTo>
                  <a:pt x="1898876" y="53731"/>
                </a:lnTo>
                <a:lnTo>
                  <a:pt x="1852433" y="46408"/>
                </a:lnTo>
                <a:lnTo>
                  <a:pt x="1802171" y="39522"/>
                </a:lnTo>
                <a:lnTo>
                  <a:pt x="1748296" y="33098"/>
                </a:lnTo>
                <a:lnTo>
                  <a:pt x="1691011" y="27161"/>
                </a:lnTo>
                <a:lnTo>
                  <a:pt x="1630520" y="21739"/>
                </a:lnTo>
                <a:lnTo>
                  <a:pt x="1567028" y="16857"/>
                </a:lnTo>
                <a:lnTo>
                  <a:pt x="1500738" y="12541"/>
                </a:lnTo>
                <a:lnTo>
                  <a:pt x="1431856" y="8818"/>
                </a:lnTo>
                <a:lnTo>
                  <a:pt x="1360584" y="5713"/>
                </a:lnTo>
                <a:lnTo>
                  <a:pt x="1211689" y="1463"/>
                </a:lnTo>
                <a:lnTo>
                  <a:pt x="1055687" y="0"/>
                </a:lnTo>
                <a:close/>
              </a:path>
            </a:pathLst>
          </a:custGeom>
          <a:solidFill>
            <a:srgbClr val="ACCE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p:nvPr/>
        </p:nvSpPr>
        <p:spPr>
          <a:xfrm>
            <a:off x="838200" y="3698085"/>
            <a:ext cx="2111375" cy="269875"/>
          </a:xfrm>
          <a:custGeom>
            <a:avLst/>
            <a:gdLst/>
            <a:ahLst/>
            <a:cxnLst/>
            <a:rect l="l" t="t" r="r" b="b"/>
            <a:pathLst>
              <a:path w="2111375" h="269875">
                <a:moveTo>
                  <a:pt x="2111375" y="134937"/>
                </a:moveTo>
                <a:lnTo>
                  <a:pt x="2085927" y="164520"/>
                </a:lnTo>
                <a:lnTo>
                  <a:pt x="2042387" y="183019"/>
                </a:lnTo>
                <a:lnTo>
                  <a:pt x="1979492" y="200297"/>
                </a:lnTo>
                <a:lnTo>
                  <a:pt x="1941297" y="208413"/>
                </a:lnTo>
                <a:lnTo>
                  <a:pt x="1898876" y="216145"/>
                </a:lnTo>
                <a:lnTo>
                  <a:pt x="1852432" y="223467"/>
                </a:lnTo>
                <a:lnTo>
                  <a:pt x="1802171" y="230353"/>
                </a:lnTo>
                <a:lnTo>
                  <a:pt x="1748296" y="236777"/>
                </a:lnTo>
                <a:lnTo>
                  <a:pt x="1691011" y="242714"/>
                </a:lnTo>
                <a:lnTo>
                  <a:pt x="1630520" y="248136"/>
                </a:lnTo>
                <a:lnTo>
                  <a:pt x="1567028" y="253018"/>
                </a:lnTo>
                <a:lnTo>
                  <a:pt x="1500738" y="257334"/>
                </a:lnTo>
                <a:lnTo>
                  <a:pt x="1431856" y="261057"/>
                </a:lnTo>
                <a:lnTo>
                  <a:pt x="1360584" y="264162"/>
                </a:lnTo>
                <a:lnTo>
                  <a:pt x="1287127" y="266623"/>
                </a:lnTo>
                <a:lnTo>
                  <a:pt x="1211689" y="268412"/>
                </a:lnTo>
                <a:lnTo>
                  <a:pt x="1134474" y="269505"/>
                </a:lnTo>
                <a:lnTo>
                  <a:pt x="1055687" y="269875"/>
                </a:lnTo>
                <a:lnTo>
                  <a:pt x="976900" y="269505"/>
                </a:lnTo>
                <a:lnTo>
                  <a:pt x="899685" y="268412"/>
                </a:lnTo>
                <a:lnTo>
                  <a:pt x="824248" y="266623"/>
                </a:lnTo>
                <a:lnTo>
                  <a:pt x="750791" y="264162"/>
                </a:lnTo>
                <a:lnTo>
                  <a:pt x="679519" y="261057"/>
                </a:lnTo>
                <a:lnTo>
                  <a:pt x="610636" y="257334"/>
                </a:lnTo>
                <a:lnTo>
                  <a:pt x="544346" y="253018"/>
                </a:lnTo>
                <a:lnTo>
                  <a:pt x="480854" y="248136"/>
                </a:lnTo>
                <a:lnTo>
                  <a:pt x="420364" y="242714"/>
                </a:lnTo>
                <a:lnTo>
                  <a:pt x="363079" y="236777"/>
                </a:lnTo>
                <a:lnTo>
                  <a:pt x="309203" y="230353"/>
                </a:lnTo>
                <a:lnTo>
                  <a:pt x="258942" y="223467"/>
                </a:lnTo>
                <a:lnTo>
                  <a:pt x="212499" y="216145"/>
                </a:lnTo>
                <a:lnTo>
                  <a:pt x="170077" y="208413"/>
                </a:lnTo>
                <a:lnTo>
                  <a:pt x="131882" y="200297"/>
                </a:lnTo>
                <a:lnTo>
                  <a:pt x="68988" y="183019"/>
                </a:lnTo>
                <a:lnTo>
                  <a:pt x="25448" y="164520"/>
                </a:lnTo>
                <a:lnTo>
                  <a:pt x="0" y="134937"/>
                </a:lnTo>
                <a:lnTo>
                  <a:pt x="2895" y="124867"/>
                </a:lnTo>
                <a:lnTo>
                  <a:pt x="44696" y="95966"/>
                </a:lnTo>
                <a:lnTo>
                  <a:pt x="98118" y="78051"/>
                </a:lnTo>
                <a:lnTo>
                  <a:pt x="170077" y="61462"/>
                </a:lnTo>
                <a:lnTo>
                  <a:pt x="212499" y="53730"/>
                </a:lnTo>
                <a:lnTo>
                  <a:pt x="258942" y="46408"/>
                </a:lnTo>
                <a:lnTo>
                  <a:pt x="309203" y="39522"/>
                </a:lnTo>
                <a:lnTo>
                  <a:pt x="363079" y="33097"/>
                </a:lnTo>
                <a:lnTo>
                  <a:pt x="420364" y="27161"/>
                </a:lnTo>
                <a:lnTo>
                  <a:pt x="480854" y="21739"/>
                </a:lnTo>
                <a:lnTo>
                  <a:pt x="544346" y="16857"/>
                </a:lnTo>
                <a:lnTo>
                  <a:pt x="610636" y="12541"/>
                </a:lnTo>
                <a:lnTo>
                  <a:pt x="679519" y="8818"/>
                </a:lnTo>
                <a:lnTo>
                  <a:pt x="750791" y="5713"/>
                </a:lnTo>
                <a:lnTo>
                  <a:pt x="824248" y="3252"/>
                </a:lnTo>
                <a:lnTo>
                  <a:pt x="899685" y="1463"/>
                </a:lnTo>
                <a:lnTo>
                  <a:pt x="976900" y="370"/>
                </a:lnTo>
                <a:lnTo>
                  <a:pt x="1055687" y="0"/>
                </a:lnTo>
                <a:lnTo>
                  <a:pt x="1134474" y="370"/>
                </a:lnTo>
                <a:lnTo>
                  <a:pt x="1211689" y="1463"/>
                </a:lnTo>
                <a:lnTo>
                  <a:pt x="1287127" y="3252"/>
                </a:lnTo>
                <a:lnTo>
                  <a:pt x="1360584" y="5713"/>
                </a:lnTo>
                <a:lnTo>
                  <a:pt x="1431856" y="8818"/>
                </a:lnTo>
                <a:lnTo>
                  <a:pt x="1500738" y="12541"/>
                </a:lnTo>
                <a:lnTo>
                  <a:pt x="1567028" y="16857"/>
                </a:lnTo>
                <a:lnTo>
                  <a:pt x="1630520" y="21739"/>
                </a:lnTo>
                <a:lnTo>
                  <a:pt x="1691011" y="27161"/>
                </a:lnTo>
                <a:lnTo>
                  <a:pt x="1748296" y="33097"/>
                </a:lnTo>
                <a:lnTo>
                  <a:pt x="1802171" y="39522"/>
                </a:lnTo>
                <a:lnTo>
                  <a:pt x="1852432" y="46408"/>
                </a:lnTo>
                <a:lnTo>
                  <a:pt x="1898876" y="53730"/>
                </a:lnTo>
                <a:lnTo>
                  <a:pt x="1941297" y="61462"/>
                </a:lnTo>
                <a:lnTo>
                  <a:pt x="1979492" y="69578"/>
                </a:lnTo>
                <a:lnTo>
                  <a:pt x="2042387" y="86856"/>
                </a:lnTo>
                <a:lnTo>
                  <a:pt x="2085927" y="105355"/>
                </a:lnTo>
                <a:lnTo>
                  <a:pt x="2111375" y="134937"/>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838200" y="3833023"/>
            <a:ext cx="2111375" cy="944880"/>
          </a:xfrm>
          <a:custGeom>
            <a:avLst/>
            <a:gdLst/>
            <a:ahLst/>
            <a:cxnLst/>
            <a:rect l="l" t="t" r="r" b="b"/>
            <a:pathLst>
              <a:path w="2111375" h="944879">
                <a:moveTo>
                  <a:pt x="2111375" y="809624"/>
                </a:moveTo>
                <a:lnTo>
                  <a:pt x="2085927" y="839207"/>
                </a:lnTo>
                <a:lnTo>
                  <a:pt x="2042387" y="857706"/>
                </a:lnTo>
                <a:lnTo>
                  <a:pt x="1979492" y="874984"/>
                </a:lnTo>
                <a:lnTo>
                  <a:pt x="1941297" y="883099"/>
                </a:lnTo>
                <a:lnTo>
                  <a:pt x="1898876" y="890831"/>
                </a:lnTo>
                <a:lnTo>
                  <a:pt x="1852432" y="898154"/>
                </a:lnTo>
                <a:lnTo>
                  <a:pt x="1802171" y="905040"/>
                </a:lnTo>
                <a:lnTo>
                  <a:pt x="1748296" y="911464"/>
                </a:lnTo>
                <a:lnTo>
                  <a:pt x="1691011" y="917401"/>
                </a:lnTo>
                <a:lnTo>
                  <a:pt x="1630520" y="922823"/>
                </a:lnTo>
                <a:lnTo>
                  <a:pt x="1567028" y="927705"/>
                </a:lnTo>
                <a:lnTo>
                  <a:pt x="1500738" y="932021"/>
                </a:lnTo>
                <a:lnTo>
                  <a:pt x="1431856" y="935744"/>
                </a:lnTo>
                <a:lnTo>
                  <a:pt x="1360584" y="938849"/>
                </a:lnTo>
                <a:lnTo>
                  <a:pt x="1287127" y="941310"/>
                </a:lnTo>
                <a:lnTo>
                  <a:pt x="1211689" y="943099"/>
                </a:lnTo>
                <a:lnTo>
                  <a:pt x="1134474" y="944192"/>
                </a:lnTo>
                <a:lnTo>
                  <a:pt x="1055687" y="944562"/>
                </a:lnTo>
                <a:lnTo>
                  <a:pt x="976900" y="944192"/>
                </a:lnTo>
                <a:lnTo>
                  <a:pt x="899685" y="943099"/>
                </a:lnTo>
                <a:lnTo>
                  <a:pt x="824248" y="941310"/>
                </a:lnTo>
                <a:lnTo>
                  <a:pt x="750791" y="938849"/>
                </a:lnTo>
                <a:lnTo>
                  <a:pt x="679519" y="935744"/>
                </a:lnTo>
                <a:lnTo>
                  <a:pt x="610636" y="932021"/>
                </a:lnTo>
                <a:lnTo>
                  <a:pt x="544346" y="927705"/>
                </a:lnTo>
                <a:lnTo>
                  <a:pt x="480854" y="922823"/>
                </a:lnTo>
                <a:lnTo>
                  <a:pt x="420364" y="917401"/>
                </a:lnTo>
                <a:lnTo>
                  <a:pt x="363079" y="911464"/>
                </a:lnTo>
                <a:lnTo>
                  <a:pt x="309203" y="905040"/>
                </a:lnTo>
                <a:lnTo>
                  <a:pt x="258942" y="898154"/>
                </a:lnTo>
                <a:lnTo>
                  <a:pt x="212499" y="890831"/>
                </a:lnTo>
                <a:lnTo>
                  <a:pt x="170077" y="883099"/>
                </a:lnTo>
                <a:lnTo>
                  <a:pt x="131882" y="874984"/>
                </a:lnTo>
                <a:lnTo>
                  <a:pt x="68988" y="857706"/>
                </a:lnTo>
                <a:lnTo>
                  <a:pt x="25448" y="839207"/>
                </a:lnTo>
                <a:lnTo>
                  <a:pt x="0" y="809624"/>
                </a:lnTo>
                <a:lnTo>
                  <a:pt x="1" y="0"/>
                </a:lnTo>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txBox="1"/>
          <p:nvPr/>
        </p:nvSpPr>
        <p:spPr>
          <a:xfrm>
            <a:off x="1121729" y="4109723"/>
            <a:ext cx="15494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需求数据库</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9" name="object 9"/>
          <p:cNvSpPr/>
          <p:nvPr/>
        </p:nvSpPr>
        <p:spPr>
          <a:xfrm>
            <a:off x="4433363" y="3698085"/>
            <a:ext cx="2592705" cy="792480"/>
          </a:xfrm>
          <a:custGeom>
            <a:avLst/>
            <a:gdLst/>
            <a:ahLst/>
            <a:cxnLst/>
            <a:rect l="l" t="t" r="r" b="b"/>
            <a:pathLst>
              <a:path w="2592704" h="792479">
                <a:moveTo>
                  <a:pt x="2460357" y="0"/>
                </a:moveTo>
                <a:lnTo>
                  <a:pt x="132030" y="0"/>
                </a:lnTo>
                <a:lnTo>
                  <a:pt x="90298" y="6731"/>
                </a:lnTo>
                <a:lnTo>
                  <a:pt x="54055" y="25474"/>
                </a:lnTo>
                <a:lnTo>
                  <a:pt x="25474" y="54055"/>
                </a:lnTo>
                <a:lnTo>
                  <a:pt x="6731" y="90298"/>
                </a:lnTo>
                <a:lnTo>
                  <a:pt x="0" y="132030"/>
                </a:lnTo>
                <a:lnTo>
                  <a:pt x="0" y="660133"/>
                </a:lnTo>
                <a:lnTo>
                  <a:pt x="6731" y="701865"/>
                </a:lnTo>
                <a:lnTo>
                  <a:pt x="25474" y="738108"/>
                </a:lnTo>
                <a:lnTo>
                  <a:pt x="54055" y="766689"/>
                </a:lnTo>
                <a:lnTo>
                  <a:pt x="90298" y="785432"/>
                </a:lnTo>
                <a:lnTo>
                  <a:pt x="132030" y="792163"/>
                </a:lnTo>
                <a:lnTo>
                  <a:pt x="2460357" y="792163"/>
                </a:lnTo>
                <a:lnTo>
                  <a:pt x="2502088" y="785432"/>
                </a:lnTo>
                <a:lnTo>
                  <a:pt x="2538332" y="766689"/>
                </a:lnTo>
                <a:lnTo>
                  <a:pt x="2566912" y="738108"/>
                </a:lnTo>
                <a:lnTo>
                  <a:pt x="2585655" y="701865"/>
                </a:lnTo>
                <a:lnTo>
                  <a:pt x="2592386" y="660133"/>
                </a:lnTo>
                <a:lnTo>
                  <a:pt x="2592386" y="132030"/>
                </a:lnTo>
                <a:lnTo>
                  <a:pt x="2585655" y="90298"/>
                </a:lnTo>
                <a:lnTo>
                  <a:pt x="2566912" y="54055"/>
                </a:lnTo>
                <a:lnTo>
                  <a:pt x="2538332" y="25474"/>
                </a:lnTo>
                <a:lnTo>
                  <a:pt x="2502088" y="6731"/>
                </a:lnTo>
                <a:lnTo>
                  <a:pt x="2460357"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4433363" y="3698085"/>
            <a:ext cx="2592705" cy="792480"/>
          </a:xfrm>
          <a:custGeom>
            <a:avLst/>
            <a:gdLst/>
            <a:ahLst/>
            <a:cxnLst/>
            <a:rect l="l" t="t" r="r" b="b"/>
            <a:pathLst>
              <a:path w="2592704" h="792479">
                <a:moveTo>
                  <a:pt x="0" y="132029"/>
                </a:moveTo>
                <a:lnTo>
                  <a:pt x="6730" y="90298"/>
                </a:lnTo>
                <a:lnTo>
                  <a:pt x="25474" y="54054"/>
                </a:lnTo>
                <a:lnTo>
                  <a:pt x="54054" y="25474"/>
                </a:lnTo>
                <a:lnTo>
                  <a:pt x="90298" y="6730"/>
                </a:lnTo>
                <a:lnTo>
                  <a:pt x="132029" y="0"/>
                </a:lnTo>
                <a:lnTo>
                  <a:pt x="2460356" y="0"/>
                </a:lnTo>
                <a:lnTo>
                  <a:pt x="2502088" y="6730"/>
                </a:lnTo>
                <a:lnTo>
                  <a:pt x="2538331" y="25474"/>
                </a:lnTo>
                <a:lnTo>
                  <a:pt x="2566912" y="54054"/>
                </a:lnTo>
                <a:lnTo>
                  <a:pt x="2585655" y="90298"/>
                </a:lnTo>
                <a:lnTo>
                  <a:pt x="2592386" y="132029"/>
                </a:lnTo>
                <a:lnTo>
                  <a:pt x="2592386" y="660132"/>
                </a:lnTo>
                <a:lnTo>
                  <a:pt x="2585655" y="701864"/>
                </a:lnTo>
                <a:lnTo>
                  <a:pt x="2566912" y="738108"/>
                </a:lnTo>
                <a:lnTo>
                  <a:pt x="2538331" y="766688"/>
                </a:lnTo>
                <a:lnTo>
                  <a:pt x="2502088" y="785431"/>
                </a:lnTo>
                <a:lnTo>
                  <a:pt x="2460356" y="792162"/>
                </a:lnTo>
                <a:lnTo>
                  <a:pt x="132029" y="792162"/>
                </a:lnTo>
                <a:lnTo>
                  <a:pt x="90298" y="785431"/>
                </a:lnTo>
                <a:lnTo>
                  <a:pt x="54054" y="766688"/>
                </a:lnTo>
                <a:lnTo>
                  <a:pt x="25474" y="738108"/>
                </a:lnTo>
                <a:lnTo>
                  <a:pt x="6730" y="701864"/>
                </a:lnTo>
                <a:lnTo>
                  <a:pt x="0" y="660132"/>
                </a:lnTo>
                <a:lnTo>
                  <a:pt x="0" y="132029"/>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txBox="1"/>
          <p:nvPr/>
        </p:nvSpPr>
        <p:spPr>
          <a:xfrm>
            <a:off x="4653167" y="3898586"/>
            <a:ext cx="21590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规格说明生成器</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12" name="object 12"/>
          <p:cNvSpPr/>
          <p:nvPr/>
        </p:nvSpPr>
        <p:spPr>
          <a:xfrm>
            <a:off x="4625451" y="4922047"/>
            <a:ext cx="2113280" cy="792480"/>
          </a:xfrm>
          <a:custGeom>
            <a:avLst/>
            <a:gdLst/>
            <a:ahLst/>
            <a:cxnLst/>
            <a:rect l="l" t="t" r="r" b="b"/>
            <a:pathLst>
              <a:path w="2113279" h="792479">
                <a:moveTo>
                  <a:pt x="1980932" y="0"/>
                </a:moveTo>
                <a:lnTo>
                  <a:pt x="0" y="0"/>
                </a:lnTo>
                <a:lnTo>
                  <a:pt x="0" y="660132"/>
                </a:lnTo>
                <a:lnTo>
                  <a:pt x="132029" y="792162"/>
                </a:lnTo>
                <a:lnTo>
                  <a:pt x="2112962" y="792162"/>
                </a:lnTo>
                <a:lnTo>
                  <a:pt x="2112962" y="132030"/>
                </a:lnTo>
                <a:lnTo>
                  <a:pt x="1980932"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3"/>
          <p:cNvSpPr/>
          <p:nvPr/>
        </p:nvSpPr>
        <p:spPr>
          <a:xfrm>
            <a:off x="4625450" y="4922047"/>
            <a:ext cx="2113280" cy="792480"/>
          </a:xfrm>
          <a:custGeom>
            <a:avLst/>
            <a:gdLst/>
            <a:ahLst/>
            <a:cxnLst/>
            <a:rect l="l" t="t" r="r" b="b"/>
            <a:pathLst>
              <a:path w="2113279" h="792479">
                <a:moveTo>
                  <a:pt x="0" y="0"/>
                </a:moveTo>
                <a:lnTo>
                  <a:pt x="1980932" y="0"/>
                </a:lnTo>
                <a:lnTo>
                  <a:pt x="2112962" y="132029"/>
                </a:lnTo>
                <a:lnTo>
                  <a:pt x="2112962" y="792161"/>
                </a:lnTo>
                <a:lnTo>
                  <a:pt x="132029" y="792161"/>
                </a:lnTo>
                <a:lnTo>
                  <a:pt x="0" y="660131"/>
                </a:lnTo>
                <a:lnTo>
                  <a:pt x="0" y="0"/>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txBox="1"/>
          <p:nvPr/>
        </p:nvSpPr>
        <p:spPr>
          <a:xfrm>
            <a:off x="5062305" y="5122548"/>
            <a:ext cx="12446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文档模板</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15" name="object 15"/>
          <p:cNvSpPr/>
          <p:nvPr/>
        </p:nvSpPr>
        <p:spPr>
          <a:xfrm>
            <a:off x="3088751" y="3985423"/>
            <a:ext cx="1151255" cy="287655"/>
          </a:xfrm>
          <a:custGeom>
            <a:avLst/>
            <a:gdLst/>
            <a:ahLst/>
            <a:cxnLst/>
            <a:rect l="l" t="t" r="r" b="b"/>
            <a:pathLst>
              <a:path w="1151254" h="287654">
                <a:moveTo>
                  <a:pt x="1007270" y="0"/>
                </a:moveTo>
                <a:lnTo>
                  <a:pt x="1007270" y="71833"/>
                </a:lnTo>
                <a:lnTo>
                  <a:pt x="0" y="71833"/>
                </a:lnTo>
                <a:lnTo>
                  <a:pt x="0" y="215502"/>
                </a:lnTo>
                <a:lnTo>
                  <a:pt x="1007270" y="215502"/>
                </a:lnTo>
                <a:lnTo>
                  <a:pt x="1007270" y="287336"/>
                </a:lnTo>
                <a:lnTo>
                  <a:pt x="1150937" y="143668"/>
                </a:lnTo>
                <a:lnTo>
                  <a:pt x="1007270"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3088751" y="3985423"/>
            <a:ext cx="1151255" cy="287655"/>
          </a:xfrm>
          <a:custGeom>
            <a:avLst/>
            <a:gdLst/>
            <a:ahLst/>
            <a:cxnLst/>
            <a:rect l="l" t="t" r="r" b="b"/>
            <a:pathLst>
              <a:path w="1151254" h="287654">
                <a:moveTo>
                  <a:pt x="0" y="71833"/>
                </a:moveTo>
                <a:lnTo>
                  <a:pt x="1007269" y="71833"/>
                </a:lnTo>
                <a:lnTo>
                  <a:pt x="1007269" y="0"/>
                </a:lnTo>
                <a:lnTo>
                  <a:pt x="1150937" y="143668"/>
                </a:lnTo>
                <a:lnTo>
                  <a:pt x="1007269" y="287336"/>
                </a:lnTo>
                <a:lnTo>
                  <a:pt x="1007269" y="215502"/>
                </a:lnTo>
                <a:lnTo>
                  <a:pt x="0" y="215502"/>
                </a:lnTo>
                <a:lnTo>
                  <a:pt x="0" y="71833"/>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8657699" y="3765555"/>
            <a:ext cx="2400300" cy="1012190"/>
          </a:xfrm>
          <a:custGeom>
            <a:avLst/>
            <a:gdLst/>
            <a:ahLst/>
            <a:cxnLst/>
            <a:rect l="l" t="t" r="r" b="b"/>
            <a:pathLst>
              <a:path w="2400300" h="1012189">
                <a:moveTo>
                  <a:pt x="2400298" y="0"/>
                </a:moveTo>
                <a:lnTo>
                  <a:pt x="2394996" y="26261"/>
                </a:lnTo>
                <a:lnTo>
                  <a:pt x="2380537" y="47707"/>
                </a:lnTo>
                <a:lnTo>
                  <a:pt x="2359091" y="62166"/>
                </a:lnTo>
                <a:lnTo>
                  <a:pt x="2332829" y="67468"/>
                </a:lnTo>
                <a:lnTo>
                  <a:pt x="67468" y="67468"/>
                </a:lnTo>
                <a:lnTo>
                  <a:pt x="41206" y="72770"/>
                </a:lnTo>
                <a:lnTo>
                  <a:pt x="19761" y="87229"/>
                </a:lnTo>
                <a:lnTo>
                  <a:pt x="5302" y="108675"/>
                </a:lnTo>
                <a:lnTo>
                  <a:pt x="0" y="134936"/>
                </a:lnTo>
                <a:lnTo>
                  <a:pt x="0" y="944561"/>
                </a:lnTo>
                <a:lnTo>
                  <a:pt x="5302" y="970823"/>
                </a:lnTo>
                <a:lnTo>
                  <a:pt x="19761" y="992268"/>
                </a:lnTo>
                <a:lnTo>
                  <a:pt x="41206" y="1006727"/>
                </a:lnTo>
                <a:lnTo>
                  <a:pt x="67468" y="1012029"/>
                </a:lnTo>
                <a:lnTo>
                  <a:pt x="93730" y="1006727"/>
                </a:lnTo>
                <a:lnTo>
                  <a:pt x="115176" y="992268"/>
                </a:lnTo>
                <a:lnTo>
                  <a:pt x="129635" y="970823"/>
                </a:lnTo>
                <a:lnTo>
                  <a:pt x="134937" y="944561"/>
                </a:lnTo>
                <a:lnTo>
                  <a:pt x="134937" y="877093"/>
                </a:lnTo>
                <a:lnTo>
                  <a:pt x="2332829" y="877093"/>
                </a:lnTo>
                <a:lnTo>
                  <a:pt x="2359091" y="871791"/>
                </a:lnTo>
                <a:lnTo>
                  <a:pt x="2380537" y="857332"/>
                </a:lnTo>
                <a:lnTo>
                  <a:pt x="2394996" y="835886"/>
                </a:lnTo>
                <a:lnTo>
                  <a:pt x="2400298" y="809625"/>
                </a:lnTo>
                <a:lnTo>
                  <a:pt x="2400298" y="202404"/>
                </a:lnTo>
                <a:lnTo>
                  <a:pt x="67468" y="202404"/>
                </a:lnTo>
                <a:lnTo>
                  <a:pt x="67470" y="134936"/>
                </a:lnTo>
                <a:lnTo>
                  <a:pt x="70120" y="121805"/>
                </a:lnTo>
                <a:lnTo>
                  <a:pt x="77350" y="111082"/>
                </a:lnTo>
                <a:lnTo>
                  <a:pt x="88072" y="103853"/>
                </a:lnTo>
                <a:lnTo>
                  <a:pt x="101203" y="101202"/>
                </a:lnTo>
                <a:lnTo>
                  <a:pt x="2400298" y="101202"/>
                </a:lnTo>
                <a:lnTo>
                  <a:pt x="2400298" y="0"/>
                </a:lnTo>
                <a:close/>
              </a:path>
              <a:path w="2400300" h="1012189">
                <a:moveTo>
                  <a:pt x="2400298" y="101202"/>
                </a:moveTo>
                <a:lnTo>
                  <a:pt x="101203" y="101202"/>
                </a:lnTo>
                <a:lnTo>
                  <a:pt x="114334" y="103853"/>
                </a:lnTo>
                <a:lnTo>
                  <a:pt x="125057" y="111082"/>
                </a:lnTo>
                <a:lnTo>
                  <a:pt x="132286" y="121805"/>
                </a:lnTo>
                <a:lnTo>
                  <a:pt x="134937" y="134937"/>
                </a:lnTo>
                <a:lnTo>
                  <a:pt x="129635" y="161198"/>
                </a:lnTo>
                <a:lnTo>
                  <a:pt x="115176" y="182643"/>
                </a:lnTo>
                <a:lnTo>
                  <a:pt x="93730" y="197102"/>
                </a:lnTo>
                <a:lnTo>
                  <a:pt x="67468" y="202404"/>
                </a:lnTo>
                <a:lnTo>
                  <a:pt x="2400298" y="202404"/>
                </a:lnTo>
                <a:lnTo>
                  <a:pt x="2400298" y="101202"/>
                </a:lnTo>
                <a:close/>
              </a:path>
              <a:path w="2400300" h="1012189">
                <a:moveTo>
                  <a:pt x="2265362" y="0"/>
                </a:moveTo>
                <a:lnTo>
                  <a:pt x="2265362" y="67468"/>
                </a:lnTo>
                <a:lnTo>
                  <a:pt x="2332829" y="67468"/>
                </a:lnTo>
                <a:lnTo>
                  <a:pt x="2332829" y="33733"/>
                </a:lnTo>
                <a:lnTo>
                  <a:pt x="2299096" y="33733"/>
                </a:lnTo>
                <a:lnTo>
                  <a:pt x="2285965" y="31082"/>
                </a:lnTo>
                <a:lnTo>
                  <a:pt x="2275242" y="23852"/>
                </a:lnTo>
                <a:lnTo>
                  <a:pt x="2268013" y="13130"/>
                </a:lnTo>
                <a:lnTo>
                  <a:pt x="2265362" y="0"/>
                </a:lnTo>
                <a:close/>
              </a:path>
              <a:path w="2400300" h="1012189">
                <a:moveTo>
                  <a:pt x="2332829" y="0"/>
                </a:moveTo>
                <a:lnTo>
                  <a:pt x="2330179" y="13130"/>
                </a:lnTo>
                <a:lnTo>
                  <a:pt x="2322949" y="23852"/>
                </a:lnTo>
                <a:lnTo>
                  <a:pt x="2312227" y="31082"/>
                </a:lnTo>
                <a:lnTo>
                  <a:pt x="2299096" y="33733"/>
                </a:lnTo>
                <a:lnTo>
                  <a:pt x="2332829" y="33733"/>
                </a:lnTo>
                <a:lnTo>
                  <a:pt x="2332829"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8725168" y="3698085"/>
            <a:ext cx="2332990" cy="269875"/>
          </a:xfrm>
          <a:custGeom>
            <a:avLst/>
            <a:gdLst/>
            <a:ahLst/>
            <a:cxnLst/>
            <a:rect l="l" t="t" r="r" b="b"/>
            <a:pathLst>
              <a:path w="2332990" h="269875">
                <a:moveTo>
                  <a:pt x="33735" y="168672"/>
                </a:moveTo>
                <a:lnTo>
                  <a:pt x="1" y="202406"/>
                </a:lnTo>
                <a:lnTo>
                  <a:pt x="0" y="269875"/>
                </a:lnTo>
                <a:lnTo>
                  <a:pt x="26261" y="264572"/>
                </a:lnTo>
                <a:lnTo>
                  <a:pt x="47707" y="250113"/>
                </a:lnTo>
                <a:lnTo>
                  <a:pt x="62166" y="228668"/>
                </a:lnTo>
                <a:lnTo>
                  <a:pt x="67468" y="202406"/>
                </a:lnTo>
                <a:lnTo>
                  <a:pt x="64817" y="189275"/>
                </a:lnTo>
                <a:lnTo>
                  <a:pt x="57588" y="178552"/>
                </a:lnTo>
                <a:lnTo>
                  <a:pt x="46865" y="171323"/>
                </a:lnTo>
                <a:lnTo>
                  <a:pt x="33735" y="168672"/>
                </a:lnTo>
                <a:close/>
              </a:path>
              <a:path w="2332990" h="269875">
                <a:moveTo>
                  <a:pt x="2332829" y="67470"/>
                </a:moveTo>
                <a:lnTo>
                  <a:pt x="2265361" y="67470"/>
                </a:lnTo>
                <a:lnTo>
                  <a:pt x="2265361" y="134938"/>
                </a:lnTo>
                <a:lnTo>
                  <a:pt x="2291623" y="129636"/>
                </a:lnTo>
                <a:lnTo>
                  <a:pt x="2313068" y="115177"/>
                </a:lnTo>
                <a:lnTo>
                  <a:pt x="2327527" y="93731"/>
                </a:lnTo>
                <a:lnTo>
                  <a:pt x="2332829" y="67470"/>
                </a:lnTo>
                <a:close/>
              </a:path>
              <a:path w="2332990" h="269875">
                <a:moveTo>
                  <a:pt x="2265361" y="0"/>
                </a:moveTo>
                <a:lnTo>
                  <a:pt x="2239099" y="5302"/>
                </a:lnTo>
                <a:lnTo>
                  <a:pt x="2217653" y="19761"/>
                </a:lnTo>
                <a:lnTo>
                  <a:pt x="2203194" y="41207"/>
                </a:lnTo>
                <a:lnTo>
                  <a:pt x="2197892" y="67470"/>
                </a:lnTo>
                <a:lnTo>
                  <a:pt x="2200543" y="80600"/>
                </a:lnTo>
                <a:lnTo>
                  <a:pt x="2207772" y="91323"/>
                </a:lnTo>
                <a:lnTo>
                  <a:pt x="2218495" y="98552"/>
                </a:lnTo>
                <a:lnTo>
                  <a:pt x="2231626" y="101203"/>
                </a:lnTo>
                <a:lnTo>
                  <a:pt x="2244757" y="98552"/>
                </a:lnTo>
                <a:lnTo>
                  <a:pt x="2255480" y="91323"/>
                </a:lnTo>
                <a:lnTo>
                  <a:pt x="2262710" y="80600"/>
                </a:lnTo>
                <a:lnTo>
                  <a:pt x="2265361" y="67470"/>
                </a:lnTo>
                <a:lnTo>
                  <a:pt x="2332829" y="67470"/>
                </a:lnTo>
                <a:lnTo>
                  <a:pt x="2327527" y="41207"/>
                </a:lnTo>
                <a:lnTo>
                  <a:pt x="2313068" y="19761"/>
                </a:lnTo>
                <a:lnTo>
                  <a:pt x="2291623" y="5302"/>
                </a:lnTo>
                <a:lnTo>
                  <a:pt x="2265361" y="0"/>
                </a:lnTo>
                <a:close/>
              </a:path>
            </a:pathLst>
          </a:custGeom>
          <a:solidFill>
            <a:srgbClr val="5A90B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8657699" y="3698085"/>
            <a:ext cx="2400300" cy="1079500"/>
          </a:xfrm>
          <a:custGeom>
            <a:avLst/>
            <a:gdLst/>
            <a:ahLst/>
            <a:cxnLst/>
            <a:rect l="l" t="t" r="r" b="b"/>
            <a:pathLst>
              <a:path w="2400300" h="1079500">
                <a:moveTo>
                  <a:pt x="0" y="202406"/>
                </a:moveTo>
                <a:lnTo>
                  <a:pt x="5302" y="176144"/>
                </a:lnTo>
                <a:lnTo>
                  <a:pt x="19761" y="154698"/>
                </a:lnTo>
                <a:lnTo>
                  <a:pt x="41206" y="140239"/>
                </a:lnTo>
                <a:lnTo>
                  <a:pt x="67468" y="134937"/>
                </a:lnTo>
                <a:lnTo>
                  <a:pt x="2265361" y="134937"/>
                </a:lnTo>
                <a:lnTo>
                  <a:pt x="2265361" y="67469"/>
                </a:lnTo>
                <a:lnTo>
                  <a:pt x="2270663" y="41207"/>
                </a:lnTo>
                <a:lnTo>
                  <a:pt x="2285123" y="19761"/>
                </a:lnTo>
                <a:lnTo>
                  <a:pt x="2306569" y="5302"/>
                </a:lnTo>
                <a:lnTo>
                  <a:pt x="2332830" y="0"/>
                </a:lnTo>
                <a:lnTo>
                  <a:pt x="2359093" y="5302"/>
                </a:lnTo>
                <a:lnTo>
                  <a:pt x="2380539" y="19761"/>
                </a:lnTo>
                <a:lnTo>
                  <a:pt x="2394998" y="41207"/>
                </a:lnTo>
                <a:lnTo>
                  <a:pt x="2400300" y="67469"/>
                </a:lnTo>
                <a:lnTo>
                  <a:pt x="2400298" y="877093"/>
                </a:lnTo>
                <a:lnTo>
                  <a:pt x="2394996" y="903355"/>
                </a:lnTo>
                <a:lnTo>
                  <a:pt x="2380537" y="924801"/>
                </a:lnTo>
                <a:lnTo>
                  <a:pt x="2359091" y="939260"/>
                </a:lnTo>
                <a:lnTo>
                  <a:pt x="2332829" y="944562"/>
                </a:lnTo>
                <a:lnTo>
                  <a:pt x="134938" y="944562"/>
                </a:lnTo>
                <a:lnTo>
                  <a:pt x="134938" y="1012030"/>
                </a:lnTo>
                <a:lnTo>
                  <a:pt x="129636" y="1038292"/>
                </a:lnTo>
                <a:lnTo>
                  <a:pt x="115176" y="1059738"/>
                </a:lnTo>
                <a:lnTo>
                  <a:pt x="93730" y="1074197"/>
                </a:lnTo>
                <a:lnTo>
                  <a:pt x="67468" y="1079499"/>
                </a:lnTo>
                <a:lnTo>
                  <a:pt x="41206" y="1074197"/>
                </a:lnTo>
                <a:lnTo>
                  <a:pt x="19761" y="1059738"/>
                </a:lnTo>
                <a:lnTo>
                  <a:pt x="5302" y="1038292"/>
                </a:lnTo>
                <a:lnTo>
                  <a:pt x="0" y="1012030"/>
                </a:lnTo>
                <a:lnTo>
                  <a:pt x="0" y="202406"/>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10916711" y="3759204"/>
            <a:ext cx="147636" cy="8016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21"/>
          <p:cNvSpPr/>
          <p:nvPr/>
        </p:nvSpPr>
        <p:spPr>
          <a:xfrm>
            <a:off x="8651348" y="3860407"/>
            <a:ext cx="147637" cy="113903"/>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2"/>
          <p:cNvSpPr/>
          <p:nvPr/>
        </p:nvSpPr>
        <p:spPr>
          <a:xfrm>
            <a:off x="8792637" y="3900490"/>
            <a:ext cx="0" cy="742315"/>
          </a:xfrm>
          <a:custGeom>
            <a:avLst/>
            <a:gdLst/>
            <a:ahLst/>
            <a:cxnLst/>
            <a:rect l="l" t="t" r="r" b="b"/>
            <a:pathLst>
              <a:path h="742314">
                <a:moveTo>
                  <a:pt x="0" y="0"/>
                </a:moveTo>
                <a:lnTo>
                  <a:pt x="0" y="742156"/>
                </a:lnTo>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3"/>
          <p:cNvSpPr txBox="1"/>
          <p:nvPr/>
        </p:nvSpPr>
        <p:spPr>
          <a:xfrm>
            <a:off x="8967422" y="4042256"/>
            <a:ext cx="1854200" cy="391160"/>
          </a:xfrm>
          <a:prstGeom prst="rect">
            <a:avLst/>
          </a:prstGeom>
        </p:spPr>
        <p:txBody>
          <a:bodyPr vert="horz" wrap="square" lIns="0" tIns="12700" rIns="0" bIns="0" rtlCol="0">
            <a:spAutoFit/>
          </a:bodyPr>
          <a:lstStyle/>
          <a:p>
            <a:pPr marL="12700">
              <a:lnSpc>
                <a:spcPct val="100000"/>
              </a:lnSpc>
              <a:spcBef>
                <a:spcPts val="100"/>
              </a:spcBef>
            </a:pPr>
            <a:r>
              <a:rPr sz="2400" b="1" i="1" spc="-5" dirty="0">
                <a:solidFill>
                  <a:srgbClr val="FFFFFF"/>
                </a:solidFill>
                <a:latin typeface="微软雅黑" panose="020B0503020204020204" pitchFamily="34" charset="-122"/>
                <a:ea typeface="微软雅黑" panose="020B0503020204020204" pitchFamily="34" charset="-122"/>
                <a:cs typeface="华文新魏" panose="02010800040101010101" charset="-122"/>
              </a:rPr>
              <a:t>产品规格说明</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24" name="object 24"/>
          <p:cNvSpPr/>
          <p:nvPr/>
        </p:nvSpPr>
        <p:spPr>
          <a:xfrm>
            <a:off x="5393799" y="4490248"/>
            <a:ext cx="382905" cy="358775"/>
          </a:xfrm>
          <a:custGeom>
            <a:avLst/>
            <a:gdLst/>
            <a:ahLst/>
            <a:cxnLst/>
            <a:rect l="l" t="t" r="r" b="b"/>
            <a:pathLst>
              <a:path w="382904" h="358775">
                <a:moveTo>
                  <a:pt x="382588" y="179387"/>
                </a:moveTo>
                <a:lnTo>
                  <a:pt x="0" y="179387"/>
                </a:lnTo>
                <a:lnTo>
                  <a:pt x="191295" y="358775"/>
                </a:lnTo>
                <a:lnTo>
                  <a:pt x="382588" y="179387"/>
                </a:lnTo>
                <a:close/>
              </a:path>
              <a:path w="382904" h="358775">
                <a:moveTo>
                  <a:pt x="286941" y="0"/>
                </a:moveTo>
                <a:lnTo>
                  <a:pt x="95647" y="0"/>
                </a:lnTo>
                <a:lnTo>
                  <a:pt x="95647" y="179387"/>
                </a:lnTo>
                <a:lnTo>
                  <a:pt x="286941" y="179387"/>
                </a:lnTo>
                <a:lnTo>
                  <a:pt x="286941"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5"/>
          <p:cNvSpPr/>
          <p:nvPr/>
        </p:nvSpPr>
        <p:spPr>
          <a:xfrm>
            <a:off x="5393799" y="4490248"/>
            <a:ext cx="382905" cy="358775"/>
          </a:xfrm>
          <a:custGeom>
            <a:avLst/>
            <a:gdLst/>
            <a:ahLst/>
            <a:cxnLst/>
            <a:rect l="l" t="t" r="r" b="b"/>
            <a:pathLst>
              <a:path w="382904" h="358775">
                <a:moveTo>
                  <a:pt x="0" y="179387"/>
                </a:moveTo>
                <a:lnTo>
                  <a:pt x="95646" y="179387"/>
                </a:lnTo>
                <a:lnTo>
                  <a:pt x="95646" y="0"/>
                </a:lnTo>
                <a:lnTo>
                  <a:pt x="286940" y="0"/>
                </a:lnTo>
                <a:lnTo>
                  <a:pt x="286940" y="179387"/>
                </a:lnTo>
                <a:lnTo>
                  <a:pt x="382587" y="179387"/>
                </a:lnTo>
                <a:lnTo>
                  <a:pt x="191294" y="358774"/>
                </a:lnTo>
                <a:lnTo>
                  <a:pt x="0" y="179387"/>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6"/>
          <p:cNvSpPr/>
          <p:nvPr/>
        </p:nvSpPr>
        <p:spPr>
          <a:xfrm>
            <a:off x="7217836" y="4056860"/>
            <a:ext cx="1247775" cy="360680"/>
          </a:xfrm>
          <a:custGeom>
            <a:avLst/>
            <a:gdLst/>
            <a:ahLst/>
            <a:cxnLst/>
            <a:rect l="l" t="t" r="r" b="b"/>
            <a:pathLst>
              <a:path w="1247775" h="360679">
                <a:moveTo>
                  <a:pt x="1067593" y="0"/>
                </a:moveTo>
                <a:lnTo>
                  <a:pt x="1067593" y="90091"/>
                </a:lnTo>
                <a:lnTo>
                  <a:pt x="0" y="90091"/>
                </a:lnTo>
                <a:lnTo>
                  <a:pt x="0" y="270272"/>
                </a:lnTo>
                <a:lnTo>
                  <a:pt x="1067593" y="270272"/>
                </a:lnTo>
                <a:lnTo>
                  <a:pt x="1067593" y="360362"/>
                </a:lnTo>
                <a:lnTo>
                  <a:pt x="1247775" y="180182"/>
                </a:lnTo>
                <a:lnTo>
                  <a:pt x="1067593"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7"/>
          <p:cNvSpPr/>
          <p:nvPr/>
        </p:nvSpPr>
        <p:spPr>
          <a:xfrm>
            <a:off x="7217836" y="4056860"/>
            <a:ext cx="1247775" cy="360680"/>
          </a:xfrm>
          <a:custGeom>
            <a:avLst/>
            <a:gdLst/>
            <a:ahLst/>
            <a:cxnLst/>
            <a:rect l="l" t="t" r="r" b="b"/>
            <a:pathLst>
              <a:path w="1247775" h="360679">
                <a:moveTo>
                  <a:pt x="0" y="90091"/>
                </a:moveTo>
                <a:lnTo>
                  <a:pt x="1067593" y="90091"/>
                </a:lnTo>
                <a:lnTo>
                  <a:pt x="1067593" y="0"/>
                </a:lnTo>
                <a:lnTo>
                  <a:pt x="1247774" y="180181"/>
                </a:lnTo>
                <a:lnTo>
                  <a:pt x="1067593" y="360362"/>
                </a:lnTo>
                <a:lnTo>
                  <a:pt x="1067593" y="270271"/>
                </a:lnTo>
                <a:lnTo>
                  <a:pt x="0" y="270271"/>
                </a:lnTo>
                <a:lnTo>
                  <a:pt x="0" y="90091"/>
                </a:lnTo>
                <a:close/>
              </a:path>
            </a:pathLst>
          </a:custGeom>
          <a:ln w="12699">
            <a:solidFill>
              <a:srgbClr val="5185A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标题 29"/>
          <p:cNvSpPr>
            <a:spLocks noGrp="1"/>
          </p:cNvSpPr>
          <p:nvPr>
            <p:ph type="title"/>
          </p:nvPr>
        </p:nvSpPr>
        <p:spPr/>
        <p:txBody>
          <a:bodyPr/>
          <a:lstStyle/>
          <a:p>
            <a:r>
              <a:rPr lang="zh-CN" altLang="en-US" spc="-5" dirty="0"/>
              <a:t>需求规格说明生成过程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439"/>
    </mc:Choice>
    <mc:Fallback xmlns="">
      <p:transition spd="slow" advTm="3543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13738" y="1690688"/>
            <a:ext cx="9099105" cy="2849498"/>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需要根据预先定义的标准章节模式来组织，即根据模板来撰写</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的模板使得撰写统一的</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变得简单</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对于</a:t>
            </a:r>
            <a:r>
              <a:rPr sz="2400" spc="-5" dirty="0">
                <a:latin typeface="微软雅黑" panose="020B0503020204020204" pitchFamily="34" charset="-122"/>
                <a:ea typeface="微软雅黑" panose="020B0503020204020204" pitchFamily="34" charset="-122"/>
                <a:cs typeface="Gill Sans MT" panose="020B0502020104020203"/>
              </a:rPr>
              <a:t>Q</a:t>
            </a:r>
            <a:r>
              <a:rPr sz="2400" dirty="0">
                <a:latin typeface="微软雅黑" panose="020B0503020204020204" pitchFamily="34" charset="-122"/>
                <a:ea typeface="微软雅黑" panose="020B0503020204020204" pitchFamily="34" charset="-122"/>
                <a:cs typeface="Gill Sans MT" panose="020B0502020104020203"/>
              </a:rPr>
              <a:t>A</a:t>
            </a:r>
            <a:r>
              <a:rPr sz="2400" dirty="0">
                <a:latin typeface="微软雅黑" panose="020B0503020204020204" pitchFamily="34" charset="-122"/>
                <a:ea typeface="微软雅黑" panose="020B0503020204020204" pitchFamily="34" charset="-122"/>
                <a:cs typeface="华文新魏" panose="02010800040101010101" charset="-122"/>
              </a:rPr>
              <a:t>人员来说定义</a:t>
            </a:r>
            <a:r>
              <a:rPr sz="2400" dirty="0">
                <a:latin typeface="微软雅黑" panose="020B0503020204020204" pitchFamily="34" charset="-122"/>
                <a:ea typeface="微软雅黑" panose="020B0503020204020204" pitchFamily="34" charset="-122"/>
                <a:cs typeface="Gill Sans MT" panose="020B0502020104020203"/>
              </a:rPr>
              <a:t>SRS</a:t>
            </a:r>
            <a:r>
              <a:rPr sz="2400" dirty="0">
                <a:latin typeface="微软雅黑" panose="020B0503020204020204" pitchFamily="34" charset="-122"/>
                <a:ea typeface="微软雅黑" panose="020B0503020204020204" pitchFamily="34" charset="-122"/>
                <a:cs typeface="华文新魏" panose="02010800040101010101" charset="-122"/>
              </a:rPr>
              <a:t>指标变得简单</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模板也适用于业务需求和系统需求</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模板可以被用于半自动地从需求数据库或者用例模型生成</a:t>
            </a:r>
            <a:r>
              <a:rPr sz="2400" dirty="0">
                <a:latin typeface="微软雅黑" panose="020B0503020204020204" pitchFamily="34" charset="-122"/>
                <a:ea typeface="微软雅黑" panose="020B0503020204020204" pitchFamily="34" charset="-122"/>
                <a:cs typeface="Gill Sans MT" panose="020B0502020104020203"/>
              </a:rPr>
              <a:t>SRS</a:t>
            </a:r>
          </a:p>
        </p:txBody>
      </p:sp>
      <p:sp>
        <p:nvSpPr>
          <p:cNvPr id="4" name="object 4"/>
          <p:cNvSpPr/>
          <p:nvPr/>
        </p:nvSpPr>
        <p:spPr>
          <a:xfrm>
            <a:off x="9812844" y="4570488"/>
            <a:ext cx="1282189" cy="1265690"/>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需求规格说明</a:t>
            </a:r>
            <a:r>
              <a:rPr lang="en-US" altLang="zh-CN" b="1" spc="-5" dirty="0">
                <a:latin typeface="Bookman Old Style" panose="02050604050505020204"/>
                <a:cs typeface="Bookman Old Style" panose="02050604050505020204"/>
              </a:rPr>
              <a:t>SRS</a:t>
            </a:r>
            <a:r>
              <a:rPr lang="zh-CN" altLang="en-US" spc="-5" dirty="0"/>
              <a:t>模板</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4253"/>
    </mc:Choice>
    <mc:Fallback xmlns="">
      <p:transition spd="slow" advTm="4425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85519" y="1690688"/>
            <a:ext cx="3366581" cy="4121641"/>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介绍</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术语表</a:t>
            </a:r>
          </a:p>
          <a:p>
            <a:pPr marL="241300" indent="-228600">
              <a:lnSpc>
                <a:spcPct val="100000"/>
              </a:lnSpc>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新魏" panose="02010800040101010101" charset="-122"/>
              </a:rPr>
              <a:t>文档总览</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系统结构</a:t>
            </a: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系统</a:t>
            </a:r>
            <a:r>
              <a:rPr lang="zh-CN" altLang="en-US" sz="2400" dirty="0">
                <a:latin typeface="微软雅黑" panose="020B0503020204020204" pitchFamily="34" charset="-122"/>
                <a:ea typeface="微软雅黑" panose="020B0503020204020204" pitchFamily="34" charset="-122"/>
                <a:cs typeface="华文新魏" panose="02010800040101010101" charset="-122"/>
              </a:rPr>
              <a:t>主要功能</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系统</a:t>
            </a:r>
            <a:r>
              <a:rPr lang="zh-CN" altLang="en-US" sz="2400" dirty="0">
                <a:latin typeface="微软雅黑" panose="020B0503020204020204" pitchFamily="34" charset="-122"/>
                <a:ea typeface="微软雅黑" panose="020B0503020204020204" pitchFamily="34" charset="-122"/>
                <a:cs typeface="华文新魏" panose="02010800040101010101" charset="-122"/>
              </a:rPr>
              <a:t>限制</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系统</a:t>
            </a:r>
            <a:r>
              <a:rPr lang="zh-CN" altLang="en-US" sz="2400" dirty="0">
                <a:latin typeface="微软雅黑" panose="020B0503020204020204" pitchFamily="34" charset="-122"/>
                <a:ea typeface="微软雅黑" panose="020B0503020204020204" pitchFamily="34" charset="-122"/>
                <a:cs typeface="华文新魏" panose="02010800040101010101" charset="-122"/>
              </a:rPr>
              <a:t>功能和非功能描述</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附录</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索引</a:t>
            </a:r>
          </a:p>
        </p:txBody>
      </p:sp>
      <p:sp>
        <p:nvSpPr>
          <p:cNvPr id="4" name="object 4"/>
          <p:cNvSpPr/>
          <p:nvPr/>
        </p:nvSpPr>
        <p:spPr>
          <a:xfrm>
            <a:off x="3937460" y="1451724"/>
            <a:ext cx="7996843" cy="517051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938844" y="1452563"/>
            <a:ext cx="7844155" cy="5016500"/>
          </a:xfrm>
          <a:custGeom>
            <a:avLst/>
            <a:gdLst/>
            <a:ahLst/>
            <a:cxnLst/>
            <a:rect l="l" t="t" r="r" b="b"/>
            <a:pathLst>
              <a:path w="7844155" h="5016500">
                <a:moveTo>
                  <a:pt x="0" y="0"/>
                </a:moveTo>
                <a:lnTo>
                  <a:pt x="7843913" y="0"/>
                </a:lnTo>
                <a:lnTo>
                  <a:pt x="7843913" y="5016498"/>
                </a:lnTo>
                <a:lnTo>
                  <a:pt x="0" y="5016498"/>
                </a:lnTo>
                <a:lnTo>
                  <a:pt x="0" y="0"/>
                </a:lnTo>
                <a:close/>
              </a:path>
            </a:pathLst>
          </a:custGeom>
          <a:solidFill>
            <a:srgbClr val="FCFAD3"/>
          </a:solidFill>
        </p:spPr>
        <p:txBody>
          <a:bodyPr wrap="square" lIns="0" tIns="0" rIns="0" bIns="0" rtlCol="0"/>
          <a:lstStyle/>
          <a:p>
            <a:endParaRPr/>
          </a:p>
        </p:txBody>
      </p:sp>
      <p:sp>
        <p:nvSpPr>
          <p:cNvPr id="6" name="object 6"/>
          <p:cNvSpPr/>
          <p:nvPr/>
        </p:nvSpPr>
        <p:spPr>
          <a:xfrm>
            <a:off x="3938844" y="1452564"/>
            <a:ext cx="7844155" cy="5016500"/>
          </a:xfrm>
          <a:custGeom>
            <a:avLst/>
            <a:gdLst/>
            <a:ahLst/>
            <a:cxnLst/>
            <a:rect l="l" t="t" r="r" b="b"/>
            <a:pathLst>
              <a:path w="7844155" h="5016500">
                <a:moveTo>
                  <a:pt x="0" y="0"/>
                </a:moveTo>
                <a:lnTo>
                  <a:pt x="7843912" y="0"/>
                </a:lnTo>
                <a:lnTo>
                  <a:pt x="7843912" y="5016498"/>
                </a:lnTo>
                <a:lnTo>
                  <a:pt x="0" y="5016498"/>
                </a:lnTo>
                <a:lnTo>
                  <a:pt x="0" y="0"/>
                </a:lnTo>
                <a:close/>
              </a:path>
            </a:pathLst>
          </a:custGeom>
          <a:ln w="12699">
            <a:solidFill>
              <a:srgbClr val="000000"/>
            </a:solidFill>
          </a:ln>
        </p:spPr>
        <p:txBody>
          <a:bodyPr wrap="square" lIns="0" tIns="0" rIns="0" bIns="0" rtlCol="0"/>
          <a:lstStyle/>
          <a:p>
            <a:endParaRPr/>
          </a:p>
        </p:txBody>
      </p:sp>
      <p:sp>
        <p:nvSpPr>
          <p:cNvPr id="7" name="object 7"/>
          <p:cNvSpPr txBox="1"/>
          <p:nvPr/>
        </p:nvSpPr>
        <p:spPr>
          <a:xfrm>
            <a:off x="4017584" y="1413012"/>
            <a:ext cx="1539240" cy="878205"/>
          </a:xfrm>
          <a:prstGeom prst="rect">
            <a:avLst/>
          </a:prstGeom>
        </p:spPr>
        <p:txBody>
          <a:bodyPr vert="horz" wrap="square" lIns="0" tIns="59690" rIns="0" bIns="0" rtlCol="0">
            <a:spAutoFit/>
          </a:bodyPr>
          <a:lstStyle/>
          <a:p>
            <a:pPr marL="12700">
              <a:lnSpc>
                <a:spcPct val="100000"/>
              </a:lnSpc>
              <a:spcBef>
                <a:spcPts val="470"/>
              </a:spcBef>
            </a:pPr>
            <a:r>
              <a:rPr sz="2000" dirty="0">
                <a:latin typeface="Calibri" panose="020F0502020204030204"/>
                <a:cs typeface="Calibri" panose="020F0502020204030204"/>
              </a:rPr>
              <a:t>1</a:t>
            </a:r>
            <a:r>
              <a:rPr sz="2000" spc="-45" dirty="0">
                <a:latin typeface="Calibri" panose="020F0502020204030204"/>
                <a:cs typeface="Calibri" panose="020F0502020204030204"/>
              </a:rPr>
              <a:t> </a:t>
            </a:r>
            <a:r>
              <a:rPr sz="2000" spc="-5" dirty="0">
                <a:latin typeface="Arial" panose="020B0604020202020204"/>
                <a:cs typeface="Arial" panose="020B0604020202020204"/>
              </a:rPr>
              <a:t>Introduction</a:t>
            </a:r>
            <a:endParaRPr sz="2000">
              <a:latin typeface="Arial" panose="020B0604020202020204"/>
              <a:cs typeface="Arial" panose="020B0604020202020204"/>
            </a:endParaRPr>
          </a:p>
          <a:p>
            <a:pPr marL="469900" marR="398780">
              <a:lnSpc>
                <a:spcPts val="2000"/>
              </a:lnSpc>
              <a:spcBef>
                <a:spcPts val="60"/>
              </a:spcBef>
            </a:pPr>
            <a:r>
              <a:rPr sz="1400" dirty="0">
                <a:latin typeface="Arial" panose="020B0604020202020204"/>
                <a:cs typeface="Arial" panose="020B0604020202020204"/>
              </a:rPr>
              <a:t>Purpose  Scope</a:t>
            </a:r>
            <a:endParaRPr sz="1400">
              <a:latin typeface="Arial" panose="020B0604020202020204"/>
              <a:cs typeface="Arial" panose="020B0604020202020204"/>
            </a:endParaRPr>
          </a:p>
        </p:txBody>
      </p:sp>
      <p:sp>
        <p:nvSpPr>
          <p:cNvPr id="8" name="object 8"/>
          <p:cNvSpPr txBox="1"/>
          <p:nvPr/>
        </p:nvSpPr>
        <p:spPr>
          <a:xfrm>
            <a:off x="4474784" y="2265363"/>
            <a:ext cx="2881630" cy="533400"/>
          </a:xfrm>
          <a:prstGeom prst="rect">
            <a:avLst/>
          </a:prstGeom>
        </p:spPr>
        <p:txBody>
          <a:bodyPr vert="horz" wrap="square" lIns="0" tIns="12700" rIns="0" bIns="0" rtlCol="0">
            <a:spAutoFit/>
          </a:bodyPr>
          <a:lstStyle/>
          <a:p>
            <a:pPr marL="12700" marR="5080">
              <a:lnSpc>
                <a:spcPct val="119000"/>
              </a:lnSpc>
              <a:spcBef>
                <a:spcPts val="100"/>
              </a:spcBef>
            </a:pPr>
            <a:r>
              <a:rPr sz="1400" dirty="0">
                <a:latin typeface="Arial" panose="020B0604020202020204"/>
                <a:cs typeface="Arial" panose="020B0604020202020204"/>
              </a:rPr>
              <a:t>Definitions, acronyms,</a:t>
            </a:r>
            <a:r>
              <a:rPr sz="1400" spc="-110" dirty="0">
                <a:latin typeface="Arial" panose="020B0604020202020204"/>
                <a:cs typeface="Arial" panose="020B0604020202020204"/>
              </a:rPr>
              <a:t> </a:t>
            </a:r>
            <a:r>
              <a:rPr sz="1400" dirty="0">
                <a:latin typeface="Arial" panose="020B0604020202020204"/>
                <a:cs typeface="Arial" panose="020B0604020202020204"/>
              </a:rPr>
              <a:t>abbreviations  Reference</a:t>
            </a:r>
            <a:r>
              <a:rPr sz="1400" spc="-5" dirty="0">
                <a:latin typeface="Arial" panose="020B0604020202020204"/>
                <a:cs typeface="Arial" panose="020B0604020202020204"/>
              </a:rPr>
              <a:t> </a:t>
            </a:r>
            <a:r>
              <a:rPr sz="1400" dirty="0">
                <a:latin typeface="Arial" panose="020B0604020202020204"/>
                <a:cs typeface="Arial" panose="020B0604020202020204"/>
              </a:rPr>
              <a:t>documents</a:t>
            </a:r>
            <a:endParaRPr sz="1400">
              <a:latin typeface="Arial" panose="020B0604020202020204"/>
              <a:cs typeface="Arial" panose="020B0604020202020204"/>
            </a:endParaRPr>
          </a:p>
        </p:txBody>
      </p:sp>
      <p:sp>
        <p:nvSpPr>
          <p:cNvPr id="9" name="object 9"/>
          <p:cNvSpPr txBox="1"/>
          <p:nvPr/>
        </p:nvSpPr>
        <p:spPr>
          <a:xfrm>
            <a:off x="4017584" y="2773363"/>
            <a:ext cx="2383155" cy="1689100"/>
          </a:xfrm>
          <a:prstGeom prst="rect">
            <a:avLst/>
          </a:prstGeom>
        </p:spPr>
        <p:txBody>
          <a:bodyPr vert="horz" wrap="square" lIns="0" tIns="66040" rIns="0" bIns="0" rtlCol="0">
            <a:spAutoFit/>
          </a:bodyPr>
          <a:lstStyle/>
          <a:p>
            <a:pPr marL="469900">
              <a:lnSpc>
                <a:spcPct val="100000"/>
              </a:lnSpc>
              <a:spcBef>
                <a:spcPts val="520"/>
              </a:spcBef>
            </a:pPr>
            <a:r>
              <a:rPr sz="1400" dirty="0">
                <a:latin typeface="Arial" panose="020B0604020202020204"/>
                <a:cs typeface="Arial" panose="020B0604020202020204"/>
              </a:rPr>
              <a:t>Overview</a:t>
            </a:r>
            <a:endParaRPr sz="1400">
              <a:latin typeface="Arial" panose="020B0604020202020204"/>
              <a:cs typeface="Arial" panose="020B0604020202020204"/>
            </a:endParaRPr>
          </a:p>
          <a:p>
            <a:pPr marL="12700">
              <a:lnSpc>
                <a:spcPct val="100000"/>
              </a:lnSpc>
              <a:spcBef>
                <a:spcPts val="600"/>
              </a:spcBef>
            </a:pPr>
            <a:r>
              <a:rPr sz="2000" dirty="0">
                <a:latin typeface="Arial" panose="020B0604020202020204"/>
                <a:cs typeface="Arial" panose="020B0604020202020204"/>
              </a:rPr>
              <a:t>2 </a:t>
            </a:r>
            <a:r>
              <a:rPr sz="2000" spc="-5" dirty="0">
                <a:latin typeface="Arial" panose="020B0604020202020204"/>
                <a:cs typeface="Arial" panose="020B0604020202020204"/>
              </a:rPr>
              <a:t>Overall</a:t>
            </a:r>
            <a:r>
              <a:rPr sz="2000" spc="-20" dirty="0">
                <a:latin typeface="Arial" panose="020B0604020202020204"/>
                <a:cs typeface="Arial" panose="020B0604020202020204"/>
              </a:rPr>
              <a:t> </a:t>
            </a:r>
            <a:r>
              <a:rPr sz="2000" spc="-5" dirty="0">
                <a:latin typeface="Arial" panose="020B0604020202020204"/>
                <a:cs typeface="Arial" panose="020B0604020202020204"/>
              </a:rPr>
              <a:t>Description</a:t>
            </a:r>
            <a:endParaRPr sz="2000">
              <a:latin typeface="Arial" panose="020B0604020202020204"/>
              <a:cs typeface="Arial" panose="020B0604020202020204"/>
            </a:endParaRPr>
          </a:p>
          <a:p>
            <a:pPr marL="469900" marR="334010">
              <a:lnSpc>
                <a:spcPct val="119000"/>
              </a:lnSpc>
            </a:pPr>
            <a:r>
              <a:rPr sz="1400" dirty="0">
                <a:latin typeface="Arial" panose="020B0604020202020204"/>
                <a:cs typeface="Arial" panose="020B0604020202020204"/>
              </a:rPr>
              <a:t>Product</a:t>
            </a:r>
            <a:r>
              <a:rPr sz="1400" spc="-55" dirty="0">
                <a:latin typeface="Arial" panose="020B0604020202020204"/>
                <a:cs typeface="Arial" panose="020B0604020202020204"/>
              </a:rPr>
              <a:t> </a:t>
            </a:r>
            <a:r>
              <a:rPr sz="1400" spc="-5" dirty="0">
                <a:latin typeface="Arial" panose="020B0604020202020204"/>
                <a:cs typeface="Arial" panose="020B0604020202020204"/>
              </a:rPr>
              <a:t>perspective  </a:t>
            </a:r>
            <a:r>
              <a:rPr sz="1400" dirty="0">
                <a:latin typeface="Arial" panose="020B0604020202020204"/>
                <a:cs typeface="Arial" panose="020B0604020202020204"/>
              </a:rPr>
              <a:t>Product </a:t>
            </a:r>
            <a:r>
              <a:rPr sz="1400" spc="-5" dirty="0">
                <a:latin typeface="Arial" panose="020B0604020202020204"/>
                <a:cs typeface="Arial" panose="020B0604020202020204"/>
              </a:rPr>
              <a:t>functions  </a:t>
            </a:r>
            <a:r>
              <a:rPr sz="1400" dirty="0">
                <a:latin typeface="Arial" panose="020B0604020202020204"/>
                <a:cs typeface="Arial" panose="020B0604020202020204"/>
              </a:rPr>
              <a:t>User </a:t>
            </a:r>
            <a:r>
              <a:rPr sz="1400" spc="-5" dirty="0">
                <a:latin typeface="Arial" panose="020B0604020202020204"/>
                <a:cs typeface="Arial" panose="020B0604020202020204"/>
              </a:rPr>
              <a:t>characteristics  Constraints</a:t>
            </a:r>
            <a:endParaRPr sz="1400">
              <a:latin typeface="Arial" panose="020B0604020202020204"/>
              <a:cs typeface="Arial" panose="020B0604020202020204"/>
            </a:endParaRPr>
          </a:p>
        </p:txBody>
      </p:sp>
      <p:sp>
        <p:nvSpPr>
          <p:cNvPr id="10" name="object 10"/>
          <p:cNvSpPr txBox="1"/>
          <p:nvPr/>
        </p:nvSpPr>
        <p:spPr>
          <a:xfrm>
            <a:off x="4017584" y="4424363"/>
            <a:ext cx="3033395" cy="1054100"/>
          </a:xfrm>
          <a:prstGeom prst="rect">
            <a:avLst/>
          </a:prstGeom>
        </p:spPr>
        <p:txBody>
          <a:bodyPr vert="horz" wrap="square" lIns="0" tIns="66040" rIns="0" bIns="0" rtlCol="0">
            <a:spAutoFit/>
          </a:bodyPr>
          <a:lstStyle/>
          <a:p>
            <a:pPr marL="469900">
              <a:lnSpc>
                <a:spcPct val="100000"/>
              </a:lnSpc>
              <a:spcBef>
                <a:spcPts val="520"/>
              </a:spcBef>
            </a:pPr>
            <a:r>
              <a:rPr sz="1400" dirty="0">
                <a:latin typeface="Arial" panose="020B0604020202020204"/>
                <a:cs typeface="Arial" panose="020B0604020202020204"/>
              </a:rPr>
              <a:t>Assumptions and</a:t>
            </a:r>
            <a:r>
              <a:rPr sz="1400" spc="-90" dirty="0">
                <a:latin typeface="Arial" panose="020B0604020202020204"/>
                <a:cs typeface="Arial" panose="020B0604020202020204"/>
              </a:rPr>
              <a:t> </a:t>
            </a:r>
            <a:r>
              <a:rPr sz="1400" dirty="0">
                <a:latin typeface="Arial" panose="020B0604020202020204"/>
                <a:cs typeface="Arial" panose="020B0604020202020204"/>
              </a:rPr>
              <a:t>Dependencies</a:t>
            </a:r>
            <a:endParaRPr sz="1400">
              <a:latin typeface="Arial" panose="020B0604020202020204"/>
              <a:cs typeface="Arial" panose="020B0604020202020204"/>
            </a:endParaRPr>
          </a:p>
          <a:p>
            <a:pPr marL="12700" marR="259080">
              <a:lnSpc>
                <a:spcPct val="125000"/>
              </a:lnSpc>
            </a:pPr>
            <a:r>
              <a:rPr sz="2000" dirty="0">
                <a:latin typeface="Arial" panose="020B0604020202020204"/>
                <a:cs typeface="Arial" panose="020B0604020202020204"/>
              </a:rPr>
              <a:t>3 Specific</a:t>
            </a:r>
            <a:r>
              <a:rPr sz="2000" spc="-50" dirty="0">
                <a:latin typeface="Arial" panose="020B0604020202020204"/>
                <a:cs typeface="Arial" panose="020B0604020202020204"/>
              </a:rPr>
              <a:t> </a:t>
            </a:r>
            <a:r>
              <a:rPr sz="2000" spc="-5" dirty="0">
                <a:latin typeface="Arial" panose="020B0604020202020204"/>
                <a:cs typeface="Arial" panose="020B0604020202020204"/>
              </a:rPr>
              <a:t>Requirements  </a:t>
            </a:r>
            <a:r>
              <a:rPr sz="2000" dirty="0">
                <a:latin typeface="Arial" panose="020B0604020202020204"/>
                <a:cs typeface="Arial" panose="020B0604020202020204"/>
              </a:rPr>
              <a:t>Appendices</a:t>
            </a:r>
            <a:endParaRPr sz="2000">
              <a:latin typeface="Arial" panose="020B0604020202020204"/>
              <a:cs typeface="Arial" panose="020B0604020202020204"/>
            </a:endParaRPr>
          </a:p>
        </p:txBody>
      </p:sp>
      <p:sp>
        <p:nvSpPr>
          <p:cNvPr id="11" name="object 11"/>
          <p:cNvSpPr txBox="1"/>
          <p:nvPr/>
        </p:nvSpPr>
        <p:spPr>
          <a:xfrm>
            <a:off x="4017584" y="5529263"/>
            <a:ext cx="64706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panose="020B0604020202020204"/>
                <a:cs typeface="Arial" panose="020B0604020202020204"/>
              </a:rPr>
              <a:t>Index</a:t>
            </a:r>
            <a:endParaRPr sz="2000">
              <a:latin typeface="Arial" panose="020B0604020202020204"/>
              <a:cs typeface="Arial" panose="020B0604020202020204"/>
            </a:endParaRPr>
          </a:p>
        </p:txBody>
      </p:sp>
      <p:sp>
        <p:nvSpPr>
          <p:cNvPr id="12" name="object 12"/>
          <p:cNvSpPr txBox="1"/>
          <p:nvPr/>
        </p:nvSpPr>
        <p:spPr>
          <a:xfrm>
            <a:off x="7337759" y="1511301"/>
            <a:ext cx="3352800" cy="484505"/>
          </a:xfrm>
          <a:prstGeom prst="rect">
            <a:avLst/>
          </a:prstGeom>
          <a:solidFill>
            <a:srgbClr val="FCFAD3"/>
          </a:solidFill>
          <a:ln w="38099">
            <a:solidFill>
              <a:srgbClr val="941100"/>
            </a:solidFill>
          </a:ln>
        </p:spPr>
        <p:txBody>
          <a:bodyPr vert="horz" wrap="square" lIns="0" tIns="53340" rIns="0" bIns="0" rtlCol="0">
            <a:spAutoFit/>
          </a:bodyPr>
          <a:lstStyle/>
          <a:p>
            <a:pPr marL="92075" marR="625475">
              <a:lnSpc>
                <a:spcPts val="1500"/>
              </a:lnSpc>
              <a:spcBef>
                <a:spcPts val="420"/>
              </a:spcBef>
            </a:pPr>
            <a:r>
              <a:rPr sz="1400" b="1" spc="-5" dirty="0">
                <a:latin typeface="Calibri" panose="020F0502020204030204"/>
                <a:cs typeface="Calibri" panose="020F0502020204030204"/>
              </a:rPr>
              <a:t>Identiﬁes the </a:t>
            </a:r>
            <a:r>
              <a:rPr sz="1400" b="1" dirty="0">
                <a:latin typeface="Calibri" panose="020F0502020204030204"/>
                <a:cs typeface="Calibri" panose="020F0502020204030204"/>
              </a:rPr>
              <a:t>product &amp; </a:t>
            </a:r>
            <a:r>
              <a:rPr sz="1400" b="1" spc="-5" dirty="0">
                <a:latin typeface="Calibri" panose="020F0502020204030204"/>
                <a:cs typeface="Calibri" panose="020F0502020204030204"/>
              </a:rPr>
              <a:t>application  </a:t>
            </a:r>
            <a:r>
              <a:rPr sz="1400" b="1" dirty="0">
                <a:latin typeface="Calibri" panose="020F0502020204030204"/>
                <a:cs typeface="Calibri" panose="020F0502020204030204"/>
              </a:rPr>
              <a:t>domain</a:t>
            </a:r>
            <a:endParaRPr sz="1400">
              <a:latin typeface="Calibri" panose="020F0502020204030204"/>
              <a:cs typeface="Calibri" panose="020F0502020204030204"/>
            </a:endParaRPr>
          </a:p>
        </p:txBody>
      </p:sp>
      <p:sp>
        <p:nvSpPr>
          <p:cNvPr id="13" name="object 13"/>
          <p:cNvSpPr txBox="1"/>
          <p:nvPr/>
        </p:nvSpPr>
        <p:spPr>
          <a:xfrm>
            <a:off x="7439359" y="2197100"/>
            <a:ext cx="4101465" cy="484505"/>
          </a:xfrm>
          <a:prstGeom prst="rect">
            <a:avLst/>
          </a:prstGeom>
          <a:ln w="38099">
            <a:solidFill>
              <a:srgbClr val="941100"/>
            </a:solidFill>
          </a:ln>
        </p:spPr>
        <p:txBody>
          <a:bodyPr vert="horz" wrap="square" lIns="0" tIns="53340" rIns="0" bIns="0" rtlCol="0">
            <a:spAutoFit/>
          </a:bodyPr>
          <a:lstStyle/>
          <a:p>
            <a:pPr marL="92075" marR="91440">
              <a:lnSpc>
                <a:spcPts val="1500"/>
              </a:lnSpc>
              <a:spcBef>
                <a:spcPts val="420"/>
              </a:spcBef>
            </a:pPr>
            <a:r>
              <a:rPr sz="1400" b="1" spc="-5" dirty="0">
                <a:latin typeface="Calibri" panose="020F0502020204030204"/>
                <a:cs typeface="Calibri" panose="020F0502020204030204"/>
              </a:rPr>
              <a:t>Describes contents and structure of the remainder of  </a:t>
            </a:r>
            <a:r>
              <a:rPr sz="1400" b="1" dirty="0">
                <a:latin typeface="Calibri" panose="020F0502020204030204"/>
                <a:cs typeface="Calibri" panose="020F0502020204030204"/>
              </a:rPr>
              <a:t>the</a:t>
            </a:r>
            <a:r>
              <a:rPr sz="1400" b="1" spc="-5" dirty="0">
                <a:latin typeface="Calibri" panose="020F0502020204030204"/>
                <a:cs typeface="Calibri" panose="020F0502020204030204"/>
              </a:rPr>
              <a:t> </a:t>
            </a:r>
            <a:r>
              <a:rPr sz="1400" b="1" dirty="0">
                <a:latin typeface="Calibri" panose="020F0502020204030204"/>
                <a:cs typeface="Calibri" panose="020F0502020204030204"/>
              </a:rPr>
              <a:t>SRS</a:t>
            </a:r>
            <a:endParaRPr sz="1400">
              <a:latin typeface="Calibri" panose="020F0502020204030204"/>
              <a:cs typeface="Calibri" panose="020F0502020204030204"/>
            </a:endParaRPr>
          </a:p>
        </p:txBody>
      </p:sp>
      <p:sp>
        <p:nvSpPr>
          <p:cNvPr id="14" name="object 14"/>
          <p:cNvSpPr txBox="1"/>
          <p:nvPr/>
        </p:nvSpPr>
        <p:spPr>
          <a:xfrm>
            <a:off x="6931358" y="2882900"/>
            <a:ext cx="4497705" cy="678180"/>
          </a:xfrm>
          <a:prstGeom prst="rect">
            <a:avLst/>
          </a:prstGeom>
          <a:ln w="38099">
            <a:solidFill>
              <a:srgbClr val="941100"/>
            </a:solidFill>
          </a:ln>
        </p:spPr>
        <p:txBody>
          <a:bodyPr vert="horz" wrap="square" lIns="0" tIns="53340" rIns="0" bIns="0" rtlCol="0">
            <a:spAutoFit/>
          </a:bodyPr>
          <a:lstStyle/>
          <a:p>
            <a:pPr marL="92075" marR="187325">
              <a:lnSpc>
                <a:spcPts val="1500"/>
              </a:lnSpc>
              <a:spcBef>
                <a:spcPts val="420"/>
              </a:spcBef>
            </a:pPr>
            <a:r>
              <a:rPr sz="1400" b="1" spc="-5" dirty="0">
                <a:latin typeface="Calibri" panose="020F0502020204030204"/>
                <a:cs typeface="Calibri" panose="020F0502020204030204"/>
              </a:rPr>
              <a:t>Describes all external interfaces: system, user, hardware,  </a:t>
            </a:r>
            <a:r>
              <a:rPr sz="1400" b="1" spc="20" dirty="0">
                <a:latin typeface="Calibri" panose="020F0502020204030204"/>
                <a:cs typeface="Calibri" panose="020F0502020204030204"/>
              </a:rPr>
              <a:t>so#ware; </a:t>
            </a:r>
            <a:r>
              <a:rPr sz="1400" b="1" dirty="0">
                <a:latin typeface="Calibri" panose="020F0502020204030204"/>
                <a:cs typeface="Calibri" panose="020F0502020204030204"/>
              </a:rPr>
              <a:t>also </a:t>
            </a:r>
            <a:r>
              <a:rPr sz="1400" b="1" spc="-5" dirty="0">
                <a:latin typeface="Calibri" panose="020F0502020204030204"/>
                <a:cs typeface="Calibri" panose="020F0502020204030204"/>
              </a:rPr>
              <a:t>operations </a:t>
            </a:r>
            <a:r>
              <a:rPr sz="1400" b="1" dirty="0">
                <a:latin typeface="Calibri" panose="020F0502020204030204"/>
                <a:cs typeface="Calibri" panose="020F0502020204030204"/>
              </a:rPr>
              <a:t>and site </a:t>
            </a:r>
            <a:r>
              <a:rPr sz="1400" b="1" spc="-5" dirty="0">
                <a:latin typeface="Calibri" panose="020F0502020204030204"/>
                <a:cs typeface="Calibri" panose="020F0502020204030204"/>
              </a:rPr>
              <a:t>adaptation, </a:t>
            </a:r>
            <a:r>
              <a:rPr sz="1400" b="1" dirty="0">
                <a:latin typeface="Calibri" panose="020F0502020204030204"/>
                <a:cs typeface="Calibri" panose="020F0502020204030204"/>
              </a:rPr>
              <a:t>and  </a:t>
            </a:r>
            <a:r>
              <a:rPr sz="1400" b="1" spc="-5" dirty="0">
                <a:latin typeface="Calibri" panose="020F0502020204030204"/>
                <a:cs typeface="Calibri" panose="020F0502020204030204"/>
              </a:rPr>
              <a:t>hardware </a:t>
            </a:r>
            <a:r>
              <a:rPr sz="1400" b="1" dirty="0">
                <a:latin typeface="Calibri" panose="020F0502020204030204"/>
                <a:cs typeface="Calibri" panose="020F0502020204030204"/>
              </a:rPr>
              <a:t>constraints</a:t>
            </a:r>
            <a:endParaRPr sz="1400">
              <a:latin typeface="Calibri" panose="020F0502020204030204"/>
              <a:cs typeface="Calibri" panose="020F0502020204030204"/>
            </a:endParaRPr>
          </a:p>
        </p:txBody>
      </p:sp>
      <p:sp>
        <p:nvSpPr>
          <p:cNvPr id="15" name="object 15"/>
          <p:cNvSpPr txBox="1"/>
          <p:nvPr/>
        </p:nvSpPr>
        <p:spPr>
          <a:xfrm>
            <a:off x="7236158" y="4025900"/>
            <a:ext cx="3657600" cy="290830"/>
          </a:xfrm>
          <a:prstGeom prst="rect">
            <a:avLst/>
          </a:prstGeom>
          <a:solidFill>
            <a:srgbClr val="FCFAD3"/>
          </a:solidFill>
          <a:ln w="38099">
            <a:solidFill>
              <a:srgbClr val="941100"/>
            </a:solidFill>
          </a:ln>
        </p:spPr>
        <p:txBody>
          <a:bodyPr vert="horz" wrap="square" lIns="0" tIns="27940" rIns="0" bIns="0" rtlCol="0">
            <a:spAutoFit/>
          </a:bodyPr>
          <a:lstStyle/>
          <a:p>
            <a:pPr marL="92075">
              <a:lnSpc>
                <a:spcPct val="100000"/>
              </a:lnSpc>
              <a:spcBef>
                <a:spcPts val="220"/>
              </a:spcBef>
            </a:pPr>
            <a:r>
              <a:rPr sz="1400" b="1" dirty="0">
                <a:latin typeface="Calibri" panose="020F0502020204030204"/>
                <a:cs typeface="Calibri" panose="020F0502020204030204"/>
              </a:rPr>
              <a:t>Summary of major </a:t>
            </a:r>
            <a:r>
              <a:rPr sz="1400" b="1" spc="-5" dirty="0">
                <a:latin typeface="Calibri" panose="020F0502020204030204"/>
                <a:cs typeface="Calibri" panose="020F0502020204030204"/>
              </a:rPr>
              <a:t>functions, e.g. </a:t>
            </a:r>
            <a:r>
              <a:rPr sz="1400" b="1" dirty="0">
                <a:latin typeface="Calibri" panose="020F0502020204030204"/>
                <a:cs typeface="Calibri" panose="020F0502020204030204"/>
              </a:rPr>
              <a:t>use</a:t>
            </a:r>
            <a:r>
              <a:rPr sz="1400" b="1" spc="-15" dirty="0">
                <a:latin typeface="Calibri" panose="020F0502020204030204"/>
                <a:cs typeface="Calibri" panose="020F0502020204030204"/>
              </a:rPr>
              <a:t> </a:t>
            </a:r>
            <a:r>
              <a:rPr sz="1400" b="1" dirty="0">
                <a:latin typeface="Calibri" panose="020F0502020204030204"/>
                <a:cs typeface="Calibri" panose="020F0502020204030204"/>
              </a:rPr>
              <a:t>cases</a:t>
            </a:r>
            <a:endParaRPr sz="1400">
              <a:latin typeface="Calibri" panose="020F0502020204030204"/>
              <a:cs typeface="Calibri" panose="020F0502020204030204"/>
            </a:endParaRPr>
          </a:p>
        </p:txBody>
      </p:sp>
      <p:sp>
        <p:nvSpPr>
          <p:cNvPr id="16" name="object 16"/>
          <p:cNvSpPr txBox="1"/>
          <p:nvPr/>
        </p:nvSpPr>
        <p:spPr>
          <a:xfrm>
            <a:off x="7134558" y="4711700"/>
            <a:ext cx="4424045" cy="678180"/>
          </a:xfrm>
          <a:prstGeom prst="rect">
            <a:avLst/>
          </a:prstGeom>
          <a:solidFill>
            <a:srgbClr val="FCFAD3"/>
          </a:solidFill>
          <a:ln w="38099">
            <a:solidFill>
              <a:srgbClr val="941100"/>
            </a:solidFill>
          </a:ln>
        </p:spPr>
        <p:txBody>
          <a:bodyPr vert="horz" wrap="square" lIns="0" tIns="53340" rIns="0" bIns="0" rtlCol="0">
            <a:spAutoFit/>
          </a:bodyPr>
          <a:lstStyle/>
          <a:p>
            <a:pPr marL="92075" marR="264795">
              <a:lnSpc>
                <a:spcPts val="1500"/>
              </a:lnSpc>
              <a:spcBef>
                <a:spcPts val="420"/>
              </a:spcBef>
            </a:pPr>
            <a:r>
              <a:rPr sz="1400" b="1" spc="-5" dirty="0">
                <a:latin typeface="Calibri" panose="020F0502020204030204"/>
                <a:cs typeface="Calibri" panose="020F0502020204030204"/>
              </a:rPr>
              <a:t>Anything </a:t>
            </a:r>
            <a:r>
              <a:rPr sz="1400" b="1" dirty="0">
                <a:latin typeface="Calibri" panose="020F0502020204030204"/>
                <a:cs typeface="Calibri" panose="020F0502020204030204"/>
              </a:rPr>
              <a:t>that will limit the </a:t>
            </a:r>
            <a:r>
              <a:rPr sz="1400" b="1" spc="-5" dirty="0">
                <a:latin typeface="Calibri" panose="020F0502020204030204"/>
                <a:cs typeface="Calibri" panose="020F0502020204030204"/>
              </a:rPr>
              <a:t>developer</a:t>
            </a:r>
            <a:r>
              <a:rPr sz="1400" b="1" i="1" spc="-5" dirty="0">
                <a:latin typeface="华文新魏" panose="02010800040101010101" charset="-122"/>
                <a:cs typeface="华文新魏" panose="02010800040101010101" charset="-122"/>
              </a:rPr>
              <a:t>’</a:t>
            </a:r>
            <a:r>
              <a:rPr sz="1400" b="1" spc="-5" dirty="0">
                <a:latin typeface="Calibri" panose="020F0502020204030204"/>
                <a:cs typeface="Calibri" panose="020F0502020204030204"/>
              </a:rPr>
              <a:t>s options (e.g.  regulations, reliability, criticality, hardware limitations,  parallelism,</a:t>
            </a:r>
            <a:r>
              <a:rPr sz="1400" b="1" spc="-10" dirty="0">
                <a:latin typeface="Calibri" panose="020F0502020204030204"/>
                <a:cs typeface="Calibri" panose="020F0502020204030204"/>
              </a:rPr>
              <a:t> </a:t>
            </a:r>
            <a:r>
              <a:rPr sz="1400" b="1" spc="-5" dirty="0">
                <a:latin typeface="Calibri" panose="020F0502020204030204"/>
                <a:cs typeface="Calibri" panose="020F0502020204030204"/>
              </a:rPr>
              <a:t>etc)</a:t>
            </a:r>
            <a:endParaRPr sz="1400">
              <a:latin typeface="Calibri" panose="020F0502020204030204"/>
              <a:cs typeface="Calibri" panose="020F0502020204030204"/>
            </a:endParaRPr>
          </a:p>
        </p:txBody>
      </p:sp>
      <p:sp>
        <p:nvSpPr>
          <p:cNvPr id="17" name="object 17"/>
          <p:cNvSpPr txBox="1"/>
          <p:nvPr/>
        </p:nvSpPr>
        <p:spPr>
          <a:xfrm>
            <a:off x="6931358" y="5778500"/>
            <a:ext cx="4627245" cy="678180"/>
          </a:xfrm>
          <a:prstGeom prst="rect">
            <a:avLst/>
          </a:prstGeom>
          <a:solidFill>
            <a:srgbClr val="FCFAD3"/>
          </a:solidFill>
          <a:ln w="38099">
            <a:solidFill>
              <a:srgbClr val="941100"/>
            </a:solidFill>
          </a:ln>
        </p:spPr>
        <p:txBody>
          <a:bodyPr vert="horz" wrap="square" lIns="0" tIns="53340" rIns="0" bIns="0" rtlCol="0">
            <a:spAutoFit/>
          </a:bodyPr>
          <a:lstStyle/>
          <a:p>
            <a:pPr marL="92075" marR="151130">
              <a:lnSpc>
                <a:spcPts val="1500"/>
              </a:lnSpc>
              <a:spcBef>
                <a:spcPts val="420"/>
              </a:spcBef>
            </a:pPr>
            <a:r>
              <a:rPr sz="1400" b="1" spc="-5" dirty="0">
                <a:latin typeface="Calibri" panose="020F0502020204030204"/>
                <a:cs typeface="Calibri" panose="020F0502020204030204"/>
              </a:rPr>
              <a:t>All </a:t>
            </a:r>
            <a:r>
              <a:rPr sz="1400" b="1" dirty="0">
                <a:latin typeface="Calibri" panose="020F0502020204030204"/>
                <a:cs typeface="Calibri" panose="020F0502020204030204"/>
              </a:rPr>
              <a:t>the requirements go in here (i.e. this is the body of the  document). IEEE </a:t>
            </a:r>
            <a:r>
              <a:rPr sz="1400" b="1" spc="-5" dirty="0">
                <a:latin typeface="Calibri" panose="020F0502020204030204"/>
                <a:cs typeface="Calibri" panose="020F0502020204030204"/>
              </a:rPr>
              <a:t>STD </a:t>
            </a:r>
            <a:r>
              <a:rPr sz="1400" b="1" dirty="0">
                <a:latin typeface="Calibri" panose="020F0502020204030204"/>
                <a:cs typeface="Calibri" panose="020F0502020204030204"/>
              </a:rPr>
              <a:t>provides 8 diﬀerent </a:t>
            </a:r>
            <a:r>
              <a:rPr sz="1400" b="1" spc="-5" dirty="0">
                <a:latin typeface="Calibri" panose="020F0502020204030204"/>
                <a:cs typeface="Calibri" panose="020F0502020204030204"/>
              </a:rPr>
              <a:t>templates </a:t>
            </a:r>
            <a:r>
              <a:rPr sz="1400" b="1" dirty="0">
                <a:latin typeface="Calibri" panose="020F0502020204030204"/>
                <a:cs typeface="Calibri" panose="020F0502020204030204"/>
              </a:rPr>
              <a:t>for</a:t>
            </a:r>
            <a:r>
              <a:rPr sz="1400" b="1" spc="-40" dirty="0">
                <a:latin typeface="Calibri" panose="020F0502020204030204"/>
                <a:cs typeface="Calibri" panose="020F0502020204030204"/>
              </a:rPr>
              <a:t> </a:t>
            </a:r>
            <a:r>
              <a:rPr sz="1400" b="1" dirty="0">
                <a:latin typeface="Calibri" panose="020F0502020204030204"/>
                <a:cs typeface="Calibri" panose="020F0502020204030204"/>
              </a:rPr>
              <a:t>this  </a:t>
            </a:r>
            <a:r>
              <a:rPr sz="1400" b="1" spc="-5" dirty="0">
                <a:latin typeface="Calibri" panose="020F0502020204030204"/>
                <a:cs typeface="Calibri" panose="020F0502020204030204"/>
              </a:rPr>
              <a:t>section</a:t>
            </a:r>
            <a:endParaRPr sz="1400">
              <a:latin typeface="Calibri" panose="020F0502020204030204"/>
              <a:cs typeface="Calibri" panose="020F0502020204030204"/>
            </a:endParaRPr>
          </a:p>
        </p:txBody>
      </p:sp>
      <p:sp>
        <p:nvSpPr>
          <p:cNvPr id="18" name="object 18"/>
          <p:cNvSpPr/>
          <p:nvPr/>
        </p:nvSpPr>
        <p:spPr>
          <a:xfrm>
            <a:off x="5122827" y="1753395"/>
            <a:ext cx="2215515" cy="384810"/>
          </a:xfrm>
          <a:custGeom>
            <a:avLst/>
            <a:gdLst/>
            <a:ahLst/>
            <a:cxnLst/>
            <a:rect l="l" t="t" r="r" b="b"/>
            <a:pathLst>
              <a:path w="2215515" h="384810">
                <a:moveTo>
                  <a:pt x="2214931" y="0"/>
                </a:moveTo>
                <a:lnTo>
                  <a:pt x="0" y="384511"/>
                </a:lnTo>
              </a:path>
            </a:pathLst>
          </a:custGeom>
          <a:ln w="38099">
            <a:solidFill>
              <a:srgbClr val="941100"/>
            </a:solidFill>
          </a:ln>
        </p:spPr>
        <p:txBody>
          <a:bodyPr wrap="square" lIns="0" tIns="0" rIns="0" bIns="0" rtlCol="0"/>
          <a:lstStyle/>
          <a:p>
            <a:endParaRPr/>
          </a:p>
        </p:txBody>
      </p:sp>
      <p:sp>
        <p:nvSpPr>
          <p:cNvPr id="19" name="object 19"/>
          <p:cNvSpPr/>
          <p:nvPr/>
        </p:nvSpPr>
        <p:spPr>
          <a:xfrm>
            <a:off x="5085289" y="2068564"/>
            <a:ext cx="122555" cy="113030"/>
          </a:xfrm>
          <a:custGeom>
            <a:avLst/>
            <a:gdLst/>
            <a:ahLst/>
            <a:cxnLst/>
            <a:rect l="l" t="t" r="r" b="b"/>
            <a:pathLst>
              <a:path w="122554" h="113030">
                <a:moveTo>
                  <a:pt x="102840" y="0"/>
                </a:moveTo>
                <a:lnTo>
                  <a:pt x="0" y="75858"/>
                </a:lnTo>
                <a:lnTo>
                  <a:pt x="122391" y="112615"/>
                </a:lnTo>
                <a:lnTo>
                  <a:pt x="102840" y="0"/>
                </a:lnTo>
                <a:close/>
              </a:path>
            </a:pathLst>
          </a:custGeom>
          <a:solidFill>
            <a:srgbClr val="941100"/>
          </a:solidFill>
        </p:spPr>
        <p:txBody>
          <a:bodyPr wrap="square" lIns="0" tIns="0" rIns="0" bIns="0" rtlCol="0"/>
          <a:lstStyle/>
          <a:p>
            <a:endParaRPr/>
          </a:p>
        </p:txBody>
      </p:sp>
      <p:sp>
        <p:nvSpPr>
          <p:cNvPr id="20" name="object 20"/>
          <p:cNvSpPr/>
          <p:nvPr/>
        </p:nvSpPr>
        <p:spPr>
          <a:xfrm>
            <a:off x="5399609" y="2461962"/>
            <a:ext cx="2066925" cy="532765"/>
          </a:xfrm>
          <a:custGeom>
            <a:avLst/>
            <a:gdLst/>
            <a:ahLst/>
            <a:cxnLst/>
            <a:rect l="l" t="t" r="r" b="b"/>
            <a:pathLst>
              <a:path w="2066925" h="532764">
                <a:moveTo>
                  <a:pt x="2066757" y="0"/>
                </a:moveTo>
                <a:lnTo>
                  <a:pt x="0" y="532420"/>
                </a:lnTo>
              </a:path>
            </a:pathLst>
          </a:custGeom>
          <a:ln w="38099">
            <a:solidFill>
              <a:srgbClr val="941100"/>
            </a:solidFill>
          </a:ln>
        </p:spPr>
        <p:txBody>
          <a:bodyPr wrap="square" lIns="0" tIns="0" rIns="0" bIns="0" rtlCol="0"/>
          <a:lstStyle/>
          <a:p>
            <a:endParaRPr/>
          </a:p>
        </p:txBody>
      </p:sp>
      <p:sp>
        <p:nvSpPr>
          <p:cNvPr id="21" name="object 21"/>
          <p:cNvSpPr/>
          <p:nvPr/>
        </p:nvSpPr>
        <p:spPr>
          <a:xfrm>
            <a:off x="5362714" y="2920029"/>
            <a:ext cx="125095" cy="111125"/>
          </a:xfrm>
          <a:custGeom>
            <a:avLst/>
            <a:gdLst/>
            <a:ahLst/>
            <a:cxnLst/>
            <a:rect l="l" t="t" r="r" b="b"/>
            <a:pathLst>
              <a:path w="125095" h="111125">
                <a:moveTo>
                  <a:pt x="96428" y="0"/>
                </a:moveTo>
                <a:lnTo>
                  <a:pt x="0" y="83858"/>
                </a:lnTo>
                <a:lnTo>
                  <a:pt x="124942" y="110686"/>
                </a:lnTo>
                <a:lnTo>
                  <a:pt x="96428" y="0"/>
                </a:lnTo>
                <a:close/>
              </a:path>
            </a:pathLst>
          </a:custGeom>
          <a:solidFill>
            <a:srgbClr val="941100"/>
          </a:solidFill>
        </p:spPr>
        <p:txBody>
          <a:bodyPr wrap="square" lIns="0" tIns="0" rIns="0" bIns="0" rtlCol="0"/>
          <a:lstStyle/>
          <a:p>
            <a:endParaRPr/>
          </a:p>
        </p:txBody>
      </p:sp>
      <p:sp>
        <p:nvSpPr>
          <p:cNvPr id="22" name="object 22"/>
          <p:cNvSpPr/>
          <p:nvPr/>
        </p:nvSpPr>
        <p:spPr>
          <a:xfrm>
            <a:off x="6230828" y="3221832"/>
            <a:ext cx="701040" cy="335280"/>
          </a:xfrm>
          <a:custGeom>
            <a:avLst/>
            <a:gdLst/>
            <a:ahLst/>
            <a:cxnLst/>
            <a:rect l="l" t="t" r="r" b="b"/>
            <a:pathLst>
              <a:path w="701040" h="335279">
                <a:moveTo>
                  <a:pt x="700530" y="0"/>
                </a:moveTo>
                <a:lnTo>
                  <a:pt x="0" y="335082"/>
                </a:lnTo>
              </a:path>
            </a:pathLst>
          </a:custGeom>
          <a:ln w="38099">
            <a:solidFill>
              <a:srgbClr val="941100"/>
            </a:solidFill>
          </a:ln>
        </p:spPr>
        <p:txBody>
          <a:bodyPr wrap="square" lIns="0" tIns="0" rIns="0" bIns="0" rtlCol="0"/>
          <a:lstStyle/>
          <a:p>
            <a:endParaRPr/>
          </a:p>
        </p:txBody>
      </p:sp>
      <p:sp>
        <p:nvSpPr>
          <p:cNvPr id="23" name="object 23"/>
          <p:cNvSpPr/>
          <p:nvPr/>
        </p:nvSpPr>
        <p:spPr>
          <a:xfrm>
            <a:off x="6196458" y="3472478"/>
            <a:ext cx="128270" cy="103505"/>
          </a:xfrm>
          <a:custGeom>
            <a:avLst/>
            <a:gdLst/>
            <a:ahLst/>
            <a:cxnLst/>
            <a:rect l="l" t="t" r="r" b="b"/>
            <a:pathLst>
              <a:path w="128270" h="103504">
                <a:moveTo>
                  <a:pt x="78450" y="0"/>
                </a:moveTo>
                <a:lnTo>
                  <a:pt x="0" y="100877"/>
                </a:lnTo>
                <a:lnTo>
                  <a:pt x="127772" y="103111"/>
                </a:lnTo>
                <a:lnTo>
                  <a:pt x="78450" y="0"/>
                </a:lnTo>
                <a:close/>
              </a:path>
            </a:pathLst>
          </a:custGeom>
          <a:solidFill>
            <a:srgbClr val="941100"/>
          </a:solidFill>
        </p:spPr>
        <p:txBody>
          <a:bodyPr wrap="square" lIns="0" tIns="0" rIns="0" bIns="0" rtlCol="0"/>
          <a:lstStyle/>
          <a:p>
            <a:endParaRPr/>
          </a:p>
        </p:txBody>
      </p:sp>
      <p:sp>
        <p:nvSpPr>
          <p:cNvPr id="24" name="object 24"/>
          <p:cNvSpPr/>
          <p:nvPr/>
        </p:nvSpPr>
        <p:spPr>
          <a:xfrm>
            <a:off x="5880760" y="3846839"/>
            <a:ext cx="1355725" cy="324485"/>
          </a:xfrm>
          <a:custGeom>
            <a:avLst/>
            <a:gdLst/>
            <a:ahLst/>
            <a:cxnLst/>
            <a:rect l="l" t="t" r="r" b="b"/>
            <a:pathLst>
              <a:path w="1355725" h="324485">
                <a:moveTo>
                  <a:pt x="1355398" y="324317"/>
                </a:moveTo>
                <a:lnTo>
                  <a:pt x="0" y="0"/>
                </a:lnTo>
              </a:path>
            </a:pathLst>
          </a:custGeom>
          <a:ln w="38099">
            <a:solidFill>
              <a:srgbClr val="941100"/>
            </a:solidFill>
          </a:ln>
        </p:spPr>
        <p:txBody>
          <a:bodyPr wrap="square" lIns="0" tIns="0" rIns="0" bIns="0" rtlCol="0"/>
          <a:lstStyle/>
          <a:p>
            <a:endParaRPr/>
          </a:p>
        </p:txBody>
      </p:sp>
      <p:sp>
        <p:nvSpPr>
          <p:cNvPr id="25" name="object 25"/>
          <p:cNvSpPr/>
          <p:nvPr/>
        </p:nvSpPr>
        <p:spPr>
          <a:xfrm>
            <a:off x="5843706" y="3808991"/>
            <a:ext cx="124460" cy="111760"/>
          </a:xfrm>
          <a:custGeom>
            <a:avLst/>
            <a:gdLst/>
            <a:ahLst/>
            <a:cxnLst/>
            <a:rect l="l" t="t" r="r" b="b"/>
            <a:pathLst>
              <a:path w="124460" h="111760">
                <a:moveTo>
                  <a:pt x="124461" y="0"/>
                </a:moveTo>
                <a:lnTo>
                  <a:pt x="0" y="28981"/>
                </a:lnTo>
                <a:lnTo>
                  <a:pt x="97862" y="111161"/>
                </a:lnTo>
                <a:lnTo>
                  <a:pt x="124461" y="0"/>
                </a:lnTo>
                <a:close/>
              </a:path>
            </a:pathLst>
          </a:custGeom>
          <a:solidFill>
            <a:srgbClr val="941100"/>
          </a:solidFill>
        </p:spPr>
        <p:txBody>
          <a:bodyPr wrap="square" lIns="0" tIns="0" rIns="0" bIns="0" rtlCol="0"/>
          <a:lstStyle/>
          <a:p>
            <a:endParaRPr/>
          </a:p>
        </p:txBody>
      </p:sp>
      <p:sp>
        <p:nvSpPr>
          <p:cNvPr id="26" name="object 26"/>
          <p:cNvSpPr/>
          <p:nvPr/>
        </p:nvSpPr>
        <p:spPr>
          <a:xfrm>
            <a:off x="5473874" y="4450717"/>
            <a:ext cx="1661160" cy="600075"/>
          </a:xfrm>
          <a:custGeom>
            <a:avLst/>
            <a:gdLst/>
            <a:ahLst/>
            <a:cxnLst/>
            <a:rect l="l" t="t" r="r" b="b"/>
            <a:pathLst>
              <a:path w="1661159" h="600075">
                <a:moveTo>
                  <a:pt x="1660684" y="599915"/>
                </a:moveTo>
                <a:lnTo>
                  <a:pt x="0" y="0"/>
                </a:lnTo>
              </a:path>
            </a:pathLst>
          </a:custGeom>
          <a:ln w="38099">
            <a:solidFill>
              <a:srgbClr val="941100"/>
            </a:solidFill>
          </a:ln>
        </p:spPr>
        <p:txBody>
          <a:bodyPr wrap="square" lIns="0" tIns="0" rIns="0" bIns="0" rtlCol="0"/>
          <a:lstStyle/>
          <a:p>
            <a:endParaRPr/>
          </a:p>
        </p:txBody>
      </p:sp>
      <p:sp>
        <p:nvSpPr>
          <p:cNvPr id="27" name="object 27"/>
          <p:cNvSpPr/>
          <p:nvPr/>
        </p:nvSpPr>
        <p:spPr>
          <a:xfrm>
            <a:off x="5438040" y="4422856"/>
            <a:ext cx="127000" cy="107950"/>
          </a:xfrm>
          <a:custGeom>
            <a:avLst/>
            <a:gdLst/>
            <a:ahLst/>
            <a:cxnLst/>
            <a:rect l="l" t="t" r="r" b="b"/>
            <a:pathLst>
              <a:path w="127000" h="107950">
                <a:moveTo>
                  <a:pt x="126918" y="0"/>
                </a:moveTo>
                <a:lnTo>
                  <a:pt x="0" y="14916"/>
                </a:lnTo>
                <a:lnTo>
                  <a:pt x="88083" y="107500"/>
                </a:lnTo>
                <a:lnTo>
                  <a:pt x="126918" y="0"/>
                </a:lnTo>
                <a:close/>
              </a:path>
            </a:pathLst>
          </a:custGeom>
          <a:solidFill>
            <a:srgbClr val="941100"/>
          </a:solidFill>
        </p:spPr>
        <p:txBody>
          <a:bodyPr wrap="square" lIns="0" tIns="0" rIns="0" bIns="0" rtlCol="0"/>
          <a:lstStyle/>
          <a:p>
            <a:endParaRPr/>
          </a:p>
        </p:txBody>
      </p:sp>
      <p:sp>
        <p:nvSpPr>
          <p:cNvPr id="28" name="object 28"/>
          <p:cNvSpPr/>
          <p:nvPr/>
        </p:nvSpPr>
        <p:spPr>
          <a:xfrm>
            <a:off x="5627556" y="5165878"/>
            <a:ext cx="1304290" cy="951865"/>
          </a:xfrm>
          <a:custGeom>
            <a:avLst/>
            <a:gdLst/>
            <a:ahLst/>
            <a:cxnLst/>
            <a:rect l="l" t="t" r="r" b="b"/>
            <a:pathLst>
              <a:path w="1304290" h="951864">
                <a:moveTo>
                  <a:pt x="1303802" y="951552"/>
                </a:moveTo>
                <a:lnTo>
                  <a:pt x="0" y="0"/>
                </a:lnTo>
              </a:path>
            </a:pathLst>
          </a:custGeom>
          <a:ln w="38099">
            <a:solidFill>
              <a:srgbClr val="941100"/>
            </a:solidFill>
          </a:ln>
        </p:spPr>
        <p:txBody>
          <a:bodyPr wrap="square" lIns="0" tIns="0" rIns="0" bIns="0" rtlCol="0"/>
          <a:lstStyle/>
          <a:p>
            <a:endParaRPr/>
          </a:p>
        </p:txBody>
      </p:sp>
      <p:sp>
        <p:nvSpPr>
          <p:cNvPr id="29" name="object 29"/>
          <p:cNvSpPr/>
          <p:nvPr/>
        </p:nvSpPr>
        <p:spPr>
          <a:xfrm>
            <a:off x="5596780" y="5143417"/>
            <a:ext cx="126364" cy="113664"/>
          </a:xfrm>
          <a:custGeom>
            <a:avLst/>
            <a:gdLst/>
            <a:ahLst/>
            <a:cxnLst/>
            <a:rect l="l" t="t" r="r" b="b"/>
            <a:pathLst>
              <a:path w="126364" h="113664">
                <a:moveTo>
                  <a:pt x="0" y="0"/>
                </a:moveTo>
                <a:lnTo>
                  <a:pt x="58634" y="113545"/>
                </a:lnTo>
                <a:lnTo>
                  <a:pt x="126017" y="21219"/>
                </a:lnTo>
                <a:lnTo>
                  <a:pt x="0" y="0"/>
                </a:lnTo>
                <a:close/>
              </a:path>
            </a:pathLst>
          </a:custGeom>
          <a:solidFill>
            <a:srgbClr val="941100"/>
          </a:solidFill>
        </p:spPr>
        <p:txBody>
          <a:bodyPr wrap="square" lIns="0" tIns="0" rIns="0" bIns="0" rtlCol="0"/>
          <a:lstStyle/>
          <a:p>
            <a:endParaRPr/>
          </a:p>
        </p:txBody>
      </p:sp>
      <p:sp>
        <p:nvSpPr>
          <p:cNvPr id="30" name="object 30"/>
          <p:cNvSpPr txBox="1"/>
          <p:nvPr/>
        </p:nvSpPr>
        <p:spPr>
          <a:xfrm>
            <a:off x="208596" y="6059898"/>
            <a:ext cx="3651885" cy="177800"/>
          </a:xfrm>
          <a:prstGeom prst="rect">
            <a:avLst/>
          </a:prstGeom>
        </p:spPr>
        <p:txBody>
          <a:bodyPr vert="horz" wrap="square" lIns="0" tIns="12700" rIns="0" bIns="0" rtlCol="0">
            <a:spAutoFit/>
          </a:bodyPr>
          <a:lstStyle/>
          <a:p>
            <a:pPr marL="12700">
              <a:lnSpc>
                <a:spcPct val="100000"/>
              </a:lnSpc>
              <a:spcBef>
                <a:spcPts val="100"/>
              </a:spcBef>
            </a:pPr>
            <a:r>
              <a:rPr sz="1000" b="1" i="1" dirty="0">
                <a:latin typeface="Times New Roman" panose="02020603050405020304"/>
                <a:cs typeface="Times New Roman" panose="02020603050405020304"/>
              </a:rPr>
              <a:t>Source: </a:t>
            </a:r>
            <a:r>
              <a:rPr sz="1000" i="1" spc="-5" dirty="0">
                <a:latin typeface="Times New Roman" panose="02020603050405020304"/>
                <a:cs typeface="Times New Roman" panose="02020603050405020304"/>
              </a:rPr>
              <a:t>Adapted </a:t>
            </a:r>
            <a:r>
              <a:rPr sz="1000" i="1" spc="-10" dirty="0">
                <a:latin typeface="Times New Roman" panose="02020603050405020304"/>
                <a:cs typeface="Times New Roman" panose="02020603050405020304"/>
              </a:rPr>
              <a:t>from </a:t>
            </a:r>
            <a:r>
              <a:rPr sz="1000" i="1" spc="-5" dirty="0">
                <a:latin typeface="Times New Roman" panose="02020603050405020304"/>
                <a:cs typeface="Times New Roman" panose="02020603050405020304"/>
              </a:rPr>
              <a:t>IEEE-STD-830-1993 </a:t>
            </a:r>
            <a:r>
              <a:rPr sz="1000" b="1" i="1" dirty="0">
                <a:latin typeface="Times New Roman" panose="02020603050405020304"/>
                <a:cs typeface="Times New Roman" panose="02020603050405020304"/>
              </a:rPr>
              <a:t>See </a:t>
            </a:r>
            <a:r>
              <a:rPr sz="1000" b="1" i="1" spc="-5" dirty="0">
                <a:latin typeface="Times New Roman" panose="02020603050405020304"/>
                <a:cs typeface="Times New Roman" panose="02020603050405020304"/>
              </a:rPr>
              <a:t>also</a:t>
            </a:r>
            <a:r>
              <a:rPr sz="1000" i="1" spc="-5"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Blum 1992,</a:t>
            </a:r>
            <a:r>
              <a:rPr sz="1000" i="1" spc="30"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p160</a:t>
            </a:r>
            <a:endParaRPr sz="1000" dirty="0">
              <a:latin typeface="Times New Roman" panose="02020603050405020304"/>
              <a:cs typeface="Times New Roman" panose="02020603050405020304"/>
            </a:endParaRPr>
          </a:p>
        </p:txBody>
      </p:sp>
      <p:sp>
        <p:nvSpPr>
          <p:cNvPr id="33" name="标题 32"/>
          <p:cNvSpPr>
            <a:spLocks noGrp="1"/>
          </p:cNvSpPr>
          <p:nvPr>
            <p:ph type="title"/>
          </p:nvPr>
        </p:nvSpPr>
        <p:spPr>
          <a:xfrm>
            <a:off x="838200" y="365125"/>
            <a:ext cx="10515600" cy="1325563"/>
          </a:xfrm>
        </p:spPr>
        <p:txBody>
          <a:bodyPr/>
          <a:lstStyle/>
          <a:p>
            <a:r>
              <a:rPr lang="en-US" altLang="zh-CN" b="1" dirty="0">
                <a:latin typeface="Bookman Old Style" panose="02050604050505020204"/>
                <a:cs typeface="Bookman Old Style" panose="02050604050505020204"/>
              </a:rPr>
              <a:t>IEEE-830</a:t>
            </a:r>
            <a:r>
              <a:rPr lang="en-US" altLang="zh-CN" b="1" spc="-85" dirty="0">
                <a:latin typeface="Bookman Old Style" panose="02050604050505020204"/>
                <a:cs typeface="Bookman Old Style" panose="02050604050505020204"/>
              </a:rPr>
              <a:t> </a:t>
            </a:r>
            <a:r>
              <a:rPr lang="en-US" altLang="zh-CN" b="1" spc="-5" dirty="0">
                <a:latin typeface="Bookman Old Style" panose="02050604050505020204"/>
                <a:cs typeface="Bookman Old Style" panose="02050604050505020204"/>
              </a:rPr>
              <a:t>SRS</a:t>
            </a:r>
            <a:r>
              <a:rPr lang="zh-CN" altLang="en-US" spc="-5" dirty="0"/>
              <a:t>模板大纲</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7694"/>
    </mc:Choice>
    <mc:Fallback xmlns="">
      <p:transition spd="slow" advTm="4769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55039" y="1331138"/>
            <a:ext cx="5344795" cy="5143500"/>
          </a:xfrm>
          <a:prstGeom prst="rect">
            <a:avLst/>
          </a:prstGeom>
        </p:spPr>
        <p:txBody>
          <a:bodyPr vert="horz" wrap="square" lIns="0" tIns="68580" rIns="0" bIns="0" rtlCol="0">
            <a:spAutoFit/>
          </a:bodyPr>
          <a:lstStyle/>
          <a:p>
            <a:pPr marL="353695" lvl="1" indent="-341630">
              <a:lnSpc>
                <a:spcPct val="100000"/>
              </a:lnSpc>
              <a:spcBef>
                <a:spcPts val="540"/>
              </a:spcBef>
              <a:buFont typeface="Calibri" panose="020F0502020204030204"/>
              <a:buAutoNum type="arabicPeriod"/>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外部接口</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用户接口</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硬件接口</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软件接口</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通信接口</a:t>
            </a:r>
          </a:p>
          <a:p>
            <a:pPr marL="353695" lvl="1" indent="-341630">
              <a:lnSpc>
                <a:spcPct val="100000"/>
              </a:lnSpc>
              <a:spcBef>
                <a:spcPts val="1040"/>
              </a:spcBef>
              <a:buFont typeface="Calibri" panose="020F0502020204030204"/>
              <a:buAutoNum type="arabicPeriod"/>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功能需求描述</a:t>
            </a:r>
          </a:p>
          <a:p>
            <a:pPr marL="469900">
              <a:lnSpc>
                <a:spcPct val="100000"/>
              </a:lnSpc>
              <a:spcBef>
                <a:spcPts val="390"/>
              </a:spcBef>
            </a:pPr>
            <a:r>
              <a:rPr sz="1850" i="1" spc="-50" dirty="0">
                <a:latin typeface="微软雅黑" panose="020B0503020204020204" pitchFamily="34" charset="-122"/>
                <a:ea typeface="微软雅黑" panose="020B0503020204020204" pitchFamily="34" charset="-122"/>
                <a:cs typeface="华文新魏" panose="02010800040101010101" charset="-122"/>
              </a:rPr>
              <a:t>按系统的操作模式、用户分类、特征分类来定义</a:t>
            </a:r>
            <a:r>
              <a:rPr sz="1800" i="1" spc="-50"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984250" lvl="2" indent="-514985">
              <a:lnSpc>
                <a:spcPct val="100000"/>
              </a:lnSpc>
              <a:spcBef>
                <a:spcPts val="53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模式</a:t>
            </a:r>
            <a:r>
              <a:rPr sz="1800" spc="-5" dirty="0">
                <a:latin typeface="微软雅黑" panose="020B0503020204020204" pitchFamily="34" charset="-122"/>
                <a:ea typeface="微软雅黑" panose="020B0503020204020204" pitchFamily="34" charset="-122"/>
                <a:cs typeface="华文新魏" panose="02010800040101010101" charset="-122"/>
              </a:rPr>
              <a:t> </a:t>
            </a:r>
            <a:r>
              <a:rPr sz="1800" dirty="0">
                <a:latin typeface="微软雅黑" panose="020B0503020204020204" pitchFamily="34" charset="-122"/>
                <a:ea typeface="微软雅黑" panose="020B0503020204020204" pitchFamily="34" charset="-122"/>
                <a:cs typeface="Calibri" panose="020F0502020204030204"/>
              </a:rPr>
              <a:t>1</a:t>
            </a:r>
          </a:p>
          <a:p>
            <a:pPr marL="1614805" lvl="3" indent="-688340">
              <a:lnSpc>
                <a:spcPct val="100000"/>
              </a:lnSpc>
              <a:spcBef>
                <a:spcPts val="390"/>
              </a:spcBef>
              <a:buSzPct val="97000"/>
              <a:buFont typeface="Calibri" panose="020F0502020204030204"/>
              <a:buAutoNum type="arabicPeriod"/>
              <a:tabLst>
                <a:tab pos="1615440" algn="l"/>
              </a:tabLst>
            </a:pPr>
            <a:r>
              <a:rPr sz="1850" i="1" spc="-50" dirty="0">
                <a:latin typeface="微软雅黑" panose="020B0503020204020204" pitchFamily="34" charset="-122"/>
                <a:ea typeface="微软雅黑" panose="020B0503020204020204" pitchFamily="34" charset="-122"/>
                <a:cs typeface="华文新魏" panose="02010800040101010101" charset="-122"/>
              </a:rPr>
              <a:t>功能需求</a:t>
            </a:r>
            <a:r>
              <a:rPr sz="1850" i="1" spc="-20" dirty="0">
                <a:latin typeface="微软雅黑" panose="020B0503020204020204" pitchFamily="34" charset="-122"/>
                <a:ea typeface="微软雅黑" panose="020B0503020204020204" pitchFamily="34" charset="-122"/>
                <a:cs typeface="华文新魏" panose="02010800040101010101" charset="-122"/>
              </a:rPr>
              <a:t> </a:t>
            </a:r>
            <a:r>
              <a:rPr sz="1800" i="1" spc="-5" dirty="0">
                <a:latin typeface="微软雅黑" panose="020B0503020204020204" pitchFamily="34" charset="-122"/>
                <a:ea typeface="微软雅黑" panose="020B0503020204020204" pitchFamily="34" charset="-122"/>
                <a:cs typeface="Calibri" panose="020F0502020204030204"/>
              </a:rPr>
              <a:t>1.1</a:t>
            </a:r>
            <a:endParaRPr sz="1800" dirty="0">
              <a:latin typeface="微软雅黑" panose="020B0503020204020204" pitchFamily="34" charset="-122"/>
              <a:ea typeface="微软雅黑" panose="020B0503020204020204" pitchFamily="34" charset="-122"/>
              <a:cs typeface="Calibri" panose="020F0502020204030204"/>
            </a:endParaRPr>
          </a:p>
          <a:p>
            <a:pPr marL="927100">
              <a:lnSpc>
                <a:spcPct val="100000"/>
              </a:lnSpc>
              <a:spcBef>
                <a:spcPts val="530"/>
              </a:spcBef>
            </a:pPr>
            <a:r>
              <a:rPr sz="1800" i="1"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984250" lvl="2" indent="-514985">
              <a:lnSpc>
                <a:spcPct val="100000"/>
              </a:lnSpc>
              <a:spcBef>
                <a:spcPts val="540"/>
              </a:spcBef>
              <a:buFont typeface="Calibri" panose="020F0502020204030204"/>
              <a:buAutoNum type="arabicPeriod" startAt="2"/>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模式</a:t>
            </a:r>
            <a:r>
              <a:rPr sz="1800" spc="-5" dirty="0">
                <a:latin typeface="微软雅黑" panose="020B0503020204020204" pitchFamily="34" charset="-122"/>
                <a:ea typeface="微软雅黑" panose="020B0503020204020204" pitchFamily="34" charset="-122"/>
                <a:cs typeface="华文新魏" panose="02010800040101010101" charset="-122"/>
              </a:rPr>
              <a:t> </a:t>
            </a:r>
            <a:r>
              <a:rPr sz="1800" dirty="0">
                <a:latin typeface="微软雅黑" panose="020B0503020204020204" pitchFamily="34" charset="-122"/>
                <a:ea typeface="微软雅黑" panose="020B0503020204020204" pitchFamily="34" charset="-122"/>
                <a:cs typeface="Calibri" panose="020F0502020204030204"/>
              </a:rPr>
              <a:t>2</a:t>
            </a:r>
          </a:p>
          <a:p>
            <a:pPr marL="1614805" lvl="3" indent="-688340">
              <a:lnSpc>
                <a:spcPct val="100000"/>
              </a:lnSpc>
              <a:spcBef>
                <a:spcPts val="390"/>
              </a:spcBef>
              <a:buSzPct val="97000"/>
              <a:buFont typeface="Calibri" panose="020F0502020204030204"/>
              <a:buAutoNum type="arabicPeriod"/>
              <a:tabLst>
                <a:tab pos="1615440" algn="l"/>
              </a:tabLst>
            </a:pPr>
            <a:r>
              <a:rPr sz="1850" i="1" spc="-50" dirty="0">
                <a:latin typeface="微软雅黑" panose="020B0503020204020204" pitchFamily="34" charset="-122"/>
                <a:ea typeface="微软雅黑" panose="020B0503020204020204" pitchFamily="34" charset="-122"/>
                <a:cs typeface="华文新魏" panose="02010800040101010101" charset="-122"/>
              </a:rPr>
              <a:t>功能需求</a:t>
            </a:r>
            <a:r>
              <a:rPr sz="1850" i="1" spc="-20" dirty="0">
                <a:latin typeface="微软雅黑" panose="020B0503020204020204" pitchFamily="34" charset="-122"/>
                <a:ea typeface="微软雅黑" panose="020B0503020204020204" pitchFamily="34" charset="-122"/>
                <a:cs typeface="华文新魏" panose="02010800040101010101" charset="-122"/>
              </a:rPr>
              <a:t> </a:t>
            </a:r>
            <a:r>
              <a:rPr sz="1800" i="1" spc="-5" dirty="0">
                <a:latin typeface="微软雅黑" panose="020B0503020204020204" pitchFamily="34" charset="-122"/>
                <a:ea typeface="微软雅黑" panose="020B0503020204020204" pitchFamily="34" charset="-122"/>
                <a:cs typeface="Calibri" panose="020F0502020204030204"/>
              </a:rPr>
              <a:t>2.1</a:t>
            </a:r>
            <a:endParaRPr sz="1800" dirty="0">
              <a:latin typeface="微软雅黑" panose="020B0503020204020204" pitchFamily="34" charset="-122"/>
              <a:ea typeface="微软雅黑" panose="020B0503020204020204" pitchFamily="34" charset="-122"/>
              <a:cs typeface="Calibri" panose="020F0502020204030204"/>
            </a:endParaRPr>
          </a:p>
          <a:p>
            <a:pPr marL="927100">
              <a:lnSpc>
                <a:spcPct val="100000"/>
              </a:lnSpc>
              <a:spcBef>
                <a:spcPts val="530"/>
              </a:spcBef>
            </a:pPr>
            <a:r>
              <a:rPr sz="1800" i="1"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469900">
              <a:lnSpc>
                <a:spcPct val="100000"/>
              </a:lnSpc>
              <a:spcBef>
                <a:spcPts val="440"/>
              </a:spcBef>
            </a:pPr>
            <a:r>
              <a:rPr sz="1800" i="1" spc="-5"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469900">
              <a:lnSpc>
                <a:spcPct val="100000"/>
              </a:lnSpc>
              <a:spcBef>
                <a:spcPts val="540"/>
              </a:spcBef>
            </a:pPr>
            <a:r>
              <a:rPr sz="1800" spc="-5" dirty="0">
                <a:latin typeface="微软雅黑" panose="020B0503020204020204" pitchFamily="34" charset="-122"/>
                <a:ea typeface="微软雅黑" panose="020B0503020204020204" pitchFamily="34" charset="-122"/>
                <a:cs typeface="Calibri" panose="020F0502020204030204"/>
              </a:rPr>
              <a:t>3.2.n</a:t>
            </a:r>
            <a:r>
              <a:rPr sz="1800" spc="-10" dirty="0">
                <a:latin typeface="微软雅黑" panose="020B0503020204020204" pitchFamily="34" charset="-122"/>
                <a:ea typeface="微软雅黑" panose="020B0503020204020204" pitchFamily="34" charset="-122"/>
                <a:cs typeface="Calibri" panose="020F0502020204030204"/>
              </a:rPr>
              <a:t> </a:t>
            </a:r>
            <a:r>
              <a:rPr sz="1800" dirty="0">
                <a:latin typeface="微软雅黑" panose="020B0503020204020204" pitchFamily="34" charset="-122"/>
                <a:ea typeface="微软雅黑" panose="020B0503020204020204" pitchFamily="34" charset="-122"/>
                <a:cs typeface="华文新魏" panose="02010800040101010101" charset="-122"/>
              </a:rPr>
              <a:t>模式 </a:t>
            </a:r>
            <a:r>
              <a:rPr sz="1800" dirty="0">
                <a:latin typeface="微软雅黑" panose="020B0503020204020204" pitchFamily="34" charset="-122"/>
                <a:ea typeface="微软雅黑" panose="020B0503020204020204" pitchFamily="34" charset="-122"/>
                <a:cs typeface="Calibri" panose="020F0502020204030204"/>
              </a:rPr>
              <a:t>n</a:t>
            </a:r>
          </a:p>
        </p:txBody>
      </p:sp>
      <p:sp>
        <p:nvSpPr>
          <p:cNvPr id="4" name="object 4"/>
          <p:cNvSpPr txBox="1"/>
          <p:nvPr/>
        </p:nvSpPr>
        <p:spPr>
          <a:xfrm>
            <a:off x="1831339" y="6324282"/>
            <a:ext cx="19875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a:t>
            </a:r>
            <a:endParaRPr sz="1800">
              <a:latin typeface="Calibri" panose="020F0502020204030204"/>
              <a:cs typeface="Calibri" panose="020F0502020204030204"/>
            </a:endParaRPr>
          </a:p>
        </p:txBody>
      </p:sp>
      <p:sp>
        <p:nvSpPr>
          <p:cNvPr id="5" name="object 5"/>
          <p:cNvSpPr txBox="1"/>
          <p:nvPr/>
        </p:nvSpPr>
        <p:spPr>
          <a:xfrm>
            <a:off x="6722427" y="1453356"/>
            <a:ext cx="3072130" cy="4589145"/>
          </a:xfrm>
          <a:prstGeom prst="rect">
            <a:avLst/>
          </a:prstGeom>
        </p:spPr>
        <p:txBody>
          <a:bodyPr vert="horz" wrap="square" lIns="0" tIns="59690" rIns="0" bIns="0" rtlCol="0">
            <a:spAutoFit/>
          </a:bodyPr>
          <a:lstStyle/>
          <a:p>
            <a:pPr marL="353695" lvl="1" indent="-341630">
              <a:lnSpc>
                <a:spcPct val="100000"/>
              </a:lnSpc>
              <a:spcBef>
                <a:spcPts val="470"/>
              </a:spcBef>
              <a:buFont typeface="Calibri" panose="020F0502020204030204"/>
              <a:buAutoNum type="arabicPeriod" startAt="3"/>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性能需求</a:t>
            </a:r>
          </a:p>
          <a:p>
            <a:pPr marL="469900">
              <a:lnSpc>
                <a:spcPct val="100000"/>
              </a:lnSpc>
              <a:spcBef>
                <a:spcPts val="390"/>
              </a:spcBef>
            </a:pPr>
            <a:r>
              <a:rPr sz="1850" i="1" spc="-50" dirty="0">
                <a:latin typeface="微软雅黑" panose="020B0503020204020204" pitchFamily="34" charset="-122"/>
                <a:ea typeface="微软雅黑" panose="020B0503020204020204" pitchFamily="34" charset="-122"/>
                <a:cs typeface="华文新魏" panose="02010800040101010101" charset="-122"/>
              </a:rPr>
              <a:t>要用可度量的方式来表达</a:t>
            </a:r>
            <a:r>
              <a:rPr sz="1800" i="1" spc="-50" dirty="0">
                <a:latin typeface="微软雅黑" panose="020B0503020204020204" pitchFamily="34" charset="-122"/>
                <a:ea typeface="微软雅黑" panose="020B0503020204020204" pitchFamily="34" charset="-122"/>
                <a:cs typeface="Calibri" panose="020F0502020204030204"/>
              </a:rPr>
              <a:t>!</a:t>
            </a:r>
            <a:endParaRPr sz="1800" dirty="0">
              <a:latin typeface="微软雅黑" panose="020B0503020204020204" pitchFamily="34" charset="-122"/>
              <a:ea typeface="微软雅黑" panose="020B0503020204020204" pitchFamily="34" charset="-122"/>
              <a:cs typeface="Calibri" panose="020F0502020204030204"/>
            </a:endParaRPr>
          </a:p>
          <a:p>
            <a:pPr marL="353695" lvl="1" indent="-341630">
              <a:lnSpc>
                <a:spcPct val="100000"/>
              </a:lnSpc>
              <a:spcBef>
                <a:spcPts val="1030"/>
              </a:spcBef>
              <a:buFont typeface="Calibri" panose="020F0502020204030204"/>
              <a:buAutoNum type="arabicPeriod" startAt="4"/>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设计约束</a:t>
            </a:r>
          </a:p>
          <a:p>
            <a:pPr marL="984250" lvl="2" indent="-514985">
              <a:lnSpc>
                <a:spcPct val="100000"/>
              </a:lnSpc>
              <a:spcBef>
                <a:spcPts val="390"/>
              </a:spcBef>
              <a:buSzPct val="97000"/>
              <a:buFont typeface="Calibri" panose="020F0502020204030204"/>
              <a:buAutoNum type="arabicPeriod"/>
              <a:tabLst>
                <a:tab pos="984885" algn="l"/>
              </a:tabLst>
            </a:pPr>
            <a:r>
              <a:rPr sz="1850" i="1" spc="-50" dirty="0">
                <a:latin typeface="微软雅黑" panose="020B0503020204020204" pitchFamily="34" charset="-122"/>
                <a:ea typeface="微软雅黑" panose="020B0503020204020204" pitchFamily="34" charset="-122"/>
                <a:cs typeface="华文新魏" panose="02010800040101010101" charset="-122"/>
              </a:rPr>
              <a:t>标准依从性</a:t>
            </a:r>
            <a:endParaRPr sz="1850" dirty="0">
              <a:latin typeface="微软雅黑" panose="020B0503020204020204" pitchFamily="34" charset="-122"/>
              <a:ea typeface="微软雅黑" panose="020B0503020204020204" pitchFamily="34" charset="-122"/>
              <a:cs typeface="华文新魏" panose="02010800040101010101" charset="-122"/>
            </a:endParaRPr>
          </a:p>
          <a:p>
            <a:pPr marL="469900" marR="1164590" lvl="2">
              <a:lnSpc>
                <a:spcPts val="2700"/>
              </a:lnSpc>
              <a:spcBef>
                <a:spcPts val="170"/>
              </a:spcBef>
              <a:buSzPct val="97000"/>
              <a:buFont typeface="Calibri" panose="020F0502020204030204"/>
              <a:buAutoNum type="arabicPeriod"/>
              <a:tabLst>
                <a:tab pos="984885" algn="l"/>
              </a:tabLst>
            </a:pPr>
            <a:r>
              <a:rPr sz="1850" i="1" spc="-40" dirty="0">
                <a:latin typeface="微软雅黑" panose="020B0503020204020204" pitchFamily="34" charset="-122"/>
                <a:ea typeface="微软雅黑" panose="020B0503020204020204" pitchFamily="34" charset="-122"/>
                <a:cs typeface="华文新魏" panose="02010800040101010101" charset="-122"/>
              </a:rPr>
              <a:t>硬件限制  </a:t>
            </a:r>
            <a:r>
              <a:rPr sz="1800" i="1" spc="-5" dirty="0">
                <a:latin typeface="微软雅黑" panose="020B0503020204020204" pitchFamily="34" charset="-122"/>
                <a:ea typeface="微软雅黑" panose="020B0503020204020204" pitchFamily="34" charset="-122"/>
                <a:cs typeface="Calibri" panose="020F0502020204030204"/>
              </a:rPr>
              <a:t>etc.</a:t>
            </a:r>
            <a:endParaRPr sz="1800" dirty="0">
              <a:latin typeface="微软雅黑" panose="020B0503020204020204" pitchFamily="34" charset="-122"/>
              <a:ea typeface="微软雅黑" panose="020B0503020204020204" pitchFamily="34" charset="-122"/>
              <a:cs typeface="Calibri" panose="020F0502020204030204"/>
            </a:endParaRPr>
          </a:p>
          <a:p>
            <a:pPr marL="353695" lvl="1" indent="-341630">
              <a:lnSpc>
                <a:spcPct val="100000"/>
              </a:lnSpc>
              <a:spcBef>
                <a:spcPts val="760"/>
              </a:spcBef>
              <a:buFont typeface="Calibri" panose="020F0502020204030204"/>
              <a:buAutoNum type="arabicPeriod" startAt="4"/>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软件质量属性</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可靠性</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可用性</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安全性</a:t>
            </a:r>
          </a:p>
          <a:p>
            <a:pPr marL="984250" lvl="2" indent="-514985">
              <a:lnSpc>
                <a:spcPct val="100000"/>
              </a:lnSpc>
              <a:spcBef>
                <a:spcPts val="5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可维护性</a:t>
            </a:r>
          </a:p>
          <a:p>
            <a:pPr marL="984250" lvl="2" indent="-514985">
              <a:lnSpc>
                <a:spcPct val="100000"/>
              </a:lnSpc>
              <a:spcBef>
                <a:spcPts val="440"/>
              </a:spcBef>
              <a:buFont typeface="Calibri" panose="020F0502020204030204"/>
              <a:buAutoNum type="arabicPeriod"/>
              <a:tabLst>
                <a:tab pos="984885" algn="l"/>
              </a:tabLst>
            </a:pPr>
            <a:r>
              <a:rPr sz="1800" dirty="0">
                <a:latin typeface="微软雅黑" panose="020B0503020204020204" pitchFamily="34" charset="-122"/>
                <a:ea typeface="微软雅黑" panose="020B0503020204020204" pitchFamily="34" charset="-122"/>
                <a:cs typeface="华文新魏" panose="02010800040101010101" charset="-122"/>
              </a:rPr>
              <a:t>可移植性</a:t>
            </a:r>
          </a:p>
          <a:p>
            <a:pPr marL="353695" lvl="1" indent="-341630">
              <a:lnSpc>
                <a:spcPct val="100000"/>
              </a:lnSpc>
              <a:spcBef>
                <a:spcPts val="1040"/>
              </a:spcBef>
              <a:buFont typeface="Calibri" panose="020F0502020204030204"/>
              <a:buAutoNum type="arabicPeriod" startAt="4"/>
              <a:tabLst>
                <a:tab pos="354330" algn="l"/>
              </a:tabLst>
            </a:pPr>
            <a:r>
              <a:rPr sz="1800" dirty="0">
                <a:latin typeface="微软雅黑" panose="020B0503020204020204" pitchFamily="34" charset="-122"/>
                <a:ea typeface="微软雅黑" panose="020B0503020204020204" pitchFamily="34" charset="-122"/>
                <a:cs typeface="华文新魏" panose="02010800040101010101" charset="-122"/>
              </a:rPr>
              <a:t>其他需求</a:t>
            </a:r>
          </a:p>
        </p:txBody>
      </p:sp>
      <p:sp>
        <p:nvSpPr>
          <p:cNvPr id="6" name="object 6"/>
          <p:cNvSpPr txBox="1"/>
          <p:nvPr/>
        </p:nvSpPr>
        <p:spPr>
          <a:xfrm>
            <a:off x="4254182" y="6271696"/>
            <a:ext cx="3683635" cy="177800"/>
          </a:xfrm>
          <a:prstGeom prst="rect">
            <a:avLst/>
          </a:prstGeom>
        </p:spPr>
        <p:txBody>
          <a:bodyPr vert="horz" wrap="square" lIns="0" tIns="12700" rIns="0" bIns="0" rtlCol="0">
            <a:spAutoFit/>
          </a:bodyPr>
          <a:lstStyle/>
          <a:p>
            <a:pPr marL="12700">
              <a:lnSpc>
                <a:spcPct val="100000"/>
              </a:lnSpc>
              <a:spcBef>
                <a:spcPts val="100"/>
              </a:spcBef>
            </a:pPr>
            <a:r>
              <a:rPr sz="1000" b="1" i="1" dirty="0">
                <a:latin typeface="Times New Roman" panose="02020603050405020304"/>
                <a:cs typeface="Times New Roman" panose="02020603050405020304"/>
              </a:rPr>
              <a:t>Source: </a:t>
            </a:r>
            <a:r>
              <a:rPr sz="1000" i="1" spc="-5" dirty="0">
                <a:latin typeface="Times New Roman" panose="02020603050405020304"/>
                <a:cs typeface="Times New Roman" panose="02020603050405020304"/>
              </a:rPr>
              <a:t>Adapted </a:t>
            </a:r>
            <a:r>
              <a:rPr sz="1000" i="1" spc="-10" dirty="0">
                <a:latin typeface="Times New Roman" panose="02020603050405020304"/>
                <a:cs typeface="Times New Roman" panose="02020603050405020304"/>
              </a:rPr>
              <a:t>from </a:t>
            </a:r>
            <a:r>
              <a:rPr sz="1000" i="1" spc="-5" dirty="0">
                <a:latin typeface="Times New Roman" panose="02020603050405020304"/>
                <a:cs typeface="Times New Roman" panose="02020603050405020304"/>
              </a:rPr>
              <a:t>IEEE-STD-830-1993. </a:t>
            </a:r>
            <a:r>
              <a:rPr sz="1000" b="1" i="1" dirty="0">
                <a:latin typeface="Times New Roman" panose="02020603050405020304"/>
                <a:cs typeface="Times New Roman" panose="02020603050405020304"/>
              </a:rPr>
              <a:t>See </a:t>
            </a:r>
            <a:r>
              <a:rPr sz="1000" b="1" i="1" spc="-5" dirty="0">
                <a:latin typeface="Times New Roman" panose="02020603050405020304"/>
                <a:cs typeface="Times New Roman" panose="02020603050405020304"/>
              </a:rPr>
              <a:t>also</a:t>
            </a:r>
            <a:r>
              <a:rPr sz="1000" i="1" spc="-5"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Blum 1992,</a:t>
            </a:r>
            <a:r>
              <a:rPr sz="1000" i="1" spc="35" dirty="0">
                <a:latin typeface="Times New Roman" panose="02020603050405020304"/>
                <a:cs typeface="Times New Roman" panose="02020603050405020304"/>
              </a:rPr>
              <a:t> </a:t>
            </a:r>
            <a:r>
              <a:rPr sz="1000" i="1" dirty="0">
                <a:latin typeface="Times New Roman" panose="02020603050405020304"/>
                <a:cs typeface="Times New Roman" panose="02020603050405020304"/>
              </a:rPr>
              <a:t>p160</a:t>
            </a:r>
            <a:endParaRPr sz="1000" dirty="0">
              <a:latin typeface="Times New Roman" panose="02020603050405020304"/>
              <a:cs typeface="Times New Roman" panose="02020603050405020304"/>
            </a:endParaRPr>
          </a:p>
        </p:txBody>
      </p:sp>
      <p:sp>
        <p:nvSpPr>
          <p:cNvPr id="9" name="标题 8"/>
          <p:cNvSpPr>
            <a:spLocks noGrp="1"/>
          </p:cNvSpPr>
          <p:nvPr>
            <p:ph type="title"/>
          </p:nvPr>
        </p:nvSpPr>
        <p:spPr/>
        <p:txBody>
          <a:bodyPr/>
          <a:lstStyle/>
          <a:p>
            <a:r>
              <a:rPr lang="en-US" altLang="zh-CN" b="1" dirty="0">
                <a:latin typeface="Bookman Old Style" panose="02050604050505020204"/>
                <a:cs typeface="Bookman Old Style" panose="02050604050505020204"/>
              </a:rPr>
              <a:t>IEEE-830</a:t>
            </a:r>
            <a:r>
              <a:rPr lang="en-US" altLang="zh-CN" b="1" spc="-80" dirty="0">
                <a:latin typeface="Bookman Old Style" panose="02050604050505020204"/>
                <a:cs typeface="Bookman Old Style" panose="02050604050505020204"/>
              </a:rPr>
              <a:t> </a:t>
            </a:r>
            <a:r>
              <a:rPr lang="en-US" altLang="zh-CN" b="1" spc="-5" dirty="0">
                <a:latin typeface="Bookman Old Style" panose="02050604050505020204"/>
                <a:cs typeface="Bookman Old Style" panose="02050604050505020204"/>
              </a:rPr>
              <a:t>SRS</a:t>
            </a:r>
            <a:r>
              <a:rPr lang="zh-CN" altLang="en-US" spc="-5" dirty="0"/>
              <a:t>模板第三部分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0125"/>
    </mc:Choice>
    <mc:Fallback xmlns="">
      <p:transition spd="slow" advTm="11012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246380"/>
            <a:ext cx="5275580" cy="689610"/>
          </a:xfrm>
          <a:prstGeom prst="rect">
            <a:avLst/>
          </a:prstGeom>
        </p:spPr>
        <p:txBody>
          <a:bodyPr vert="horz" wrap="square" lIns="0" tIns="12700" rIns="0" bIns="0" rtlCol="0">
            <a:spAutoFit/>
          </a:bodyPr>
          <a:lstStyle/>
          <a:p>
            <a:pPr marL="12700">
              <a:lnSpc>
                <a:spcPct val="100000"/>
              </a:lnSpc>
              <a:spcBef>
                <a:spcPts val="100"/>
              </a:spcBef>
            </a:pPr>
            <a:r>
              <a:rPr b="1" i="0" dirty="0">
                <a:latin typeface="微软雅黑" panose="020B0503020204020204" pitchFamily="34" charset="-122"/>
                <a:ea typeface="微软雅黑" panose="020B0503020204020204" pitchFamily="34" charset="-122"/>
                <a:cs typeface="Bookman Old Style" panose="02050604050505020204"/>
              </a:rPr>
              <a:t>SR</a:t>
            </a:r>
            <a:r>
              <a:rPr b="1" i="0" spc="-5" dirty="0">
                <a:latin typeface="微软雅黑" panose="020B0503020204020204" pitchFamily="34" charset="-122"/>
                <a:ea typeface="微软雅黑" panose="020B0503020204020204" pitchFamily="34" charset="-122"/>
                <a:cs typeface="Bookman Old Style" panose="02050604050505020204"/>
              </a:rPr>
              <a:t>S</a:t>
            </a:r>
            <a:r>
              <a:rPr spc="-5" dirty="0">
                <a:latin typeface="微软雅黑" panose="020B0503020204020204" pitchFamily="34" charset="-122"/>
                <a:ea typeface="微软雅黑" panose="020B0503020204020204" pitchFamily="34" charset="-122"/>
              </a:rPr>
              <a:t>模板的优缺点</a:t>
            </a:r>
          </a:p>
        </p:txBody>
      </p:sp>
      <p:sp>
        <p:nvSpPr>
          <p:cNvPr id="3" name="object 3"/>
          <p:cNvSpPr txBox="1"/>
          <p:nvPr/>
        </p:nvSpPr>
        <p:spPr>
          <a:xfrm>
            <a:off x="846454" y="1486627"/>
            <a:ext cx="5130800" cy="2177327"/>
          </a:xfrm>
          <a:prstGeom prst="rect">
            <a:avLst/>
          </a:prstGeom>
        </p:spPr>
        <p:txBody>
          <a:bodyPr vert="horz" wrap="square" lIns="0" tIns="205740" rIns="0" bIns="0" rtlCol="0">
            <a:spAutoFit/>
          </a:bodyPr>
          <a:lstStyle/>
          <a:p>
            <a:pPr marL="12700">
              <a:lnSpc>
                <a:spcPct val="100000"/>
              </a:lnSpc>
              <a:spcBef>
                <a:spcPts val="1620"/>
              </a:spcBef>
            </a:pPr>
            <a:r>
              <a:rPr sz="2800" dirty="0">
                <a:latin typeface="微软雅黑" panose="020B0503020204020204" pitchFamily="34" charset="-122"/>
                <a:ea typeface="微软雅黑" panose="020B0503020204020204" pitchFamily="34" charset="-122"/>
                <a:cs typeface="华文新魏" panose="02010800040101010101" charset="-122"/>
              </a:rPr>
              <a:t>优点</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模板提高效率</a:t>
            </a:r>
          </a:p>
          <a:p>
            <a:pPr marL="240665" marR="5080" indent="-228600">
              <a:lnSpc>
                <a:spcPct val="118000"/>
              </a:lnSpc>
              <a:spcBef>
                <a:spcPts val="109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在有模板的情况下，面对一个完整的 大纲，不容易遗漏重要的信息</a:t>
            </a:r>
          </a:p>
        </p:txBody>
      </p:sp>
      <p:sp>
        <p:nvSpPr>
          <p:cNvPr id="4" name="object 4"/>
          <p:cNvSpPr txBox="1">
            <a:spLocks noGrp="1"/>
          </p:cNvSpPr>
          <p:nvPr>
            <p:ph sz="half" idx="3"/>
          </p:nvPr>
        </p:nvSpPr>
        <p:spPr>
          <a:xfrm>
            <a:off x="6284595" y="1487629"/>
            <a:ext cx="5303520" cy="3883307"/>
          </a:xfrm>
          <a:prstGeom prst="rect">
            <a:avLst/>
          </a:prstGeom>
        </p:spPr>
        <p:txBody>
          <a:bodyPr vert="horz" wrap="square" lIns="0" tIns="258445" rIns="0" bIns="0" rtlCol="0">
            <a:spAutoFit/>
          </a:bodyPr>
          <a:lstStyle/>
          <a:p>
            <a:pPr marL="0" indent="0">
              <a:lnSpc>
                <a:spcPct val="100000"/>
              </a:lnSpc>
              <a:spcBef>
                <a:spcPts val="2035"/>
              </a:spcBef>
              <a:buNone/>
            </a:pPr>
            <a:r>
              <a:rPr dirty="0">
                <a:latin typeface="微软雅黑" panose="020B0503020204020204" pitchFamily="34" charset="-122"/>
                <a:ea typeface="微软雅黑" panose="020B0503020204020204" pitchFamily="34" charset="-122"/>
              </a:rPr>
              <a:t>缺点</a:t>
            </a:r>
          </a:p>
          <a:p>
            <a:pPr marL="241300" marR="5080" indent="-228600" algn="just">
              <a:lnSpc>
                <a:spcPct val="121000"/>
              </a:lnSpc>
              <a:spcBef>
                <a:spcPts val="960"/>
              </a:spcBef>
              <a:buFont typeface="Arial" panose="020B0604020202020204"/>
              <a:buChar char="•"/>
              <a:tabLst>
                <a:tab pos="241300" algn="l"/>
              </a:tabLst>
            </a:pPr>
            <a:r>
              <a:rPr sz="2200" dirty="0" err="1">
                <a:latin typeface="微软雅黑" panose="020B0503020204020204" pitchFamily="34" charset="-122"/>
                <a:ea typeface="微软雅黑" panose="020B0503020204020204" pitchFamily="34" charset="-122"/>
              </a:rPr>
              <a:t>并非对于所有的系统，模板的章节设计都是类似的</a:t>
            </a:r>
            <a:endParaRPr sz="2200" dirty="0">
              <a:latin typeface="微软雅黑" panose="020B0503020204020204" pitchFamily="34" charset="-122"/>
              <a:ea typeface="微软雅黑" panose="020B0503020204020204" pitchFamily="34" charset="-122"/>
            </a:endParaRPr>
          </a:p>
          <a:p>
            <a:pPr marL="241300" marR="5080" indent="-228600" algn="just">
              <a:lnSpc>
                <a:spcPct val="121000"/>
              </a:lnSpc>
              <a:spcBef>
                <a:spcPts val="900"/>
              </a:spcBef>
              <a:buFont typeface="Arial" panose="020B0604020202020204"/>
              <a:buChar char="•"/>
              <a:tabLst>
                <a:tab pos="241300" algn="l"/>
              </a:tabLst>
            </a:pPr>
            <a:r>
              <a:rPr sz="2200" dirty="0" err="1">
                <a:latin typeface="微软雅黑" panose="020B0503020204020204" pitchFamily="34" charset="-122"/>
                <a:ea typeface="微软雅黑" panose="020B0503020204020204" pitchFamily="34" charset="-122"/>
              </a:rPr>
              <a:t>如果仅仅为了满足标准，而填写模板的所有章节，在不相关的章节，会加入一些没有意义的内容</a:t>
            </a:r>
            <a:endParaRPr sz="2200" dirty="0">
              <a:latin typeface="微软雅黑" panose="020B0503020204020204" pitchFamily="34" charset="-122"/>
              <a:ea typeface="微软雅黑" panose="020B0503020204020204" pitchFamily="34" charset="-122"/>
            </a:endParaRPr>
          </a:p>
          <a:p>
            <a:pPr marL="241300" marR="5080" indent="-228600" algn="just">
              <a:lnSpc>
                <a:spcPct val="121000"/>
              </a:lnSpc>
              <a:spcBef>
                <a:spcPts val="900"/>
              </a:spcBef>
              <a:buFont typeface="Arial" panose="020B0604020202020204"/>
              <a:buChar char="•"/>
              <a:tabLst>
                <a:tab pos="241300" algn="l"/>
              </a:tabLst>
            </a:pPr>
            <a:r>
              <a:rPr sz="2200" dirty="0" err="1">
                <a:latin typeface="微软雅黑" panose="020B0503020204020204" pitchFamily="34" charset="-122"/>
                <a:ea typeface="微软雅黑" panose="020B0503020204020204" pitchFamily="34" charset="-122"/>
              </a:rPr>
              <a:t>读者很难将这些无意义的文字和真正的需求分开</a:t>
            </a:r>
            <a:endParaRPr sz="2200" dirty="0">
              <a:latin typeface="微软雅黑" panose="020B0503020204020204" pitchFamily="34" charset="-122"/>
              <a:ea typeface="微软雅黑" panose="020B0503020204020204" pitchFamily="34" charset="-122"/>
            </a:endParaRPr>
          </a:p>
        </p:txBody>
      </p:sp>
      <p:sp>
        <p:nvSpPr>
          <p:cNvPr id="5" name="object 5"/>
          <p:cNvSpPr/>
          <p:nvPr/>
        </p:nvSpPr>
        <p:spPr>
          <a:xfrm>
            <a:off x="1904325" y="4504312"/>
            <a:ext cx="2324138" cy="182028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7"/>
          </p:nvPr>
        </p:nvSpPr>
        <p:spPr/>
        <p:txBody>
          <a:bodyPr/>
          <a:lstStyle/>
          <a:p>
            <a:pPr marL="25400">
              <a:lnSpc>
                <a:spcPts val="1645"/>
              </a:lnSpc>
            </a:pPr>
            <a:fld id="{81D60167-4931-47E6-BA6A-407CBD079E47}" type="slidenum">
              <a:rPr lang="en-US" altLang="zh-CN" smtClean="0"/>
              <a:t>15</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50014"/>
    </mc:Choice>
    <mc:Fallback xmlns="">
      <p:transition spd="slow" advTm="5001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6934" y="620577"/>
            <a:ext cx="5435600" cy="5024452"/>
          </a:xfrm>
          <a:prstGeom prst="rect">
            <a:avLst/>
          </a:prstGeom>
        </p:spPr>
        <p:txBody>
          <a:bodyPr vert="horz" wrap="square" lIns="0" tIns="12700" rIns="0" bIns="0" rtlCol="0">
            <a:spAutoFit/>
          </a:bodyPr>
          <a:lstStyle/>
          <a:p>
            <a:pPr marL="12700">
              <a:lnSpc>
                <a:spcPct val="100000"/>
              </a:lnSpc>
              <a:spcBef>
                <a:spcPts val="100"/>
              </a:spcBef>
            </a:pPr>
            <a:r>
              <a:rPr sz="2800" b="1" i="1" spc="-5" dirty="0">
                <a:latin typeface="微软雅黑" panose="020B0503020204020204" pitchFamily="34" charset="-122"/>
                <a:ea typeface="微软雅黑" panose="020B0503020204020204" pitchFamily="34" charset="-122"/>
                <a:cs typeface="华文新魏" panose="02010800040101010101" charset="-122"/>
              </a:rPr>
              <a:t>总结</a:t>
            </a:r>
            <a:endParaRPr sz="2800" dirty="0">
              <a:latin typeface="微软雅黑" panose="020B0503020204020204" pitchFamily="34" charset="-122"/>
              <a:ea typeface="微软雅黑" panose="020B0503020204020204" pitchFamily="34" charset="-122"/>
              <a:cs typeface="华文新魏" panose="02010800040101010101" charset="-122"/>
            </a:endParaRPr>
          </a:p>
          <a:p>
            <a:pPr>
              <a:lnSpc>
                <a:spcPct val="100000"/>
              </a:lnSpc>
              <a:spcBef>
                <a:spcPts val="15"/>
              </a:spcBef>
            </a:pPr>
            <a:endParaRPr sz="31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尽快开始写需求</a:t>
            </a:r>
          </a:p>
          <a:p>
            <a:pPr marL="241300" indent="-228600">
              <a:lnSpc>
                <a:spcPct val="100000"/>
              </a:lnSpc>
              <a:spcBef>
                <a:spcPts val="16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华文新魏" panose="02010800040101010101" charset="-122"/>
              </a:rPr>
              <a:t>产生一个初始版本来刺激反馈</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询问用户往往比咨询专家更有用</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撰写需求时需要遵循的法则：</a:t>
            </a: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使用简单、直接的语言</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撰写</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可测试的需求</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使用定义好的并达成共识的术语</a:t>
            </a:r>
          </a:p>
          <a:p>
            <a:pPr marL="698500" lvl="1" indent="-228600">
              <a:lnSpc>
                <a:spcPct val="100000"/>
              </a:lnSpc>
              <a:spcBef>
                <a:spcPts val="1120"/>
              </a:spcBef>
              <a:buFont typeface="Arial" panose="020B0604020202020204"/>
              <a:buChar char="•"/>
              <a:tabLst>
                <a:tab pos="698500" algn="l"/>
              </a:tabLst>
            </a:pP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p:nvPr/>
        </p:nvSpPr>
        <p:spPr>
          <a:xfrm>
            <a:off x="7072314" y="2700895"/>
            <a:ext cx="4242600" cy="2803146"/>
          </a:xfrm>
          <a:prstGeom prst="rect">
            <a:avLst/>
          </a:prstGeom>
          <a:blipFill>
            <a:blip r:embed="rId3" cstate="print"/>
            <a:stretch>
              <a:fillRect/>
            </a:stretch>
          </a:blipFill>
        </p:spPr>
        <p:txBody>
          <a:bodyPr wrap="square" lIns="0" tIns="0" rIns="0" bIns="0" rtlCol="0"/>
          <a:lstStyle/>
          <a:p>
            <a:endParaRPr/>
          </a:p>
        </p:txBody>
      </p:sp>
      <p:sp>
        <p:nvSpPr>
          <p:cNvPr id="3" name="灯片编号占位符 2"/>
          <p:cNvSpPr>
            <a:spLocks noGrp="1"/>
          </p:cNvSpPr>
          <p:nvPr>
            <p:ph type="sldNum" sz="quarter" idx="7"/>
          </p:nvPr>
        </p:nvSpPr>
        <p:spPr/>
        <p:txBody>
          <a:bodyPr/>
          <a:lstStyle/>
          <a:p>
            <a:fld id="{B6F15528-21DE-4FAA-801E-634DDDAF4B2B}" type="slidenum">
              <a:rPr lang="en-US" altLang="zh-CN"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6062"/>
    </mc:Choice>
    <mc:Fallback xmlns="">
      <p:transition spd="slow" advTm="10606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780223"/>
            <a:ext cx="7366000" cy="384810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这是一种态度</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越多的干系人参与，将获得越多的需求特征</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但不能通过减少干系人的方法来解决这个问题</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干系人有改变他们想法的权利</a:t>
            </a:r>
          </a:p>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不要问：“这是你最终的需求吗?”</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请将变化看成机会，而非威胁</a:t>
            </a:r>
          </a:p>
        </p:txBody>
      </p:sp>
      <p:sp>
        <p:nvSpPr>
          <p:cNvPr id="5" name="object 5"/>
          <p:cNvSpPr/>
          <p:nvPr/>
        </p:nvSpPr>
        <p:spPr>
          <a:xfrm>
            <a:off x="7437473" y="3932238"/>
            <a:ext cx="3619498" cy="2184398"/>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随时准备迎接需求变化</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248"/>
    </mc:Choice>
    <mc:Fallback xmlns="">
      <p:transition spd="slow" advTm="4924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42046"/>
            <a:ext cx="9144000" cy="2387600"/>
          </a:xfrm>
        </p:spPr>
        <p:txBody>
          <a:bodyPr>
            <a:normAutofit/>
          </a:bodyPr>
          <a:lstStyle/>
          <a:p>
            <a:r>
              <a:rPr lang="zh-CN" altLang="en-US" dirty="0"/>
              <a:t>软件系统建模与设计</a:t>
            </a:r>
            <a:br>
              <a:rPr lang="en-US" altLang="zh-CN" dirty="0"/>
            </a:b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13779"/>
    </mc:Choice>
    <mc:Fallback xmlns="">
      <p:transition spd="slow" advTm="1377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235200"/>
            <a:ext cx="9144000" cy="2387600"/>
          </a:xfrm>
        </p:spPr>
        <p:txBody>
          <a:bodyPr>
            <a:normAutofit fontScale="90000"/>
          </a:bodyPr>
          <a:lstStyle/>
          <a:p>
            <a:r>
              <a:rPr lang="zh-CN" altLang="en-US" dirty="0"/>
              <a:t>情景驱动的需求建模  </a:t>
            </a:r>
            <a:br>
              <a:rPr lang="en-US" altLang="zh-CN" dirty="0"/>
            </a:br>
            <a:r>
              <a:rPr lang="en-US" altLang="zh-CN" dirty="0"/>
              <a:t>-- </a:t>
            </a:r>
            <a:r>
              <a:rPr lang="zh-CN" altLang="en-US" dirty="0"/>
              <a:t>用例建模</a:t>
            </a:r>
            <a:br>
              <a:rPr lang="en-US" altLang="zh-CN" dirty="0"/>
            </a:br>
            <a:br>
              <a:rPr lang="en-US" altLang="zh-CN" dirty="0"/>
            </a:br>
            <a:r>
              <a:rPr lang="en-US" altLang="zh-CN" dirty="0"/>
              <a:t>Use Case Modelling</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advTm="16074"/>
    </mc:Choice>
    <mc:Fallback xmlns="">
      <p:transition spd="slow" advTm="1607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3626526" y="5253144"/>
            <a:ext cx="4796155" cy="427990"/>
          </a:xfrm>
          <a:custGeom>
            <a:avLst/>
            <a:gdLst/>
            <a:ahLst/>
            <a:cxnLst/>
            <a:rect l="l" t="t" r="r" b="b"/>
            <a:pathLst>
              <a:path w="4796155" h="427989">
                <a:moveTo>
                  <a:pt x="0" y="253067"/>
                </a:moveTo>
                <a:lnTo>
                  <a:pt x="56449" y="251528"/>
                </a:lnTo>
                <a:lnTo>
                  <a:pt x="112858" y="250008"/>
                </a:lnTo>
                <a:lnTo>
                  <a:pt x="169183" y="248517"/>
                </a:lnTo>
                <a:lnTo>
                  <a:pt x="225384" y="247067"/>
                </a:lnTo>
                <a:lnTo>
                  <a:pt x="281420" y="245666"/>
                </a:lnTo>
                <a:lnTo>
                  <a:pt x="337248" y="244326"/>
                </a:lnTo>
                <a:lnTo>
                  <a:pt x="392828" y="243055"/>
                </a:lnTo>
                <a:lnTo>
                  <a:pt x="448118" y="241864"/>
                </a:lnTo>
                <a:lnTo>
                  <a:pt x="503077" y="240763"/>
                </a:lnTo>
                <a:lnTo>
                  <a:pt x="557663" y="239761"/>
                </a:lnTo>
                <a:lnTo>
                  <a:pt x="611835" y="238870"/>
                </a:lnTo>
                <a:lnTo>
                  <a:pt x="665551" y="238099"/>
                </a:lnTo>
                <a:lnTo>
                  <a:pt x="718769" y="237458"/>
                </a:lnTo>
                <a:lnTo>
                  <a:pt x="771450" y="236957"/>
                </a:lnTo>
                <a:lnTo>
                  <a:pt x="823551" y="236606"/>
                </a:lnTo>
                <a:lnTo>
                  <a:pt x="875030" y="236415"/>
                </a:lnTo>
                <a:lnTo>
                  <a:pt x="925846" y="236394"/>
                </a:lnTo>
                <a:lnTo>
                  <a:pt x="975959" y="236554"/>
                </a:lnTo>
                <a:lnTo>
                  <a:pt x="1025325" y="236903"/>
                </a:lnTo>
                <a:lnTo>
                  <a:pt x="1073905" y="237453"/>
                </a:lnTo>
                <a:lnTo>
                  <a:pt x="1121657" y="238213"/>
                </a:lnTo>
                <a:lnTo>
                  <a:pt x="1168538" y="239194"/>
                </a:lnTo>
                <a:lnTo>
                  <a:pt x="1214508" y="240405"/>
                </a:lnTo>
                <a:lnTo>
                  <a:pt x="1259526" y="241856"/>
                </a:lnTo>
                <a:lnTo>
                  <a:pt x="1303550" y="243557"/>
                </a:lnTo>
                <a:lnTo>
                  <a:pt x="1346538" y="245519"/>
                </a:lnTo>
                <a:lnTo>
                  <a:pt x="1388449" y="247751"/>
                </a:lnTo>
                <a:lnTo>
                  <a:pt x="1429241" y="250264"/>
                </a:lnTo>
                <a:lnTo>
                  <a:pt x="1468874" y="253067"/>
                </a:lnTo>
                <a:lnTo>
                  <a:pt x="1532547" y="259183"/>
                </a:lnTo>
                <a:lnTo>
                  <a:pt x="1590812" y="267265"/>
                </a:lnTo>
                <a:lnTo>
                  <a:pt x="1644329" y="277023"/>
                </a:lnTo>
                <a:lnTo>
                  <a:pt x="1693757" y="288166"/>
                </a:lnTo>
                <a:lnTo>
                  <a:pt x="1739756" y="300405"/>
                </a:lnTo>
                <a:lnTo>
                  <a:pt x="1782985" y="313448"/>
                </a:lnTo>
                <a:lnTo>
                  <a:pt x="1824103" y="327006"/>
                </a:lnTo>
                <a:lnTo>
                  <a:pt x="1863770" y="340788"/>
                </a:lnTo>
                <a:lnTo>
                  <a:pt x="1902645" y="354504"/>
                </a:lnTo>
                <a:lnTo>
                  <a:pt x="1941388" y="367863"/>
                </a:lnTo>
                <a:lnTo>
                  <a:pt x="1980658" y="380574"/>
                </a:lnTo>
                <a:lnTo>
                  <a:pt x="2021114" y="392348"/>
                </a:lnTo>
                <a:lnTo>
                  <a:pt x="2063416" y="402894"/>
                </a:lnTo>
                <a:lnTo>
                  <a:pt x="2108224" y="411922"/>
                </a:lnTo>
                <a:lnTo>
                  <a:pt x="2156196" y="419141"/>
                </a:lnTo>
                <a:lnTo>
                  <a:pt x="2207992" y="424261"/>
                </a:lnTo>
                <a:lnTo>
                  <a:pt x="2264272" y="426991"/>
                </a:lnTo>
                <a:lnTo>
                  <a:pt x="2307122" y="427654"/>
                </a:lnTo>
                <a:lnTo>
                  <a:pt x="2352301" y="427620"/>
                </a:lnTo>
                <a:lnTo>
                  <a:pt x="2399579" y="426917"/>
                </a:lnTo>
                <a:lnTo>
                  <a:pt x="2448724" y="425570"/>
                </a:lnTo>
                <a:lnTo>
                  <a:pt x="2499505" y="423604"/>
                </a:lnTo>
                <a:lnTo>
                  <a:pt x="2551691" y="421047"/>
                </a:lnTo>
                <a:lnTo>
                  <a:pt x="2605051" y="417923"/>
                </a:lnTo>
                <a:lnTo>
                  <a:pt x="2659355" y="414259"/>
                </a:lnTo>
                <a:lnTo>
                  <a:pt x="2714371" y="410081"/>
                </a:lnTo>
                <a:lnTo>
                  <a:pt x="2769869" y="405414"/>
                </a:lnTo>
                <a:lnTo>
                  <a:pt x="2825616" y="400286"/>
                </a:lnTo>
                <a:lnTo>
                  <a:pt x="2881383" y="394720"/>
                </a:lnTo>
                <a:lnTo>
                  <a:pt x="2936939" y="388745"/>
                </a:lnTo>
                <a:lnTo>
                  <a:pt x="2992051" y="382384"/>
                </a:lnTo>
                <a:lnTo>
                  <a:pt x="3046490" y="375666"/>
                </a:lnTo>
                <a:lnTo>
                  <a:pt x="3100025" y="368614"/>
                </a:lnTo>
                <a:lnTo>
                  <a:pt x="3152424" y="361256"/>
                </a:lnTo>
                <a:lnTo>
                  <a:pt x="3203456" y="353617"/>
                </a:lnTo>
                <a:lnTo>
                  <a:pt x="3252890" y="345724"/>
                </a:lnTo>
                <a:lnTo>
                  <a:pt x="3300496" y="337601"/>
                </a:lnTo>
                <a:lnTo>
                  <a:pt x="3346043" y="329276"/>
                </a:lnTo>
                <a:lnTo>
                  <a:pt x="3389299" y="320774"/>
                </a:lnTo>
                <a:lnTo>
                  <a:pt x="3430033" y="312120"/>
                </a:lnTo>
                <a:lnTo>
                  <a:pt x="3468015" y="303342"/>
                </a:lnTo>
                <a:lnTo>
                  <a:pt x="3526885" y="286413"/>
                </a:lnTo>
                <a:lnTo>
                  <a:pt x="3578895" y="266322"/>
                </a:lnTo>
                <a:lnTo>
                  <a:pt x="3625006" y="243694"/>
                </a:lnTo>
                <a:lnTo>
                  <a:pt x="3666180" y="219153"/>
                </a:lnTo>
                <a:lnTo>
                  <a:pt x="3703375" y="193323"/>
                </a:lnTo>
                <a:lnTo>
                  <a:pt x="3737553" y="166826"/>
                </a:lnTo>
                <a:lnTo>
                  <a:pt x="3769675" y="140288"/>
                </a:lnTo>
                <a:lnTo>
                  <a:pt x="3800701" y="114333"/>
                </a:lnTo>
                <a:lnTo>
                  <a:pt x="3831591" y="89584"/>
                </a:lnTo>
                <a:lnTo>
                  <a:pt x="3863307" y="66665"/>
                </a:lnTo>
                <a:lnTo>
                  <a:pt x="3896808" y="46200"/>
                </a:lnTo>
                <a:lnTo>
                  <a:pt x="3933056" y="28813"/>
                </a:lnTo>
                <a:lnTo>
                  <a:pt x="3973010" y="15128"/>
                </a:lnTo>
                <a:lnTo>
                  <a:pt x="4017633" y="5769"/>
                </a:lnTo>
                <a:lnTo>
                  <a:pt x="4061281" y="1330"/>
                </a:lnTo>
                <a:lnTo>
                  <a:pt x="4109006" y="0"/>
                </a:lnTo>
                <a:lnTo>
                  <a:pt x="4160077" y="1416"/>
                </a:lnTo>
                <a:lnTo>
                  <a:pt x="4213761" y="5217"/>
                </a:lnTo>
                <a:lnTo>
                  <a:pt x="4269327" y="11040"/>
                </a:lnTo>
                <a:lnTo>
                  <a:pt x="4326045" y="18524"/>
                </a:lnTo>
                <a:lnTo>
                  <a:pt x="4383181" y="27305"/>
                </a:lnTo>
                <a:lnTo>
                  <a:pt x="4440006" y="37021"/>
                </a:lnTo>
                <a:lnTo>
                  <a:pt x="4495788" y="47311"/>
                </a:lnTo>
                <a:lnTo>
                  <a:pt x="4549795" y="57811"/>
                </a:lnTo>
                <a:lnTo>
                  <a:pt x="4601296" y="68161"/>
                </a:lnTo>
                <a:lnTo>
                  <a:pt x="4649560" y="77997"/>
                </a:lnTo>
                <a:lnTo>
                  <a:pt x="4693855" y="86957"/>
                </a:lnTo>
                <a:lnTo>
                  <a:pt x="4733449" y="94679"/>
                </a:lnTo>
                <a:lnTo>
                  <a:pt x="4767612" y="100801"/>
                </a:lnTo>
                <a:lnTo>
                  <a:pt x="4795612" y="104960"/>
                </a:lnTo>
              </a:path>
            </a:pathLst>
          </a:custGeom>
          <a:ln w="38099">
            <a:solidFill>
              <a:srgbClr val="000000"/>
            </a:solidFill>
          </a:ln>
        </p:spPr>
        <p:txBody>
          <a:bodyPr wrap="square" lIns="0" tIns="0" rIns="0" bIns="0" rtlCol="0"/>
          <a:lstStyle/>
          <a:p>
            <a:endParaRPr/>
          </a:p>
        </p:txBody>
      </p:sp>
      <p:sp>
        <p:nvSpPr>
          <p:cNvPr id="9" name="object 9"/>
          <p:cNvSpPr/>
          <p:nvPr/>
        </p:nvSpPr>
        <p:spPr>
          <a:xfrm>
            <a:off x="9994294" y="1389144"/>
            <a:ext cx="227541" cy="228599"/>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0223425" y="1405019"/>
            <a:ext cx="169545" cy="311150"/>
          </a:xfrm>
          <a:custGeom>
            <a:avLst/>
            <a:gdLst/>
            <a:ahLst/>
            <a:cxnLst/>
            <a:rect l="l" t="t" r="r" b="b"/>
            <a:pathLst>
              <a:path w="169545" h="311150">
                <a:moveTo>
                  <a:pt x="92269" y="32753"/>
                </a:moveTo>
                <a:lnTo>
                  <a:pt x="81902" y="38470"/>
                </a:lnTo>
                <a:lnTo>
                  <a:pt x="107820" y="55627"/>
                </a:lnTo>
                <a:lnTo>
                  <a:pt x="107820" y="76942"/>
                </a:lnTo>
                <a:lnTo>
                  <a:pt x="110585" y="100077"/>
                </a:lnTo>
                <a:lnTo>
                  <a:pt x="110585" y="126851"/>
                </a:lnTo>
                <a:lnTo>
                  <a:pt x="107820" y="149726"/>
                </a:lnTo>
                <a:lnTo>
                  <a:pt x="92269" y="172860"/>
                </a:lnTo>
                <a:lnTo>
                  <a:pt x="74300" y="217051"/>
                </a:lnTo>
                <a:lnTo>
                  <a:pt x="58748" y="236026"/>
                </a:lnTo>
                <a:lnTo>
                  <a:pt x="35941" y="257601"/>
                </a:lnTo>
                <a:lnTo>
                  <a:pt x="22807" y="268778"/>
                </a:lnTo>
                <a:lnTo>
                  <a:pt x="4838" y="282296"/>
                </a:lnTo>
                <a:lnTo>
                  <a:pt x="0" y="303352"/>
                </a:lnTo>
                <a:lnTo>
                  <a:pt x="10021" y="311150"/>
                </a:lnTo>
                <a:lnTo>
                  <a:pt x="25572" y="311150"/>
                </a:lnTo>
                <a:lnTo>
                  <a:pt x="41123" y="299453"/>
                </a:lnTo>
                <a:lnTo>
                  <a:pt x="61168" y="274499"/>
                </a:lnTo>
                <a:lnTo>
                  <a:pt x="71534" y="247724"/>
                </a:lnTo>
                <a:lnTo>
                  <a:pt x="84665" y="228748"/>
                </a:lnTo>
                <a:lnTo>
                  <a:pt x="102636" y="201974"/>
                </a:lnTo>
                <a:lnTo>
                  <a:pt x="123026" y="186378"/>
                </a:lnTo>
                <a:lnTo>
                  <a:pt x="128209" y="149726"/>
                </a:lnTo>
                <a:lnTo>
                  <a:pt x="133393" y="124772"/>
                </a:lnTo>
                <a:lnTo>
                  <a:pt x="133393" y="101897"/>
                </a:lnTo>
                <a:lnTo>
                  <a:pt x="140995" y="71224"/>
                </a:lnTo>
                <a:lnTo>
                  <a:pt x="154128" y="59526"/>
                </a:lnTo>
                <a:lnTo>
                  <a:pt x="159705" y="40551"/>
                </a:lnTo>
                <a:lnTo>
                  <a:pt x="117842" y="40551"/>
                </a:lnTo>
                <a:lnTo>
                  <a:pt x="92269" y="32753"/>
                </a:lnTo>
                <a:close/>
              </a:path>
              <a:path w="169545" h="311150">
                <a:moveTo>
                  <a:pt x="151362" y="0"/>
                </a:moveTo>
                <a:lnTo>
                  <a:pt x="120261" y="2080"/>
                </a:lnTo>
                <a:lnTo>
                  <a:pt x="117842" y="40551"/>
                </a:lnTo>
                <a:lnTo>
                  <a:pt x="159705" y="40551"/>
                </a:lnTo>
                <a:lnTo>
                  <a:pt x="169332" y="7799"/>
                </a:lnTo>
                <a:lnTo>
                  <a:pt x="151362" y="0"/>
                </a:lnTo>
                <a:close/>
              </a:path>
            </a:pathLst>
          </a:custGeom>
          <a:solidFill>
            <a:srgbClr val="6CACDD"/>
          </a:solidFill>
        </p:spPr>
        <p:txBody>
          <a:bodyPr wrap="square" lIns="0" tIns="0" rIns="0" bIns="0" rtlCol="0"/>
          <a:lstStyle/>
          <a:p>
            <a:endParaRPr/>
          </a:p>
        </p:txBody>
      </p:sp>
      <p:sp>
        <p:nvSpPr>
          <p:cNvPr id="11" name="object 11"/>
          <p:cNvSpPr/>
          <p:nvPr/>
        </p:nvSpPr>
        <p:spPr>
          <a:xfrm>
            <a:off x="10223424" y="1405019"/>
            <a:ext cx="169545" cy="311150"/>
          </a:xfrm>
          <a:custGeom>
            <a:avLst/>
            <a:gdLst/>
            <a:ahLst/>
            <a:cxnLst/>
            <a:rect l="l" t="t" r="r" b="b"/>
            <a:pathLst>
              <a:path w="169545" h="311150">
                <a:moveTo>
                  <a:pt x="35940" y="257602"/>
                </a:moveTo>
                <a:lnTo>
                  <a:pt x="22807" y="268779"/>
                </a:lnTo>
                <a:lnTo>
                  <a:pt x="4838" y="282296"/>
                </a:lnTo>
                <a:lnTo>
                  <a:pt x="0" y="303351"/>
                </a:lnTo>
                <a:lnTo>
                  <a:pt x="10021" y="311149"/>
                </a:lnTo>
                <a:lnTo>
                  <a:pt x="25572" y="311149"/>
                </a:lnTo>
                <a:lnTo>
                  <a:pt x="41123" y="299452"/>
                </a:lnTo>
                <a:lnTo>
                  <a:pt x="61167" y="274498"/>
                </a:lnTo>
                <a:lnTo>
                  <a:pt x="71534" y="247724"/>
                </a:lnTo>
                <a:lnTo>
                  <a:pt x="84666" y="228748"/>
                </a:lnTo>
                <a:lnTo>
                  <a:pt x="102636" y="201974"/>
                </a:lnTo>
                <a:lnTo>
                  <a:pt x="123025" y="186378"/>
                </a:lnTo>
                <a:lnTo>
                  <a:pt x="128209" y="149726"/>
                </a:lnTo>
                <a:lnTo>
                  <a:pt x="133392" y="124771"/>
                </a:lnTo>
                <a:lnTo>
                  <a:pt x="133392" y="101896"/>
                </a:lnTo>
                <a:lnTo>
                  <a:pt x="140995" y="71223"/>
                </a:lnTo>
                <a:lnTo>
                  <a:pt x="154127" y="59526"/>
                </a:lnTo>
                <a:lnTo>
                  <a:pt x="169333" y="7798"/>
                </a:lnTo>
                <a:lnTo>
                  <a:pt x="151362" y="0"/>
                </a:lnTo>
                <a:lnTo>
                  <a:pt x="120260" y="2079"/>
                </a:lnTo>
                <a:lnTo>
                  <a:pt x="117841" y="40551"/>
                </a:lnTo>
                <a:lnTo>
                  <a:pt x="92269" y="32752"/>
                </a:lnTo>
                <a:lnTo>
                  <a:pt x="81901" y="38471"/>
                </a:lnTo>
                <a:lnTo>
                  <a:pt x="107820" y="55627"/>
                </a:lnTo>
                <a:lnTo>
                  <a:pt x="107820" y="76942"/>
                </a:lnTo>
                <a:lnTo>
                  <a:pt x="110584" y="100077"/>
                </a:lnTo>
                <a:lnTo>
                  <a:pt x="110584" y="126851"/>
                </a:lnTo>
                <a:lnTo>
                  <a:pt x="107820" y="149726"/>
                </a:lnTo>
                <a:lnTo>
                  <a:pt x="92269" y="172861"/>
                </a:lnTo>
                <a:lnTo>
                  <a:pt x="74299" y="217051"/>
                </a:lnTo>
                <a:lnTo>
                  <a:pt x="58748" y="236026"/>
                </a:lnTo>
                <a:lnTo>
                  <a:pt x="35940" y="257602"/>
                </a:lnTo>
                <a:close/>
              </a:path>
            </a:pathLst>
          </a:custGeom>
          <a:ln w="9524">
            <a:solidFill>
              <a:srgbClr val="000000"/>
            </a:solidFill>
          </a:ln>
        </p:spPr>
        <p:txBody>
          <a:bodyPr wrap="square" lIns="0" tIns="0" rIns="0" bIns="0" rtlCol="0"/>
          <a:lstStyle/>
          <a:p>
            <a:endParaRPr/>
          </a:p>
        </p:txBody>
      </p:sp>
      <p:sp>
        <p:nvSpPr>
          <p:cNvPr id="12" name="object 12"/>
          <p:cNvSpPr/>
          <p:nvPr/>
        </p:nvSpPr>
        <p:spPr>
          <a:xfrm>
            <a:off x="9861475" y="1424069"/>
            <a:ext cx="213995" cy="370205"/>
          </a:xfrm>
          <a:custGeom>
            <a:avLst/>
            <a:gdLst/>
            <a:ahLst/>
            <a:cxnLst/>
            <a:rect l="l" t="t" r="r" b="b"/>
            <a:pathLst>
              <a:path w="213995" h="370205">
                <a:moveTo>
                  <a:pt x="54306" y="0"/>
                </a:moveTo>
                <a:lnTo>
                  <a:pt x="25861" y="1925"/>
                </a:lnTo>
                <a:lnTo>
                  <a:pt x="3016" y="23418"/>
                </a:lnTo>
                <a:lnTo>
                  <a:pt x="0" y="56461"/>
                </a:lnTo>
                <a:lnTo>
                  <a:pt x="12929" y="87259"/>
                </a:lnTo>
                <a:lnTo>
                  <a:pt x="22411" y="106507"/>
                </a:lnTo>
                <a:lnTo>
                  <a:pt x="41376" y="129926"/>
                </a:lnTo>
                <a:lnTo>
                  <a:pt x="54306" y="156231"/>
                </a:lnTo>
                <a:lnTo>
                  <a:pt x="63789" y="203711"/>
                </a:lnTo>
                <a:lnTo>
                  <a:pt x="73703" y="244132"/>
                </a:lnTo>
                <a:lnTo>
                  <a:pt x="92236" y="265305"/>
                </a:lnTo>
                <a:lnTo>
                  <a:pt x="118097" y="293536"/>
                </a:lnTo>
                <a:lnTo>
                  <a:pt x="140079" y="331712"/>
                </a:lnTo>
                <a:lnTo>
                  <a:pt x="156457" y="350639"/>
                </a:lnTo>
                <a:lnTo>
                  <a:pt x="172405" y="367642"/>
                </a:lnTo>
                <a:lnTo>
                  <a:pt x="194386" y="369887"/>
                </a:lnTo>
                <a:lnTo>
                  <a:pt x="210765" y="365075"/>
                </a:lnTo>
                <a:lnTo>
                  <a:pt x="213782" y="353206"/>
                </a:lnTo>
                <a:lnTo>
                  <a:pt x="210765" y="331712"/>
                </a:lnTo>
                <a:lnTo>
                  <a:pt x="204299" y="319843"/>
                </a:lnTo>
                <a:lnTo>
                  <a:pt x="187920" y="303160"/>
                </a:lnTo>
                <a:lnTo>
                  <a:pt x="172405" y="288724"/>
                </a:lnTo>
                <a:lnTo>
                  <a:pt x="143526" y="265305"/>
                </a:lnTo>
                <a:lnTo>
                  <a:pt x="115079" y="237074"/>
                </a:lnTo>
                <a:lnTo>
                  <a:pt x="102149" y="220071"/>
                </a:lnTo>
                <a:lnTo>
                  <a:pt x="92236" y="175159"/>
                </a:lnTo>
                <a:lnTo>
                  <a:pt x="80168" y="134738"/>
                </a:lnTo>
                <a:lnTo>
                  <a:pt x="63789" y="96883"/>
                </a:lnTo>
                <a:lnTo>
                  <a:pt x="63789" y="73464"/>
                </a:lnTo>
                <a:lnTo>
                  <a:pt x="82754" y="61273"/>
                </a:lnTo>
                <a:lnTo>
                  <a:pt x="80991" y="51649"/>
                </a:lnTo>
                <a:lnTo>
                  <a:pt x="63789" y="51649"/>
                </a:lnTo>
                <a:lnTo>
                  <a:pt x="54306" y="0"/>
                </a:lnTo>
                <a:close/>
              </a:path>
              <a:path w="213995" h="370205">
                <a:moveTo>
                  <a:pt x="80168" y="47158"/>
                </a:moveTo>
                <a:lnTo>
                  <a:pt x="63789" y="51649"/>
                </a:lnTo>
                <a:lnTo>
                  <a:pt x="80991" y="51649"/>
                </a:lnTo>
                <a:lnTo>
                  <a:pt x="80168" y="47158"/>
                </a:lnTo>
                <a:close/>
              </a:path>
            </a:pathLst>
          </a:custGeom>
          <a:solidFill>
            <a:srgbClr val="6CACDD"/>
          </a:solidFill>
        </p:spPr>
        <p:txBody>
          <a:bodyPr wrap="square" lIns="0" tIns="0" rIns="0" bIns="0" rtlCol="0"/>
          <a:lstStyle/>
          <a:p>
            <a:endParaRPr/>
          </a:p>
        </p:txBody>
      </p:sp>
      <p:sp>
        <p:nvSpPr>
          <p:cNvPr id="13" name="object 13"/>
          <p:cNvSpPr/>
          <p:nvPr/>
        </p:nvSpPr>
        <p:spPr>
          <a:xfrm>
            <a:off x="9861475" y="1424069"/>
            <a:ext cx="213995" cy="370205"/>
          </a:xfrm>
          <a:custGeom>
            <a:avLst/>
            <a:gdLst/>
            <a:ahLst/>
            <a:cxnLst/>
            <a:rect l="l" t="t" r="r" b="b"/>
            <a:pathLst>
              <a:path w="213995" h="370205">
                <a:moveTo>
                  <a:pt x="187921" y="303160"/>
                </a:moveTo>
                <a:lnTo>
                  <a:pt x="204300" y="319842"/>
                </a:lnTo>
                <a:lnTo>
                  <a:pt x="210766" y="331712"/>
                </a:lnTo>
                <a:lnTo>
                  <a:pt x="213783" y="353205"/>
                </a:lnTo>
                <a:lnTo>
                  <a:pt x="210766" y="365075"/>
                </a:lnTo>
                <a:lnTo>
                  <a:pt x="194387" y="369887"/>
                </a:lnTo>
                <a:lnTo>
                  <a:pt x="172405" y="367642"/>
                </a:lnTo>
                <a:lnTo>
                  <a:pt x="156457" y="350639"/>
                </a:lnTo>
                <a:lnTo>
                  <a:pt x="140079" y="331712"/>
                </a:lnTo>
                <a:lnTo>
                  <a:pt x="118098" y="293536"/>
                </a:lnTo>
                <a:lnTo>
                  <a:pt x="92236" y="265305"/>
                </a:lnTo>
                <a:lnTo>
                  <a:pt x="73703" y="244132"/>
                </a:lnTo>
                <a:lnTo>
                  <a:pt x="63789" y="203711"/>
                </a:lnTo>
                <a:lnTo>
                  <a:pt x="54307" y="156231"/>
                </a:lnTo>
                <a:lnTo>
                  <a:pt x="41377" y="129925"/>
                </a:lnTo>
                <a:lnTo>
                  <a:pt x="22412" y="106507"/>
                </a:lnTo>
                <a:lnTo>
                  <a:pt x="12930" y="87259"/>
                </a:lnTo>
                <a:lnTo>
                  <a:pt x="0" y="56461"/>
                </a:lnTo>
                <a:lnTo>
                  <a:pt x="3016" y="23418"/>
                </a:lnTo>
                <a:lnTo>
                  <a:pt x="25861" y="1924"/>
                </a:lnTo>
                <a:lnTo>
                  <a:pt x="54307" y="0"/>
                </a:lnTo>
                <a:lnTo>
                  <a:pt x="63789" y="51649"/>
                </a:lnTo>
                <a:lnTo>
                  <a:pt x="80168" y="47158"/>
                </a:lnTo>
                <a:lnTo>
                  <a:pt x="82754" y="61273"/>
                </a:lnTo>
                <a:lnTo>
                  <a:pt x="63789" y="73464"/>
                </a:lnTo>
                <a:lnTo>
                  <a:pt x="63789" y="96883"/>
                </a:lnTo>
                <a:lnTo>
                  <a:pt x="80168" y="134737"/>
                </a:lnTo>
                <a:lnTo>
                  <a:pt x="92236" y="175159"/>
                </a:lnTo>
                <a:lnTo>
                  <a:pt x="102150" y="220072"/>
                </a:lnTo>
                <a:lnTo>
                  <a:pt x="115080" y="237074"/>
                </a:lnTo>
                <a:lnTo>
                  <a:pt x="143527" y="265305"/>
                </a:lnTo>
                <a:lnTo>
                  <a:pt x="172405" y="288724"/>
                </a:lnTo>
                <a:lnTo>
                  <a:pt x="187921" y="303160"/>
                </a:lnTo>
                <a:close/>
              </a:path>
            </a:pathLst>
          </a:custGeom>
          <a:ln w="9524">
            <a:solidFill>
              <a:srgbClr val="000000"/>
            </a:solidFill>
          </a:ln>
        </p:spPr>
        <p:txBody>
          <a:bodyPr wrap="square" lIns="0" tIns="0" rIns="0" bIns="0" rtlCol="0"/>
          <a:lstStyle/>
          <a:p>
            <a:endParaRPr/>
          </a:p>
        </p:txBody>
      </p:sp>
      <p:sp>
        <p:nvSpPr>
          <p:cNvPr id="14" name="object 14"/>
          <p:cNvSpPr/>
          <p:nvPr/>
        </p:nvSpPr>
        <p:spPr>
          <a:xfrm>
            <a:off x="10011758" y="1636794"/>
            <a:ext cx="224790" cy="317500"/>
          </a:xfrm>
          <a:custGeom>
            <a:avLst/>
            <a:gdLst/>
            <a:ahLst/>
            <a:cxnLst/>
            <a:rect l="l" t="t" r="r" b="b"/>
            <a:pathLst>
              <a:path w="224790" h="317500">
                <a:moveTo>
                  <a:pt x="119763" y="0"/>
                </a:moveTo>
                <a:lnTo>
                  <a:pt x="44470" y="0"/>
                </a:lnTo>
                <a:lnTo>
                  <a:pt x="26277" y="33421"/>
                </a:lnTo>
                <a:lnTo>
                  <a:pt x="11117" y="61904"/>
                </a:lnTo>
                <a:lnTo>
                  <a:pt x="0" y="98364"/>
                </a:lnTo>
                <a:lnTo>
                  <a:pt x="0" y="151533"/>
                </a:lnTo>
                <a:lnTo>
                  <a:pt x="15161" y="191032"/>
                </a:lnTo>
                <a:lnTo>
                  <a:pt x="26277" y="233568"/>
                </a:lnTo>
                <a:lnTo>
                  <a:pt x="44470" y="269647"/>
                </a:lnTo>
                <a:lnTo>
                  <a:pt x="71252" y="309144"/>
                </a:lnTo>
                <a:lnTo>
                  <a:pt x="112184" y="317500"/>
                </a:lnTo>
                <a:lnTo>
                  <a:pt x="149072" y="309144"/>
                </a:lnTo>
                <a:lnTo>
                  <a:pt x="183436" y="284078"/>
                </a:lnTo>
                <a:lnTo>
                  <a:pt x="201627" y="252937"/>
                </a:lnTo>
                <a:lnTo>
                  <a:pt x="216787" y="207742"/>
                </a:lnTo>
                <a:lnTo>
                  <a:pt x="220324" y="171663"/>
                </a:lnTo>
                <a:lnTo>
                  <a:pt x="224367" y="137482"/>
                </a:lnTo>
                <a:lnTo>
                  <a:pt x="224367" y="104061"/>
                </a:lnTo>
                <a:lnTo>
                  <a:pt x="216787" y="75957"/>
                </a:lnTo>
                <a:lnTo>
                  <a:pt x="205164" y="53549"/>
                </a:lnTo>
                <a:lnTo>
                  <a:pt x="183436" y="22787"/>
                </a:lnTo>
                <a:lnTo>
                  <a:pt x="160695" y="5697"/>
                </a:lnTo>
                <a:lnTo>
                  <a:pt x="119763" y="0"/>
                </a:lnTo>
                <a:close/>
              </a:path>
            </a:pathLst>
          </a:custGeom>
          <a:solidFill>
            <a:srgbClr val="6CACDD"/>
          </a:solidFill>
        </p:spPr>
        <p:txBody>
          <a:bodyPr wrap="square" lIns="0" tIns="0" rIns="0" bIns="0" rtlCol="0"/>
          <a:lstStyle/>
          <a:p>
            <a:endParaRPr/>
          </a:p>
        </p:txBody>
      </p:sp>
      <p:sp>
        <p:nvSpPr>
          <p:cNvPr id="15" name="object 15"/>
          <p:cNvSpPr/>
          <p:nvPr/>
        </p:nvSpPr>
        <p:spPr>
          <a:xfrm>
            <a:off x="10011757" y="1636794"/>
            <a:ext cx="224790" cy="317500"/>
          </a:xfrm>
          <a:custGeom>
            <a:avLst/>
            <a:gdLst/>
            <a:ahLst/>
            <a:cxnLst/>
            <a:rect l="l" t="t" r="r" b="b"/>
            <a:pathLst>
              <a:path w="224790" h="317500">
                <a:moveTo>
                  <a:pt x="85400" y="0"/>
                </a:moveTo>
                <a:lnTo>
                  <a:pt x="119763" y="0"/>
                </a:lnTo>
                <a:lnTo>
                  <a:pt x="160695" y="5696"/>
                </a:lnTo>
                <a:lnTo>
                  <a:pt x="183435" y="22786"/>
                </a:lnTo>
                <a:lnTo>
                  <a:pt x="205164" y="53549"/>
                </a:lnTo>
                <a:lnTo>
                  <a:pt x="216786" y="75956"/>
                </a:lnTo>
                <a:lnTo>
                  <a:pt x="224366" y="104061"/>
                </a:lnTo>
                <a:lnTo>
                  <a:pt x="224366" y="137481"/>
                </a:lnTo>
                <a:lnTo>
                  <a:pt x="220324" y="171662"/>
                </a:lnTo>
                <a:lnTo>
                  <a:pt x="216786" y="207742"/>
                </a:lnTo>
                <a:lnTo>
                  <a:pt x="201627" y="252936"/>
                </a:lnTo>
                <a:lnTo>
                  <a:pt x="183435" y="284078"/>
                </a:lnTo>
                <a:lnTo>
                  <a:pt x="149072" y="309144"/>
                </a:lnTo>
                <a:lnTo>
                  <a:pt x="112183" y="317499"/>
                </a:lnTo>
                <a:lnTo>
                  <a:pt x="71251" y="309144"/>
                </a:lnTo>
                <a:lnTo>
                  <a:pt x="44469" y="269647"/>
                </a:lnTo>
                <a:lnTo>
                  <a:pt x="26277" y="233567"/>
                </a:lnTo>
                <a:lnTo>
                  <a:pt x="15160" y="191031"/>
                </a:lnTo>
                <a:lnTo>
                  <a:pt x="0" y="151534"/>
                </a:lnTo>
                <a:lnTo>
                  <a:pt x="0" y="98364"/>
                </a:lnTo>
                <a:lnTo>
                  <a:pt x="11117" y="61904"/>
                </a:lnTo>
                <a:lnTo>
                  <a:pt x="26277" y="33421"/>
                </a:lnTo>
                <a:lnTo>
                  <a:pt x="44469" y="0"/>
                </a:lnTo>
                <a:lnTo>
                  <a:pt x="85400" y="0"/>
                </a:lnTo>
                <a:close/>
              </a:path>
            </a:pathLst>
          </a:custGeom>
          <a:ln w="9524">
            <a:solidFill>
              <a:srgbClr val="000000"/>
            </a:solidFill>
          </a:ln>
        </p:spPr>
        <p:txBody>
          <a:bodyPr wrap="square" lIns="0" tIns="0" rIns="0" bIns="0" rtlCol="0"/>
          <a:lstStyle/>
          <a:p>
            <a:endParaRPr/>
          </a:p>
        </p:txBody>
      </p:sp>
      <p:sp>
        <p:nvSpPr>
          <p:cNvPr id="16" name="object 16"/>
          <p:cNvSpPr/>
          <p:nvPr/>
        </p:nvSpPr>
        <p:spPr>
          <a:xfrm>
            <a:off x="10159925" y="1909844"/>
            <a:ext cx="173990" cy="363855"/>
          </a:xfrm>
          <a:custGeom>
            <a:avLst/>
            <a:gdLst/>
            <a:ahLst/>
            <a:cxnLst/>
            <a:rect l="l" t="t" r="r" b="b"/>
            <a:pathLst>
              <a:path w="173990" h="363855">
                <a:moveTo>
                  <a:pt x="172119" y="339680"/>
                </a:moveTo>
                <a:lnTo>
                  <a:pt x="40092" y="339680"/>
                </a:lnTo>
                <a:lnTo>
                  <a:pt x="85261" y="341574"/>
                </a:lnTo>
                <a:lnTo>
                  <a:pt x="117233" y="354829"/>
                </a:lnTo>
                <a:lnTo>
                  <a:pt x="147177" y="363537"/>
                </a:lnTo>
                <a:lnTo>
                  <a:pt x="162401" y="357479"/>
                </a:lnTo>
                <a:lnTo>
                  <a:pt x="170014" y="345739"/>
                </a:lnTo>
                <a:lnTo>
                  <a:pt x="172119" y="339680"/>
                </a:lnTo>
                <a:close/>
              </a:path>
              <a:path w="173990" h="363855">
                <a:moveTo>
                  <a:pt x="40092" y="0"/>
                </a:moveTo>
                <a:lnTo>
                  <a:pt x="17255" y="0"/>
                </a:lnTo>
                <a:lnTo>
                  <a:pt x="9643" y="17797"/>
                </a:lnTo>
                <a:lnTo>
                  <a:pt x="27009" y="36228"/>
                </a:lnTo>
                <a:lnTo>
                  <a:pt x="50750" y="54909"/>
                </a:lnTo>
                <a:lnTo>
                  <a:pt x="90843" y="98458"/>
                </a:lnTo>
                <a:lnTo>
                  <a:pt x="106069" y="138598"/>
                </a:lnTo>
                <a:lnTo>
                  <a:pt x="107591" y="160942"/>
                </a:lnTo>
                <a:lnTo>
                  <a:pt x="102008" y="202596"/>
                </a:lnTo>
                <a:lnTo>
                  <a:pt x="83230" y="245766"/>
                </a:lnTo>
                <a:lnTo>
                  <a:pt x="40092" y="294995"/>
                </a:lnTo>
                <a:lnTo>
                  <a:pt x="15226" y="314686"/>
                </a:lnTo>
                <a:lnTo>
                  <a:pt x="0" y="326426"/>
                </a:lnTo>
                <a:lnTo>
                  <a:pt x="0" y="336651"/>
                </a:lnTo>
                <a:lnTo>
                  <a:pt x="11672" y="344225"/>
                </a:lnTo>
                <a:lnTo>
                  <a:pt x="40092" y="339680"/>
                </a:lnTo>
                <a:lnTo>
                  <a:pt x="172119" y="339680"/>
                </a:lnTo>
                <a:lnTo>
                  <a:pt x="173567" y="335514"/>
                </a:lnTo>
                <a:lnTo>
                  <a:pt x="124847" y="321882"/>
                </a:lnTo>
                <a:lnTo>
                  <a:pt x="85261" y="321882"/>
                </a:lnTo>
                <a:lnTo>
                  <a:pt x="54810" y="318853"/>
                </a:lnTo>
                <a:lnTo>
                  <a:pt x="62423" y="303705"/>
                </a:lnTo>
                <a:lnTo>
                  <a:pt x="94396" y="270003"/>
                </a:lnTo>
                <a:lnTo>
                  <a:pt x="122816" y="210171"/>
                </a:lnTo>
                <a:lnTo>
                  <a:pt x="139564" y="187827"/>
                </a:lnTo>
                <a:lnTo>
                  <a:pt x="141086" y="170030"/>
                </a:lnTo>
                <a:lnTo>
                  <a:pt x="135503" y="135569"/>
                </a:lnTo>
                <a:lnTo>
                  <a:pt x="119264" y="98458"/>
                </a:lnTo>
                <a:lnTo>
                  <a:pt x="99978" y="59832"/>
                </a:lnTo>
                <a:lnTo>
                  <a:pt x="65976" y="19312"/>
                </a:lnTo>
                <a:lnTo>
                  <a:pt x="40092" y="0"/>
                </a:lnTo>
                <a:close/>
              </a:path>
              <a:path w="173990" h="363855">
                <a:moveTo>
                  <a:pt x="22838" y="32946"/>
                </a:moveTo>
                <a:lnTo>
                  <a:pt x="32480" y="42034"/>
                </a:lnTo>
                <a:lnTo>
                  <a:pt x="27009" y="36228"/>
                </a:lnTo>
                <a:lnTo>
                  <a:pt x="22838" y="32946"/>
                </a:lnTo>
                <a:close/>
              </a:path>
            </a:pathLst>
          </a:custGeom>
          <a:solidFill>
            <a:srgbClr val="6CACDD"/>
          </a:solidFill>
        </p:spPr>
        <p:txBody>
          <a:bodyPr wrap="square" lIns="0" tIns="0" rIns="0" bIns="0" rtlCol="0"/>
          <a:lstStyle/>
          <a:p>
            <a:endParaRPr/>
          </a:p>
        </p:txBody>
      </p:sp>
      <p:sp>
        <p:nvSpPr>
          <p:cNvPr id="17" name="object 17"/>
          <p:cNvSpPr/>
          <p:nvPr/>
        </p:nvSpPr>
        <p:spPr>
          <a:xfrm>
            <a:off x="10159924" y="1909844"/>
            <a:ext cx="173990" cy="363855"/>
          </a:xfrm>
          <a:custGeom>
            <a:avLst/>
            <a:gdLst/>
            <a:ahLst/>
            <a:cxnLst/>
            <a:rect l="l" t="t" r="r" b="b"/>
            <a:pathLst>
              <a:path w="173990" h="363855">
                <a:moveTo>
                  <a:pt x="32480" y="42034"/>
                </a:moveTo>
                <a:lnTo>
                  <a:pt x="9642" y="17798"/>
                </a:lnTo>
                <a:lnTo>
                  <a:pt x="17255" y="0"/>
                </a:lnTo>
                <a:lnTo>
                  <a:pt x="40092" y="0"/>
                </a:lnTo>
                <a:lnTo>
                  <a:pt x="99978" y="59832"/>
                </a:lnTo>
                <a:lnTo>
                  <a:pt x="119264" y="98458"/>
                </a:lnTo>
                <a:lnTo>
                  <a:pt x="135504" y="135569"/>
                </a:lnTo>
                <a:lnTo>
                  <a:pt x="141086" y="170029"/>
                </a:lnTo>
                <a:lnTo>
                  <a:pt x="139564" y="187828"/>
                </a:lnTo>
                <a:lnTo>
                  <a:pt x="122816" y="210170"/>
                </a:lnTo>
                <a:lnTo>
                  <a:pt x="94395" y="270002"/>
                </a:lnTo>
                <a:lnTo>
                  <a:pt x="62423" y="303705"/>
                </a:lnTo>
                <a:lnTo>
                  <a:pt x="54810" y="318852"/>
                </a:lnTo>
                <a:lnTo>
                  <a:pt x="85260" y="321882"/>
                </a:lnTo>
                <a:lnTo>
                  <a:pt x="124846" y="321882"/>
                </a:lnTo>
                <a:lnTo>
                  <a:pt x="173566" y="335515"/>
                </a:lnTo>
                <a:lnTo>
                  <a:pt x="170014" y="345739"/>
                </a:lnTo>
                <a:lnTo>
                  <a:pt x="162401" y="357478"/>
                </a:lnTo>
                <a:lnTo>
                  <a:pt x="147177" y="363537"/>
                </a:lnTo>
                <a:lnTo>
                  <a:pt x="117233" y="354828"/>
                </a:lnTo>
                <a:lnTo>
                  <a:pt x="85260" y="341574"/>
                </a:lnTo>
                <a:lnTo>
                  <a:pt x="40092" y="339680"/>
                </a:lnTo>
                <a:lnTo>
                  <a:pt x="11672" y="344225"/>
                </a:lnTo>
                <a:lnTo>
                  <a:pt x="0" y="336651"/>
                </a:lnTo>
                <a:lnTo>
                  <a:pt x="0" y="326426"/>
                </a:lnTo>
                <a:lnTo>
                  <a:pt x="15225" y="314687"/>
                </a:lnTo>
                <a:lnTo>
                  <a:pt x="40092" y="294995"/>
                </a:lnTo>
                <a:lnTo>
                  <a:pt x="83230" y="245766"/>
                </a:lnTo>
                <a:lnTo>
                  <a:pt x="102008" y="202596"/>
                </a:lnTo>
                <a:lnTo>
                  <a:pt x="107591" y="160941"/>
                </a:lnTo>
                <a:lnTo>
                  <a:pt x="106068" y="138598"/>
                </a:lnTo>
                <a:lnTo>
                  <a:pt x="90843" y="98458"/>
                </a:lnTo>
                <a:lnTo>
                  <a:pt x="50750" y="54909"/>
                </a:lnTo>
                <a:lnTo>
                  <a:pt x="22838" y="32945"/>
                </a:lnTo>
                <a:lnTo>
                  <a:pt x="32480" y="42034"/>
                </a:lnTo>
                <a:close/>
              </a:path>
            </a:pathLst>
          </a:custGeom>
          <a:ln w="9524">
            <a:solidFill>
              <a:srgbClr val="000000"/>
            </a:solidFill>
          </a:ln>
        </p:spPr>
        <p:txBody>
          <a:bodyPr wrap="square" lIns="0" tIns="0" rIns="0" bIns="0" rtlCol="0"/>
          <a:lstStyle/>
          <a:p>
            <a:endParaRPr/>
          </a:p>
        </p:txBody>
      </p:sp>
      <p:sp>
        <p:nvSpPr>
          <p:cNvPr id="18" name="object 18"/>
          <p:cNvSpPr/>
          <p:nvPr/>
        </p:nvSpPr>
        <p:spPr>
          <a:xfrm>
            <a:off x="9933440" y="1903494"/>
            <a:ext cx="171450" cy="389255"/>
          </a:xfrm>
          <a:custGeom>
            <a:avLst/>
            <a:gdLst/>
            <a:ahLst/>
            <a:cxnLst/>
            <a:rect l="l" t="t" r="r" b="b"/>
            <a:pathLst>
              <a:path w="171450" h="389255">
                <a:moveTo>
                  <a:pt x="159348" y="0"/>
                </a:moveTo>
                <a:lnTo>
                  <a:pt x="140185" y="0"/>
                </a:lnTo>
                <a:lnTo>
                  <a:pt x="114973" y="30765"/>
                </a:lnTo>
                <a:lnTo>
                  <a:pt x="88751" y="69886"/>
                </a:lnTo>
                <a:lnTo>
                  <a:pt x="73118" y="93436"/>
                </a:lnTo>
                <a:lnTo>
                  <a:pt x="52948" y="138254"/>
                </a:lnTo>
                <a:lnTo>
                  <a:pt x="42358" y="172059"/>
                </a:lnTo>
                <a:lnTo>
                  <a:pt x="43367" y="207003"/>
                </a:lnTo>
                <a:lnTo>
                  <a:pt x="47905" y="243466"/>
                </a:lnTo>
                <a:lnTo>
                  <a:pt x="63538" y="272712"/>
                </a:lnTo>
                <a:lnTo>
                  <a:pt x="78162" y="300440"/>
                </a:lnTo>
                <a:lnTo>
                  <a:pt x="88751" y="319810"/>
                </a:lnTo>
                <a:lnTo>
                  <a:pt x="105896" y="335382"/>
                </a:lnTo>
                <a:lnTo>
                  <a:pt x="66563" y="339561"/>
                </a:lnTo>
                <a:lnTo>
                  <a:pt x="24710" y="346777"/>
                </a:lnTo>
                <a:lnTo>
                  <a:pt x="0" y="357793"/>
                </a:lnTo>
                <a:lnTo>
                  <a:pt x="0" y="370326"/>
                </a:lnTo>
                <a:lnTo>
                  <a:pt x="10589" y="385899"/>
                </a:lnTo>
                <a:lnTo>
                  <a:pt x="24710" y="388937"/>
                </a:lnTo>
                <a:lnTo>
                  <a:pt x="40341" y="376024"/>
                </a:lnTo>
                <a:lnTo>
                  <a:pt x="65554" y="364629"/>
                </a:lnTo>
                <a:lnTo>
                  <a:pt x="98332" y="356273"/>
                </a:lnTo>
                <a:lnTo>
                  <a:pt x="120016" y="353235"/>
                </a:lnTo>
                <a:lnTo>
                  <a:pt x="129092" y="349436"/>
                </a:lnTo>
                <a:lnTo>
                  <a:pt x="127579" y="338421"/>
                </a:lnTo>
                <a:lnTo>
                  <a:pt x="116989" y="323988"/>
                </a:lnTo>
                <a:lnTo>
                  <a:pt x="99340" y="304617"/>
                </a:lnTo>
                <a:lnTo>
                  <a:pt x="79170" y="271193"/>
                </a:lnTo>
                <a:lnTo>
                  <a:pt x="68581" y="233211"/>
                </a:lnTo>
                <a:lnTo>
                  <a:pt x="65554" y="202825"/>
                </a:lnTo>
                <a:lnTo>
                  <a:pt x="66563" y="169020"/>
                </a:lnTo>
                <a:lnTo>
                  <a:pt x="85725" y="121542"/>
                </a:lnTo>
                <a:lnTo>
                  <a:pt x="129092" y="68367"/>
                </a:lnTo>
                <a:lnTo>
                  <a:pt x="155817" y="48616"/>
                </a:lnTo>
                <a:lnTo>
                  <a:pt x="171450" y="33423"/>
                </a:lnTo>
                <a:lnTo>
                  <a:pt x="169937" y="12153"/>
                </a:lnTo>
                <a:lnTo>
                  <a:pt x="159348" y="0"/>
                </a:lnTo>
                <a:close/>
              </a:path>
            </a:pathLst>
          </a:custGeom>
          <a:solidFill>
            <a:srgbClr val="6CACDD"/>
          </a:solidFill>
        </p:spPr>
        <p:txBody>
          <a:bodyPr wrap="square" lIns="0" tIns="0" rIns="0" bIns="0" rtlCol="0"/>
          <a:lstStyle/>
          <a:p>
            <a:endParaRPr/>
          </a:p>
        </p:txBody>
      </p:sp>
      <p:sp>
        <p:nvSpPr>
          <p:cNvPr id="19" name="object 19"/>
          <p:cNvSpPr/>
          <p:nvPr/>
        </p:nvSpPr>
        <p:spPr>
          <a:xfrm>
            <a:off x="9933440" y="1903494"/>
            <a:ext cx="171450" cy="389255"/>
          </a:xfrm>
          <a:custGeom>
            <a:avLst/>
            <a:gdLst/>
            <a:ahLst/>
            <a:cxnLst/>
            <a:rect l="l" t="t" r="r" b="b"/>
            <a:pathLst>
              <a:path w="171450" h="389255">
                <a:moveTo>
                  <a:pt x="88750" y="69887"/>
                </a:moveTo>
                <a:lnTo>
                  <a:pt x="114972" y="30765"/>
                </a:lnTo>
                <a:lnTo>
                  <a:pt x="140185" y="0"/>
                </a:lnTo>
                <a:lnTo>
                  <a:pt x="159347" y="0"/>
                </a:lnTo>
                <a:lnTo>
                  <a:pt x="169936" y="12154"/>
                </a:lnTo>
                <a:lnTo>
                  <a:pt x="171449" y="33424"/>
                </a:lnTo>
                <a:lnTo>
                  <a:pt x="155817" y="48617"/>
                </a:lnTo>
                <a:lnTo>
                  <a:pt x="129092" y="68367"/>
                </a:lnTo>
                <a:lnTo>
                  <a:pt x="107408" y="90777"/>
                </a:lnTo>
                <a:lnTo>
                  <a:pt x="85724" y="121543"/>
                </a:lnTo>
                <a:lnTo>
                  <a:pt x="76144" y="142053"/>
                </a:lnTo>
                <a:lnTo>
                  <a:pt x="66562" y="169020"/>
                </a:lnTo>
                <a:lnTo>
                  <a:pt x="65554" y="202825"/>
                </a:lnTo>
                <a:lnTo>
                  <a:pt x="68580" y="233210"/>
                </a:lnTo>
                <a:lnTo>
                  <a:pt x="79169" y="271193"/>
                </a:lnTo>
                <a:lnTo>
                  <a:pt x="99340" y="304617"/>
                </a:lnTo>
                <a:lnTo>
                  <a:pt x="116989" y="323988"/>
                </a:lnTo>
                <a:lnTo>
                  <a:pt x="127578" y="338421"/>
                </a:lnTo>
                <a:lnTo>
                  <a:pt x="129092" y="349436"/>
                </a:lnTo>
                <a:lnTo>
                  <a:pt x="120015" y="353234"/>
                </a:lnTo>
                <a:lnTo>
                  <a:pt x="98331" y="356273"/>
                </a:lnTo>
                <a:lnTo>
                  <a:pt x="65554" y="364629"/>
                </a:lnTo>
                <a:lnTo>
                  <a:pt x="40340" y="376023"/>
                </a:lnTo>
                <a:lnTo>
                  <a:pt x="24709" y="388937"/>
                </a:lnTo>
                <a:lnTo>
                  <a:pt x="10589" y="385899"/>
                </a:lnTo>
                <a:lnTo>
                  <a:pt x="0" y="370326"/>
                </a:lnTo>
                <a:lnTo>
                  <a:pt x="0" y="357792"/>
                </a:lnTo>
                <a:lnTo>
                  <a:pt x="24709" y="346777"/>
                </a:lnTo>
                <a:lnTo>
                  <a:pt x="66562" y="339561"/>
                </a:lnTo>
                <a:lnTo>
                  <a:pt x="105895" y="335382"/>
                </a:lnTo>
                <a:lnTo>
                  <a:pt x="88750" y="319810"/>
                </a:lnTo>
                <a:lnTo>
                  <a:pt x="78161" y="300439"/>
                </a:lnTo>
                <a:lnTo>
                  <a:pt x="63537" y="272712"/>
                </a:lnTo>
                <a:lnTo>
                  <a:pt x="47904" y="243466"/>
                </a:lnTo>
                <a:lnTo>
                  <a:pt x="43367" y="207003"/>
                </a:lnTo>
                <a:lnTo>
                  <a:pt x="42357" y="172059"/>
                </a:lnTo>
                <a:lnTo>
                  <a:pt x="52947" y="138255"/>
                </a:lnTo>
                <a:lnTo>
                  <a:pt x="73118" y="93436"/>
                </a:lnTo>
                <a:lnTo>
                  <a:pt x="88750" y="69887"/>
                </a:lnTo>
                <a:close/>
              </a:path>
            </a:pathLst>
          </a:custGeom>
          <a:ln w="9524">
            <a:solidFill>
              <a:srgbClr val="000000"/>
            </a:solidFill>
          </a:ln>
        </p:spPr>
        <p:txBody>
          <a:bodyPr wrap="square" lIns="0" tIns="0" rIns="0" bIns="0" rtlCol="0"/>
          <a:lstStyle/>
          <a:p>
            <a:endParaRPr/>
          </a:p>
        </p:txBody>
      </p:sp>
      <p:sp>
        <p:nvSpPr>
          <p:cNvPr id="20" name="object 20"/>
          <p:cNvSpPr txBox="1"/>
          <p:nvPr/>
        </p:nvSpPr>
        <p:spPr>
          <a:xfrm>
            <a:off x="10606349" y="1155741"/>
            <a:ext cx="19494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panose="020B0604020202020204"/>
                <a:cs typeface="Arial" panose="020B0604020202020204"/>
              </a:rPr>
              <a:t>?</a:t>
            </a:r>
          </a:p>
        </p:txBody>
      </p:sp>
      <p:sp>
        <p:nvSpPr>
          <p:cNvPr id="21" name="object 21"/>
          <p:cNvSpPr/>
          <p:nvPr/>
        </p:nvSpPr>
        <p:spPr>
          <a:xfrm>
            <a:off x="4163406" y="1558623"/>
            <a:ext cx="1414145" cy="756285"/>
          </a:xfrm>
          <a:custGeom>
            <a:avLst/>
            <a:gdLst/>
            <a:ahLst/>
            <a:cxnLst/>
            <a:rect l="l" t="t" r="r" b="b"/>
            <a:pathLst>
              <a:path w="1414145" h="756285">
                <a:moveTo>
                  <a:pt x="1413934" y="44832"/>
                </a:moveTo>
                <a:lnTo>
                  <a:pt x="1349138" y="23838"/>
                </a:lnTo>
                <a:lnTo>
                  <a:pt x="1310908" y="14799"/>
                </a:lnTo>
                <a:lnTo>
                  <a:pt x="1265680" y="7510"/>
                </a:lnTo>
                <a:lnTo>
                  <a:pt x="1211122" y="2553"/>
                </a:lnTo>
                <a:lnTo>
                  <a:pt x="1144900" y="512"/>
                </a:lnTo>
                <a:lnTo>
                  <a:pt x="1064683" y="1970"/>
                </a:lnTo>
                <a:lnTo>
                  <a:pt x="1027788" y="2832"/>
                </a:lnTo>
                <a:lnTo>
                  <a:pt x="985974" y="2926"/>
                </a:lnTo>
                <a:lnTo>
                  <a:pt x="939888" y="2484"/>
                </a:lnTo>
                <a:lnTo>
                  <a:pt x="890176" y="1739"/>
                </a:lnTo>
                <a:lnTo>
                  <a:pt x="837484" y="922"/>
                </a:lnTo>
                <a:lnTo>
                  <a:pt x="782461" y="265"/>
                </a:lnTo>
                <a:lnTo>
                  <a:pt x="725752" y="0"/>
                </a:lnTo>
                <a:lnTo>
                  <a:pt x="668004" y="358"/>
                </a:lnTo>
                <a:lnTo>
                  <a:pt x="609864" y="1573"/>
                </a:lnTo>
                <a:lnTo>
                  <a:pt x="551979" y="3875"/>
                </a:lnTo>
                <a:lnTo>
                  <a:pt x="494996" y="7497"/>
                </a:lnTo>
                <a:lnTo>
                  <a:pt x="439561" y="12671"/>
                </a:lnTo>
                <a:lnTo>
                  <a:pt x="386321" y="19628"/>
                </a:lnTo>
                <a:lnTo>
                  <a:pt x="335922" y="28600"/>
                </a:lnTo>
                <a:lnTo>
                  <a:pt x="289013" y="39820"/>
                </a:lnTo>
                <a:lnTo>
                  <a:pt x="246238" y="53519"/>
                </a:lnTo>
                <a:lnTo>
                  <a:pt x="208246" y="69929"/>
                </a:lnTo>
                <a:lnTo>
                  <a:pt x="142837" y="118244"/>
                </a:lnTo>
                <a:lnTo>
                  <a:pt x="115097" y="154224"/>
                </a:lnTo>
                <a:lnTo>
                  <a:pt x="91981" y="196115"/>
                </a:lnTo>
                <a:lnTo>
                  <a:pt x="73009" y="242806"/>
                </a:lnTo>
                <a:lnTo>
                  <a:pt x="57698" y="293188"/>
                </a:lnTo>
                <a:lnTo>
                  <a:pt x="45567" y="346153"/>
                </a:lnTo>
                <a:lnTo>
                  <a:pt x="36134" y="400590"/>
                </a:lnTo>
                <a:lnTo>
                  <a:pt x="28917" y="455392"/>
                </a:lnTo>
                <a:lnTo>
                  <a:pt x="23435" y="509449"/>
                </a:lnTo>
                <a:lnTo>
                  <a:pt x="19206" y="561652"/>
                </a:lnTo>
                <a:lnTo>
                  <a:pt x="15749" y="610891"/>
                </a:lnTo>
                <a:lnTo>
                  <a:pt x="12581" y="656058"/>
                </a:lnTo>
                <a:lnTo>
                  <a:pt x="9221" y="696043"/>
                </a:lnTo>
                <a:lnTo>
                  <a:pt x="5188" y="729738"/>
                </a:lnTo>
                <a:lnTo>
                  <a:pt x="0" y="756032"/>
                </a:lnTo>
              </a:path>
            </a:pathLst>
          </a:custGeom>
          <a:ln w="38099">
            <a:solidFill>
              <a:srgbClr val="000000"/>
            </a:solidFill>
          </a:ln>
        </p:spPr>
        <p:txBody>
          <a:bodyPr wrap="square" lIns="0" tIns="0" rIns="0" bIns="0" rtlCol="0"/>
          <a:lstStyle/>
          <a:p>
            <a:endParaRPr/>
          </a:p>
        </p:txBody>
      </p:sp>
      <p:sp>
        <p:nvSpPr>
          <p:cNvPr id="22" name="object 22"/>
          <p:cNvSpPr/>
          <p:nvPr/>
        </p:nvSpPr>
        <p:spPr>
          <a:xfrm>
            <a:off x="5530776" y="1432007"/>
            <a:ext cx="1243965" cy="417195"/>
          </a:xfrm>
          <a:custGeom>
            <a:avLst/>
            <a:gdLst/>
            <a:ahLst/>
            <a:cxnLst/>
            <a:rect l="l" t="t" r="r" b="b"/>
            <a:pathLst>
              <a:path w="1243965" h="417194">
                <a:moveTo>
                  <a:pt x="0" y="0"/>
                </a:moveTo>
                <a:lnTo>
                  <a:pt x="1243929" y="0"/>
                </a:lnTo>
                <a:lnTo>
                  <a:pt x="1243929" y="416780"/>
                </a:lnTo>
                <a:lnTo>
                  <a:pt x="0" y="416780"/>
                </a:lnTo>
                <a:lnTo>
                  <a:pt x="0" y="0"/>
                </a:lnTo>
                <a:close/>
              </a:path>
            </a:pathLst>
          </a:custGeom>
          <a:solidFill>
            <a:srgbClr val="7A4779"/>
          </a:solidFill>
        </p:spPr>
        <p:txBody>
          <a:bodyPr wrap="square" lIns="0" tIns="0" rIns="0" bIns="0" rtlCol="0"/>
          <a:lstStyle/>
          <a:p>
            <a:endParaRPr/>
          </a:p>
        </p:txBody>
      </p:sp>
      <p:sp>
        <p:nvSpPr>
          <p:cNvPr id="23" name="object 23"/>
          <p:cNvSpPr/>
          <p:nvPr/>
        </p:nvSpPr>
        <p:spPr>
          <a:xfrm>
            <a:off x="5530776" y="1432006"/>
            <a:ext cx="1243965" cy="417195"/>
          </a:xfrm>
          <a:custGeom>
            <a:avLst/>
            <a:gdLst/>
            <a:ahLst/>
            <a:cxnLst/>
            <a:rect l="l" t="t" r="r" b="b"/>
            <a:pathLst>
              <a:path w="1243965" h="417194">
                <a:moveTo>
                  <a:pt x="0" y="0"/>
                </a:moveTo>
                <a:lnTo>
                  <a:pt x="1243929" y="0"/>
                </a:lnTo>
                <a:lnTo>
                  <a:pt x="1243929" y="416780"/>
                </a:lnTo>
                <a:lnTo>
                  <a:pt x="0" y="416780"/>
                </a:lnTo>
                <a:lnTo>
                  <a:pt x="0" y="0"/>
                </a:lnTo>
                <a:close/>
              </a:path>
            </a:pathLst>
          </a:custGeom>
          <a:ln w="9524">
            <a:solidFill>
              <a:srgbClr val="FFFFFF"/>
            </a:solidFill>
          </a:ln>
        </p:spPr>
        <p:txBody>
          <a:bodyPr wrap="square" lIns="0" tIns="0" rIns="0" bIns="0" rtlCol="0"/>
          <a:lstStyle/>
          <a:p>
            <a:endParaRPr/>
          </a:p>
        </p:txBody>
      </p:sp>
      <p:sp>
        <p:nvSpPr>
          <p:cNvPr id="24" name="object 24"/>
          <p:cNvSpPr/>
          <p:nvPr/>
        </p:nvSpPr>
        <p:spPr>
          <a:xfrm>
            <a:off x="5170941" y="2224685"/>
            <a:ext cx="3327400" cy="457200"/>
          </a:xfrm>
          <a:custGeom>
            <a:avLst/>
            <a:gdLst/>
            <a:ahLst/>
            <a:cxnLst/>
            <a:rect l="l" t="t" r="r" b="b"/>
            <a:pathLst>
              <a:path w="3327400" h="457200">
                <a:moveTo>
                  <a:pt x="0" y="74815"/>
                </a:moveTo>
                <a:lnTo>
                  <a:pt x="41818" y="69023"/>
                </a:lnTo>
                <a:lnTo>
                  <a:pt x="83753" y="63277"/>
                </a:lnTo>
                <a:lnTo>
                  <a:pt x="125922" y="57603"/>
                </a:lnTo>
                <a:lnTo>
                  <a:pt x="168442" y="52030"/>
                </a:lnTo>
                <a:lnTo>
                  <a:pt x="211429" y="46588"/>
                </a:lnTo>
                <a:lnTo>
                  <a:pt x="254999" y="41305"/>
                </a:lnTo>
                <a:lnTo>
                  <a:pt x="299271" y="36208"/>
                </a:lnTo>
                <a:lnTo>
                  <a:pt x="344361" y="31328"/>
                </a:lnTo>
                <a:lnTo>
                  <a:pt x="390385" y="26692"/>
                </a:lnTo>
                <a:lnTo>
                  <a:pt x="437461" y="22329"/>
                </a:lnTo>
                <a:lnTo>
                  <a:pt x="485705" y="18267"/>
                </a:lnTo>
                <a:lnTo>
                  <a:pt x="535234" y="14536"/>
                </a:lnTo>
                <a:lnTo>
                  <a:pt x="586164" y="11163"/>
                </a:lnTo>
                <a:lnTo>
                  <a:pt x="638614" y="8178"/>
                </a:lnTo>
                <a:lnTo>
                  <a:pt x="692699" y="5608"/>
                </a:lnTo>
                <a:lnTo>
                  <a:pt x="748537" y="3483"/>
                </a:lnTo>
                <a:lnTo>
                  <a:pt x="806243" y="1831"/>
                </a:lnTo>
                <a:lnTo>
                  <a:pt x="865936" y="681"/>
                </a:lnTo>
                <a:lnTo>
                  <a:pt x="927732" y="61"/>
                </a:lnTo>
                <a:lnTo>
                  <a:pt x="991747" y="0"/>
                </a:lnTo>
                <a:lnTo>
                  <a:pt x="1058099" y="525"/>
                </a:lnTo>
                <a:lnTo>
                  <a:pt x="1099711" y="1069"/>
                </a:lnTo>
                <a:lnTo>
                  <a:pt x="1143383" y="1709"/>
                </a:lnTo>
                <a:lnTo>
                  <a:pt x="1188978" y="2448"/>
                </a:lnTo>
                <a:lnTo>
                  <a:pt x="1236354" y="3293"/>
                </a:lnTo>
                <a:lnTo>
                  <a:pt x="1285375" y="4248"/>
                </a:lnTo>
                <a:lnTo>
                  <a:pt x="1335900" y="5317"/>
                </a:lnTo>
                <a:lnTo>
                  <a:pt x="1387790" y="6506"/>
                </a:lnTo>
                <a:lnTo>
                  <a:pt x="1440907" y="7818"/>
                </a:lnTo>
                <a:lnTo>
                  <a:pt x="1495111" y="9259"/>
                </a:lnTo>
                <a:lnTo>
                  <a:pt x="1550264" y="10834"/>
                </a:lnTo>
                <a:lnTo>
                  <a:pt x="1606226" y="12546"/>
                </a:lnTo>
                <a:lnTo>
                  <a:pt x="1662859" y="14401"/>
                </a:lnTo>
                <a:lnTo>
                  <a:pt x="1720023" y="16404"/>
                </a:lnTo>
                <a:lnTo>
                  <a:pt x="1777579" y="18559"/>
                </a:lnTo>
                <a:lnTo>
                  <a:pt x="1835388" y="20871"/>
                </a:lnTo>
                <a:lnTo>
                  <a:pt x="1893312" y="23345"/>
                </a:lnTo>
                <a:lnTo>
                  <a:pt x="1951211" y="25984"/>
                </a:lnTo>
                <a:lnTo>
                  <a:pt x="2008946" y="28795"/>
                </a:lnTo>
                <a:lnTo>
                  <a:pt x="2066379" y="31782"/>
                </a:lnTo>
                <a:lnTo>
                  <a:pt x="2123369" y="34949"/>
                </a:lnTo>
                <a:lnTo>
                  <a:pt x="2179779" y="38301"/>
                </a:lnTo>
                <a:lnTo>
                  <a:pt x="2235469" y="41844"/>
                </a:lnTo>
                <a:lnTo>
                  <a:pt x="2290300" y="45581"/>
                </a:lnTo>
                <a:lnTo>
                  <a:pt x="2344133" y="49517"/>
                </a:lnTo>
                <a:lnTo>
                  <a:pt x="2396829" y="53657"/>
                </a:lnTo>
                <a:lnTo>
                  <a:pt x="2448249" y="58006"/>
                </a:lnTo>
                <a:lnTo>
                  <a:pt x="2498254" y="62568"/>
                </a:lnTo>
                <a:lnTo>
                  <a:pt x="2546705" y="67349"/>
                </a:lnTo>
                <a:lnTo>
                  <a:pt x="2593463" y="72352"/>
                </a:lnTo>
                <a:lnTo>
                  <a:pt x="2638388" y="77583"/>
                </a:lnTo>
                <a:lnTo>
                  <a:pt x="2681343" y="83046"/>
                </a:lnTo>
                <a:lnTo>
                  <a:pt x="2722188" y="88746"/>
                </a:lnTo>
                <a:lnTo>
                  <a:pt x="2760783" y="94688"/>
                </a:lnTo>
                <a:lnTo>
                  <a:pt x="2830670" y="107316"/>
                </a:lnTo>
                <a:lnTo>
                  <a:pt x="2912290" y="126020"/>
                </a:lnTo>
                <a:lnTo>
                  <a:pt x="2983438" y="146667"/>
                </a:lnTo>
                <a:lnTo>
                  <a:pt x="3044998" y="169099"/>
                </a:lnTo>
                <a:lnTo>
                  <a:pt x="3097851" y="193157"/>
                </a:lnTo>
                <a:lnTo>
                  <a:pt x="3142881" y="218683"/>
                </a:lnTo>
                <a:lnTo>
                  <a:pt x="3180970" y="245518"/>
                </a:lnTo>
                <a:lnTo>
                  <a:pt x="3213001" y="273503"/>
                </a:lnTo>
                <a:lnTo>
                  <a:pt x="3239857" y="302481"/>
                </a:lnTo>
                <a:lnTo>
                  <a:pt x="3281573" y="362780"/>
                </a:lnTo>
                <a:lnTo>
                  <a:pt x="3313180" y="425146"/>
                </a:lnTo>
                <a:lnTo>
                  <a:pt x="3327399" y="456707"/>
                </a:lnTo>
              </a:path>
            </a:pathLst>
          </a:custGeom>
          <a:ln w="38099">
            <a:solidFill>
              <a:srgbClr val="000000"/>
            </a:solidFill>
          </a:ln>
        </p:spPr>
        <p:txBody>
          <a:bodyPr wrap="square" lIns="0" tIns="0" rIns="0" bIns="0" rtlCol="0"/>
          <a:lstStyle/>
          <a:p>
            <a:endParaRPr/>
          </a:p>
        </p:txBody>
      </p:sp>
      <p:sp>
        <p:nvSpPr>
          <p:cNvPr id="25" name="object 25"/>
          <p:cNvSpPr/>
          <p:nvPr/>
        </p:nvSpPr>
        <p:spPr>
          <a:xfrm>
            <a:off x="5241013" y="2932683"/>
            <a:ext cx="3293745" cy="515620"/>
          </a:xfrm>
          <a:custGeom>
            <a:avLst/>
            <a:gdLst/>
            <a:ahLst/>
            <a:cxnLst/>
            <a:rect l="l" t="t" r="r" b="b"/>
            <a:pathLst>
              <a:path w="3293745" h="515619">
                <a:moveTo>
                  <a:pt x="3293300" y="0"/>
                </a:moveTo>
                <a:lnTo>
                  <a:pt x="3246347" y="27875"/>
                </a:lnTo>
                <a:lnTo>
                  <a:pt x="3199413" y="55679"/>
                </a:lnTo>
                <a:lnTo>
                  <a:pt x="3152517" y="83339"/>
                </a:lnTo>
                <a:lnTo>
                  <a:pt x="3105676" y="110784"/>
                </a:lnTo>
                <a:lnTo>
                  <a:pt x="3058910" y="137943"/>
                </a:lnTo>
                <a:lnTo>
                  <a:pt x="3012236" y="164743"/>
                </a:lnTo>
                <a:lnTo>
                  <a:pt x="2965675" y="191113"/>
                </a:lnTo>
                <a:lnTo>
                  <a:pt x="2919244" y="216982"/>
                </a:lnTo>
                <a:lnTo>
                  <a:pt x="2872962" y="242277"/>
                </a:lnTo>
                <a:lnTo>
                  <a:pt x="2826848" y="266927"/>
                </a:lnTo>
                <a:lnTo>
                  <a:pt x="2780919" y="290860"/>
                </a:lnTo>
                <a:lnTo>
                  <a:pt x="2735196" y="314005"/>
                </a:lnTo>
                <a:lnTo>
                  <a:pt x="2689697" y="336289"/>
                </a:lnTo>
                <a:lnTo>
                  <a:pt x="2644439" y="357642"/>
                </a:lnTo>
                <a:lnTo>
                  <a:pt x="2599442" y="377991"/>
                </a:lnTo>
                <a:lnTo>
                  <a:pt x="2554725" y="397265"/>
                </a:lnTo>
                <a:lnTo>
                  <a:pt x="2510306" y="415393"/>
                </a:lnTo>
                <a:lnTo>
                  <a:pt x="2466203" y="432301"/>
                </a:lnTo>
                <a:lnTo>
                  <a:pt x="2422436" y="447920"/>
                </a:lnTo>
                <a:lnTo>
                  <a:pt x="2379022" y="462177"/>
                </a:lnTo>
                <a:lnTo>
                  <a:pt x="2335981" y="475000"/>
                </a:lnTo>
                <a:lnTo>
                  <a:pt x="2293331" y="486318"/>
                </a:lnTo>
                <a:lnTo>
                  <a:pt x="2251091" y="496059"/>
                </a:lnTo>
                <a:lnTo>
                  <a:pt x="2209280" y="504151"/>
                </a:lnTo>
                <a:lnTo>
                  <a:pt x="2167915" y="510523"/>
                </a:lnTo>
                <a:lnTo>
                  <a:pt x="2116437" y="515034"/>
                </a:lnTo>
                <a:lnTo>
                  <a:pt x="2064901" y="515143"/>
                </a:lnTo>
                <a:lnTo>
                  <a:pt x="2013403" y="511298"/>
                </a:lnTo>
                <a:lnTo>
                  <a:pt x="1962040" y="503947"/>
                </a:lnTo>
                <a:lnTo>
                  <a:pt x="1910906" y="493536"/>
                </a:lnTo>
                <a:lnTo>
                  <a:pt x="1860098" y="480513"/>
                </a:lnTo>
                <a:lnTo>
                  <a:pt x="1809711" y="465325"/>
                </a:lnTo>
                <a:lnTo>
                  <a:pt x="1759842" y="448420"/>
                </a:lnTo>
                <a:lnTo>
                  <a:pt x="1710584" y="430244"/>
                </a:lnTo>
                <a:lnTo>
                  <a:pt x="1662036" y="411246"/>
                </a:lnTo>
                <a:lnTo>
                  <a:pt x="1614291" y="391872"/>
                </a:lnTo>
                <a:lnTo>
                  <a:pt x="1567446" y="372570"/>
                </a:lnTo>
                <a:lnTo>
                  <a:pt x="1521597" y="353786"/>
                </a:lnTo>
                <a:lnTo>
                  <a:pt x="1476839" y="335969"/>
                </a:lnTo>
                <a:lnTo>
                  <a:pt x="1433268" y="319566"/>
                </a:lnTo>
                <a:lnTo>
                  <a:pt x="1390979" y="305023"/>
                </a:lnTo>
                <a:lnTo>
                  <a:pt x="1350069" y="292788"/>
                </a:lnTo>
                <a:lnTo>
                  <a:pt x="1310633" y="283309"/>
                </a:lnTo>
                <a:lnTo>
                  <a:pt x="1272767" y="277033"/>
                </a:lnTo>
                <a:lnTo>
                  <a:pt x="1236566" y="274406"/>
                </a:lnTo>
                <a:lnTo>
                  <a:pt x="1181512" y="276966"/>
                </a:lnTo>
                <a:lnTo>
                  <a:pt x="1133303" y="286066"/>
                </a:lnTo>
                <a:lnTo>
                  <a:pt x="1090691" y="300573"/>
                </a:lnTo>
                <a:lnTo>
                  <a:pt x="1052427" y="319353"/>
                </a:lnTo>
                <a:lnTo>
                  <a:pt x="1017260" y="341273"/>
                </a:lnTo>
                <a:lnTo>
                  <a:pt x="983943" y="365202"/>
                </a:lnTo>
                <a:lnTo>
                  <a:pt x="951226" y="390005"/>
                </a:lnTo>
                <a:lnTo>
                  <a:pt x="917859" y="414551"/>
                </a:lnTo>
                <a:lnTo>
                  <a:pt x="882594" y="437705"/>
                </a:lnTo>
                <a:lnTo>
                  <a:pt x="844182" y="458335"/>
                </a:lnTo>
                <a:lnTo>
                  <a:pt x="801372" y="475309"/>
                </a:lnTo>
                <a:lnTo>
                  <a:pt x="752918" y="487492"/>
                </a:lnTo>
                <a:lnTo>
                  <a:pt x="708871" y="494160"/>
                </a:lnTo>
                <a:lnTo>
                  <a:pt x="660043" y="499224"/>
                </a:lnTo>
                <a:lnTo>
                  <a:pt x="607333" y="502860"/>
                </a:lnTo>
                <a:lnTo>
                  <a:pt x="551644" y="505245"/>
                </a:lnTo>
                <a:lnTo>
                  <a:pt x="493875" y="506557"/>
                </a:lnTo>
                <a:lnTo>
                  <a:pt x="434927" y="506972"/>
                </a:lnTo>
                <a:lnTo>
                  <a:pt x="375702" y="506667"/>
                </a:lnTo>
                <a:lnTo>
                  <a:pt x="317100" y="505819"/>
                </a:lnTo>
                <a:lnTo>
                  <a:pt x="260021" y="504605"/>
                </a:lnTo>
                <a:lnTo>
                  <a:pt x="205368" y="503201"/>
                </a:lnTo>
                <a:lnTo>
                  <a:pt x="154040" y="501784"/>
                </a:lnTo>
                <a:lnTo>
                  <a:pt x="106938" y="500532"/>
                </a:lnTo>
                <a:lnTo>
                  <a:pt x="64964" y="499620"/>
                </a:lnTo>
                <a:lnTo>
                  <a:pt x="29017" y="499227"/>
                </a:lnTo>
                <a:lnTo>
                  <a:pt x="0" y="499528"/>
                </a:lnTo>
              </a:path>
            </a:pathLst>
          </a:custGeom>
          <a:ln w="38099">
            <a:solidFill>
              <a:srgbClr val="000000"/>
            </a:solidFill>
          </a:ln>
        </p:spPr>
        <p:txBody>
          <a:bodyPr wrap="square" lIns="0" tIns="0" rIns="0" bIns="0" rtlCol="0"/>
          <a:lstStyle/>
          <a:p>
            <a:endParaRPr/>
          </a:p>
        </p:txBody>
      </p:sp>
      <p:sp>
        <p:nvSpPr>
          <p:cNvPr id="26" name="object 26"/>
          <p:cNvSpPr/>
          <p:nvPr/>
        </p:nvSpPr>
        <p:spPr>
          <a:xfrm>
            <a:off x="4029984" y="3374163"/>
            <a:ext cx="1056640" cy="428625"/>
          </a:xfrm>
          <a:custGeom>
            <a:avLst/>
            <a:gdLst/>
            <a:ahLst/>
            <a:cxnLst/>
            <a:rect l="l" t="t" r="r" b="b"/>
            <a:pathLst>
              <a:path w="1056639" h="428625">
                <a:moveTo>
                  <a:pt x="1056291" y="18829"/>
                </a:moveTo>
                <a:lnTo>
                  <a:pt x="1000111" y="15841"/>
                </a:lnTo>
                <a:lnTo>
                  <a:pt x="944181" y="12934"/>
                </a:lnTo>
                <a:lnTo>
                  <a:pt x="888687" y="10171"/>
                </a:lnTo>
                <a:lnTo>
                  <a:pt x="833812" y="7613"/>
                </a:lnTo>
                <a:lnTo>
                  <a:pt x="779743" y="5321"/>
                </a:lnTo>
                <a:lnTo>
                  <a:pt x="726664" y="3356"/>
                </a:lnTo>
                <a:lnTo>
                  <a:pt x="674761" y="1780"/>
                </a:lnTo>
                <a:lnTo>
                  <a:pt x="624219" y="654"/>
                </a:lnTo>
                <a:lnTo>
                  <a:pt x="575222" y="40"/>
                </a:lnTo>
                <a:lnTo>
                  <a:pt x="527957" y="0"/>
                </a:lnTo>
                <a:lnTo>
                  <a:pt x="482607" y="593"/>
                </a:lnTo>
                <a:lnTo>
                  <a:pt x="439359" y="1882"/>
                </a:lnTo>
                <a:lnTo>
                  <a:pt x="398397" y="3929"/>
                </a:lnTo>
                <a:lnTo>
                  <a:pt x="359907" y="6794"/>
                </a:lnTo>
                <a:lnTo>
                  <a:pt x="296891" y="12920"/>
                </a:lnTo>
                <a:lnTo>
                  <a:pt x="238364" y="20072"/>
                </a:lnTo>
                <a:lnTo>
                  <a:pt x="184848" y="28712"/>
                </a:lnTo>
                <a:lnTo>
                  <a:pt x="136863" y="39304"/>
                </a:lnTo>
                <a:lnTo>
                  <a:pt x="94931" y="52308"/>
                </a:lnTo>
                <a:lnTo>
                  <a:pt x="59572" y="68188"/>
                </a:lnTo>
                <a:lnTo>
                  <a:pt x="10657" y="110424"/>
                </a:lnTo>
                <a:lnTo>
                  <a:pt x="0" y="145786"/>
                </a:lnTo>
                <a:lnTo>
                  <a:pt x="3412" y="191440"/>
                </a:lnTo>
                <a:lnTo>
                  <a:pt x="16822" y="242696"/>
                </a:lnTo>
                <a:lnTo>
                  <a:pt x="36156" y="294865"/>
                </a:lnTo>
                <a:lnTo>
                  <a:pt x="57341" y="343255"/>
                </a:lnTo>
                <a:lnTo>
                  <a:pt x="76304" y="383179"/>
                </a:lnTo>
                <a:lnTo>
                  <a:pt x="88973" y="409945"/>
                </a:lnTo>
                <a:lnTo>
                  <a:pt x="101475" y="428175"/>
                </a:lnTo>
                <a:lnTo>
                  <a:pt x="111199" y="422899"/>
                </a:lnTo>
                <a:lnTo>
                  <a:pt x="119335" y="401954"/>
                </a:lnTo>
                <a:lnTo>
                  <a:pt x="127074" y="373174"/>
                </a:lnTo>
              </a:path>
            </a:pathLst>
          </a:custGeom>
          <a:ln w="38099">
            <a:solidFill>
              <a:srgbClr val="000000"/>
            </a:solidFill>
          </a:ln>
        </p:spPr>
        <p:txBody>
          <a:bodyPr wrap="square" lIns="0" tIns="0" rIns="0" bIns="0" rtlCol="0"/>
          <a:lstStyle/>
          <a:p>
            <a:endParaRPr/>
          </a:p>
        </p:txBody>
      </p:sp>
      <p:sp>
        <p:nvSpPr>
          <p:cNvPr id="27" name="object 27"/>
          <p:cNvSpPr/>
          <p:nvPr/>
        </p:nvSpPr>
        <p:spPr>
          <a:xfrm>
            <a:off x="2698396" y="4633993"/>
            <a:ext cx="6523990" cy="462280"/>
          </a:xfrm>
          <a:custGeom>
            <a:avLst/>
            <a:gdLst/>
            <a:ahLst/>
            <a:cxnLst/>
            <a:rect l="l" t="t" r="r" b="b"/>
            <a:pathLst>
              <a:path w="6523990" h="462279">
                <a:moveTo>
                  <a:pt x="6523842" y="0"/>
                </a:moveTo>
                <a:lnTo>
                  <a:pt x="6480283" y="13525"/>
                </a:lnTo>
                <a:lnTo>
                  <a:pt x="6435023" y="26998"/>
                </a:lnTo>
                <a:lnTo>
                  <a:pt x="6386363" y="40364"/>
                </a:lnTo>
                <a:lnTo>
                  <a:pt x="6332603" y="53570"/>
                </a:lnTo>
                <a:lnTo>
                  <a:pt x="6272041" y="66563"/>
                </a:lnTo>
                <a:lnTo>
                  <a:pt x="6202980" y="79290"/>
                </a:lnTo>
                <a:lnTo>
                  <a:pt x="6164730" y="85537"/>
                </a:lnTo>
                <a:lnTo>
                  <a:pt x="6123717" y="91697"/>
                </a:lnTo>
                <a:lnTo>
                  <a:pt x="6079729" y="97764"/>
                </a:lnTo>
                <a:lnTo>
                  <a:pt x="6032554" y="103732"/>
                </a:lnTo>
                <a:lnTo>
                  <a:pt x="5981978" y="109592"/>
                </a:lnTo>
                <a:lnTo>
                  <a:pt x="5927789" y="115340"/>
                </a:lnTo>
                <a:lnTo>
                  <a:pt x="5869775" y="120967"/>
                </a:lnTo>
                <a:lnTo>
                  <a:pt x="5807723" y="126468"/>
                </a:lnTo>
                <a:lnTo>
                  <a:pt x="5741421" y="131836"/>
                </a:lnTo>
                <a:lnTo>
                  <a:pt x="5670656" y="137064"/>
                </a:lnTo>
                <a:lnTo>
                  <a:pt x="5595216" y="142146"/>
                </a:lnTo>
                <a:lnTo>
                  <a:pt x="5514887" y="147074"/>
                </a:lnTo>
                <a:lnTo>
                  <a:pt x="5429459" y="151843"/>
                </a:lnTo>
                <a:lnTo>
                  <a:pt x="5338717" y="156445"/>
                </a:lnTo>
                <a:lnTo>
                  <a:pt x="5242450" y="160874"/>
                </a:lnTo>
                <a:lnTo>
                  <a:pt x="5140445" y="165123"/>
                </a:lnTo>
                <a:lnTo>
                  <a:pt x="5071822" y="167648"/>
                </a:lnTo>
                <a:lnTo>
                  <a:pt x="4998184" y="169995"/>
                </a:lnTo>
                <a:lnTo>
                  <a:pt x="4959561" y="171105"/>
                </a:lnTo>
                <a:lnTo>
                  <a:pt x="4919776" y="172175"/>
                </a:lnTo>
                <a:lnTo>
                  <a:pt x="4878862" y="173205"/>
                </a:lnTo>
                <a:lnTo>
                  <a:pt x="4836847" y="174196"/>
                </a:lnTo>
                <a:lnTo>
                  <a:pt x="4793764" y="175150"/>
                </a:lnTo>
                <a:lnTo>
                  <a:pt x="4749643" y="176067"/>
                </a:lnTo>
                <a:lnTo>
                  <a:pt x="4704515" y="176950"/>
                </a:lnTo>
                <a:lnTo>
                  <a:pt x="4658410" y="177798"/>
                </a:lnTo>
                <a:lnTo>
                  <a:pt x="4611360" y="178614"/>
                </a:lnTo>
                <a:lnTo>
                  <a:pt x="4563396" y="179398"/>
                </a:lnTo>
                <a:lnTo>
                  <a:pt x="4514548" y="180152"/>
                </a:lnTo>
                <a:lnTo>
                  <a:pt x="4464847" y="180876"/>
                </a:lnTo>
                <a:lnTo>
                  <a:pt x="4414325" y="181571"/>
                </a:lnTo>
                <a:lnTo>
                  <a:pt x="4363011" y="182240"/>
                </a:lnTo>
                <a:lnTo>
                  <a:pt x="4310937" y="182883"/>
                </a:lnTo>
                <a:lnTo>
                  <a:pt x="4258133" y="183500"/>
                </a:lnTo>
                <a:lnTo>
                  <a:pt x="4204631" y="184094"/>
                </a:lnTo>
                <a:lnTo>
                  <a:pt x="4150462" y="184666"/>
                </a:lnTo>
                <a:lnTo>
                  <a:pt x="4095655" y="185215"/>
                </a:lnTo>
                <a:lnTo>
                  <a:pt x="4040243" y="185745"/>
                </a:lnTo>
                <a:lnTo>
                  <a:pt x="3984255" y="186255"/>
                </a:lnTo>
                <a:lnTo>
                  <a:pt x="3927723" y="186748"/>
                </a:lnTo>
                <a:lnTo>
                  <a:pt x="3870678" y="187223"/>
                </a:lnTo>
                <a:lnTo>
                  <a:pt x="3813150" y="187682"/>
                </a:lnTo>
                <a:lnTo>
                  <a:pt x="3755170" y="188127"/>
                </a:lnTo>
                <a:lnTo>
                  <a:pt x="3696770" y="188559"/>
                </a:lnTo>
                <a:lnTo>
                  <a:pt x="3637979" y="188978"/>
                </a:lnTo>
                <a:lnTo>
                  <a:pt x="3578830" y="189386"/>
                </a:lnTo>
                <a:lnTo>
                  <a:pt x="3519352" y="189783"/>
                </a:lnTo>
                <a:lnTo>
                  <a:pt x="3459576" y="190172"/>
                </a:lnTo>
                <a:lnTo>
                  <a:pt x="3399535" y="190553"/>
                </a:lnTo>
                <a:lnTo>
                  <a:pt x="3339257" y="190927"/>
                </a:lnTo>
                <a:lnTo>
                  <a:pt x="3278774" y="191295"/>
                </a:lnTo>
                <a:lnTo>
                  <a:pt x="3218118" y="191660"/>
                </a:lnTo>
                <a:lnTo>
                  <a:pt x="3157318" y="192021"/>
                </a:lnTo>
                <a:lnTo>
                  <a:pt x="3096406" y="192379"/>
                </a:lnTo>
                <a:lnTo>
                  <a:pt x="3035412" y="192737"/>
                </a:lnTo>
                <a:lnTo>
                  <a:pt x="2974368" y="193095"/>
                </a:lnTo>
                <a:lnTo>
                  <a:pt x="2913304" y="193454"/>
                </a:lnTo>
                <a:lnTo>
                  <a:pt x="2852251" y="193815"/>
                </a:lnTo>
                <a:lnTo>
                  <a:pt x="2791240" y="194180"/>
                </a:lnTo>
                <a:lnTo>
                  <a:pt x="2730302" y="194550"/>
                </a:lnTo>
                <a:lnTo>
                  <a:pt x="2669467" y="194926"/>
                </a:lnTo>
                <a:lnTo>
                  <a:pt x="2608767" y="195308"/>
                </a:lnTo>
                <a:lnTo>
                  <a:pt x="2548232" y="195699"/>
                </a:lnTo>
                <a:lnTo>
                  <a:pt x="2487894" y="196098"/>
                </a:lnTo>
                <a:lnTo>
                  <a:pt x="2427783" y="196508"/>
                </a:lnTo>
                <a:lnTo>
                  <a:pt x="2367929" y="196930"/>
                </a:lnTo>
                <a:lnTo>
                  <a:pt x="2308364" y="197364"/>
                </a:lnTo>
                <a:lnTo>
                  <a:pt x="2249119" y="197812"/>
                </a:lnTo>
                <a:lnTo>
                  <a:pt x="2190225" y="198275"/>
                </a:lnTo>
                <a:lnTo>
                  <a:pt x="2131711" y="198754"/>
                </a:lnTo>
                <a:lnTo>
                  <a:pt x="2073610" y="199250"/>
                </a:lnTo>
                <a:lnTo>
                  <a:pt x="2015952" y="199764"/>
                </a:lnTo>
                <a:lnTo>
                  <a:pt x="1958768" y="200298"/>
                </a:lnTo>
                <a:lnTo>
                  <a:pt x="1902088" y="200853"/>
                </a:lnTo>
                <a:lnTo>
                  <a:pt x="1845944" y="201429"/>
                </a:lnTo>
                <a:lnTo>
                  <a:pt x="1790367" y="202028"/>
                </a:lnTo>
                <a:lnTo>
                  <a:pt x="1735387" y="202651"/>
                </a:lnTo>
                <a:lnTo>
                  <a:pt x="1681035" y="203299"/>
                </a:lnTo>
                <a:lnTo>
                  <a:pt x="1627342" y="203973"/>
                </a:lnTo>
                <a:lnTo>
                  <a:pt x="1574339" y="204675"/>
                </a:lnTo>
                <a:lnTo>
                  <a:pt x="1522056" y="205405"/>
                </a:lnTo>
                <a:lnTo>
                  <a:pt x="1470526" y="206165"/>
                </a:lnTo>
                <a:lnTo>
                  <a:pt x="1419777" y="206956"/>
                </a:lnTo>
                <a:lnTo>
                  <a:pt x="1369842" y="207779"/>
                </a:lnTo>
                <a:lnTo>
                  <a:pt x="1320751" y="208635"/>
                </a:lnTo>
                <a:lnTo>
                  <a:pt x="1272535" y="209525"/>
                </a:lnTo>
                <a:lnTo>
                  <a:pt x="1225225" y="210450"/>
                </a:lnTo>
                <a:lnTo>
                  <a:pt x="1178851" y="211412"/>
                </a:lnTo>
                <a:lnTo>
                  <a:pt x="1133445" y="212411"/>
                </a:lnTo>
                <a:lnTo>
                  <a:pt x="1089038" y="213450"/>
                </a:lnTo>
                <a:lnTo>
                  <a:pt x="1045659" y="214528"/>
                </a:lnTo>
                <a:lnTo>
                  <a:pt x="1003341" y="215647"/>
                </a:lnTo>
                <a:lnTo>
                  <a:pt x="962114" y="216809"/>
                </a:lnTo>
                <a:lnTo>
                  <a:pt x="922009" y="218013"/>
                </a:lnTo>
                <a:lnTo>
                  <a:pt x="883056" y="219262"/>
                </a:lnTo>
                <a:lnTo>
                  <a:pt x="808732" y="221899"/>
                </a:lnTo>
                <a:lnTo>
                  <a:pt x="739388" y="224726"/>
                </a:lnTo>
                <a:lnTo>
                  <a:pt x="675273" y="227755"/>
                </a:lnTo>
                <a:lnTo>
                  <a:pt x="616632" y="230992"/>
                </a:lnTo>
                <a:lnTo>
                  <a:pt x="522052" y="237140"/>
                </a:lnTo>
                <a:lnTo>
                  <a:pt x="436783" y="243662"/>
                </a:lnTo>
                <a:lnTo>
                  <a:pt x="360440" y="250544"/>
                </a:lnTo>
                <a:lnTo>
                  <a:pt x="292639" y="257769"/>
                </a:lnTo>
                <a:lnTo>
                  <a:pt x="232996" y="265324"/>
                </a:lnTo>
                <a:lnTo>
                  <a:pt x="181128" y="273192"/>
                </a:lnTo>
                <a:lnTo>
                  <a:pt x="136650" y="281358"/>
                </a:lnTo>
                <a:lnTo>
                  <a:pt x="99180" y="289807"/>
                </a:lnTo>
                <a:lnTo>
                  <a:pt x="43723" y="307494"/>
                </a:lnTo>
                <a:lnTo>
                  <a:pt x="3491" y="335767"/>
                </a:lnTo>
                <a:lnTo>
                  <a:pt x="0" y="345595"/>
                </a:lnTo>
                <a:lnTo>
                  <a:pt x="827" y="355599"/>
                </a:lnTo>
                <a:lnTo>
                  <a:pt x="25390" y="386517"/>
                </a:lnTo>
                <a:lnTo>
                  <a:pt x="75009" y="418473"/>
                </a:lnTo>
                <a:lnTo>
                  <a:pt x="116890" y="440151"/>
                </a:lnTo>
                <a:lnTo>
                  <a:pt x="139320" y="451056"/>
                </a:lnTo>
                <a:lnTo>
                  <a:pt x="162230" y="461985"/>
                </a:lnTo>
              </a:path>
            </a:pathLst>
          </a:custGeom>
          <a:ln w="38099">
            <a:solidFill>
              <a:srgbClr val="000000"/>
            </a:solidFill>
          </a:ln>
        </p:spPr>
        <p:txBody>
          <a:bodyPr wrap="square" lIns="0" tIns="0" rIns="0" bIns="0" rtlCol="0"/>
          <a:lstStyle/>
          <a:p>
            <a:endParaRPr/>
          </a:p>
        </p:txBody>
      </p:sp>
      <p:sp>
        <p:nvSpPr>
          <p:cNvPr id="28" name="object 28"/>
          <p:cNvSpPr/>
          <p:nvPr/>
        </p:nvSpPr>
        <p:spPr>
          <a:xfrm>
            <a:off x="1059176" y="5097554"/>
            <a:ext cx="2855595" cy="417195"/>
          </a:xfrm>
          <a:custGeom>
            <a:avLst/>
            <a:gdLst/>
            <a:ahLst/>
            <a:cxnLst/>
            <a:rect l="l" t="t" r="r" b="b"/>
            <a:pathLst>
              <a:path w="2855595" h="417195">
                <a:moveTo>
                  <a:pt x="0" y="0"/>
                </a:moveTo>
                <a:lnTo>
                  <a:pt x="2855382" y="0"/>
                </a:lnTo>
                <a:lnTo>
                  <a:pt x="2855382" y="416780"/>
                </a:lnTo>
                <a:lnTo>
                  <a:pt x="0" y="416780"/>
                </a:lnTo>
                <a:lnTo>
                  <a:pt x="0" y="0"/>
                </a:lnTo>
                <a:close/>
              </a:path>
            </a:pathLst>
          </a:custGeom>
          <a:solidFill>
            <a:srgbClr val="7A4779"/>
          </a:solidFill>
        </p:spPr>
        <p:txBody>
          <a:bodyPr wrap="square" lIns="0" tIns="0" rIns="0" bIns="0" rtlCol="0"/>
          <a:lstStyle/>
          <a:p>
            <a:endParaRPr/>
          </a:p>
        </p:txBody>
      </p:sp>
      <p:sp>
        <p:nvSpPr>
          <p:cNvPr id="29" name="object 29"/>
          <p:cNvSpPr/>
          <p:nvPr/>
        </p:nvSpPr>
        <p:spPr>
          <a:xfrm>
            <a:off x="1059176" y="5097554"/>
            <a:ext cx="2855595" cy="417195"/>
          </a:xfrm>
          <a:custGeom>
            <a:avLst/>
            <a:gdLst/>
            <a:ahLst/>
            <a:cxnLst/>
            <a:rect l="l" t="t" r="r" b="b"/>
            <a:pathLst>
              <a:path w="2855595" h="417195">
                <a:moveTo>
                  <a:pt x="0" y="0"/>
                </a:moveTo>
                <a:lnTo>
                  <a:pt x="2855382" y="0"/>
                </a:lnTo>
                <a:lnTo>
                  <a:pt x="2855382" y="416780"/>
                </a:lnTo>
                <a:lnTo>
                  <a:pt x="0" y="416780"/>
                </a:lnTo>
                <a:lnTo>
                  <a:pt x="0" y="0"/>
                </a:lnTo>
                <a:close/>
              </a:path>
            </a:pathLst>
          </a:custGeom>
          <a:ln w="9524">
            <a:solidFill>
              <a:srgbClr val="FFFFFF"/>
            </a:solidFill>
          </a:ln>
        </p:spPr>
        <p:txBody>
          <a:bodyPr wrap="square" lIns="0" tIns="0" rIns="0" bIns="0" rtlCol="0"/>
          <a:lstStyle/>
          <a:p>
            <a:endParaRPr/>
          </a:p>
        </p:txBody>
      </p:sp>
      <p:sp>
        <p:nvSpPr>
          <p:cNvPr id="30" name="object 30"/>
          <p:cNvSpPr txBox="1"/>
          <p:nvPr/>
        </p:nvSpPr>
        <p:spPr>
          <a:xfrm>
            <a:off x="1059176" y="5138828"/>
            <a:ext cx="2855595" cy="330200"/>
          </a:xfrm>
          <a:prstGeom prst="rect">
            <a:avLst/>
          </a:prstGeom>
        </p:spPr>
        <p:txBody>
          <a:bodyPr vert="horz" wrap="square" lIns="0" tIns="12700" rIns="0" bIns="0" rtlCol="0">
            <a:spAutoFit/>
          </a:bodyPr>
          <a:lstStyle/>
          <a:p>
            <a:pPr marL="922020">
              <a:lnSpc>
                <a:spcPct val="100000"/>
              </a:lnSpc>
              <a:spcBef>
                <a:spcPts val="100"/>
              </a:spcBef>
            </a:pPr>
            <a:r>
              <a:rPr sz="2000" dirty="0">
                <a:solidFill>
                  <a:srgbClr val="FFFFFF"/>
                </a:solidFill>
                <a:latin typeface="华文新魏" panose="02010800040101010101" charset="-122"/>
                <a:cs typeface="华文新魏" panose="02010800040101010101" charset="-122"/>
              </a:rPr>
              <a:t>完善系统</a:t>
            </a:r>
            <a:endParaRPr sz="2000">
              <a:latin typeface="华文新魏" panose="02010800040101010101" charset="-122"/>
              <a:cs typeface="华文新魏" panose="02010800040101010101" charset="-122"/>
            </a:endParaRPr>
          </a:p>
        </p:txBody>
      </p:sp>
      <p:sp>
        <p:nvSpPr>
          <p:cNvPr id="31" name="object 31"/>
          <p:cNvSpPr/>
          <p:nvPr/>
        </p:nvSpPr>
        <p:spPr>
          <a:xfrm>
            <a:off x="7898522" y="5226303"/>
            <a:ext cx="4081145" cy="417195"/>
          </a:xfrm>
          <a:custGeom>
            <a:avLst/>
            <a:gdLst/>
            <a:ahLst/>
            <a:cxnLst/>
            <a:rect l="l" t="t" r="r" b="b"/>
            <a:pathLst>
              <a:path w="4081145" h="417195">
                <a:moveTo>
                  <a:pt x="0" y="0"/>
                </a:moveTo>
                <a:lnTo>
                  <a:pt x="4080931" y="0"/>
                </a:lnTo>
                <a:lnTo>
                  <a:pt x="4080931" y="416780"/>
                </a:lnTo>
                <a:lnTo>
                  <a:pt x="0" y="416780"/>
                </a:lnTo>
                <a:lnTo>
                  <a:pt x="0" y="0"/>
                </a:lnTo>
                <a:close/>
              </a:path>
            </a:pathLst>
          </a:custGeom>
          <a:solidFill>
            <a:srgbClr val="7A4779"/>
          </a:solidFill>
        </p:spPr>
        <p:txBody>
          <a:bodyPr wrap="square" lIns="0" tIns="0" rIns="0" bIns="0" rtlCol="0"/>
          <a:lstStyle/>
          <a:p>
            <a:endParaRPr/>
          </a:p>
        </p:txBody>
      </p:sp>
      <p:sp>
        <p:nvSpPr>
          <p:cNvPr id="32" name="object 32"/>
          <p:cNvSpPr/>
          <p:nvPr/>
        </p:nvSpPr>
        <p:spPr>
          <a:xfrm>
            <a:off x="7898522" y="5226303"/>
            <a:ext cx="4081145" cy="417195"/>
          </a:xfrm>
          <a:custGeom>
            <a:avLst/>
            <a:gdLst/>
            <a:ahLst/>
            <a:cxnLst/>
            <a:rect l="l" t="t" r="r" b="b"/>
            <a:pathLst>
              <a:path w="4081145" h="417195">
                <a:moveTo>
                  <a:pt x="0" y="0"/>
                </a:moveTo>
                <a:lnTo>
                  <a:pt x="4080932" y="0"/>
                </a:lnTo>
                <a:lnTo>
                  <a:pt x="4080932" y="416780"/>
                </a:lnTo>
                <a:lnTo>
                  <a:pt x="0" y="416780"/>
                </a:lnTo>
                <a:lnTo>
                  <a:pt x="0" y="0"/>
                </a:lnTo>
                <a:close/>
              </a:path>
            </a:pathLst>
          </a:custGeom>
          <a:ln w="9524">
            <a:solidFill>
              <a:srgbClr val="FFFFFF"/>
            </a:solidFill>
          </a:ln>
        </p:spPr>
        <p:txBody>
          <a:bodyPr wrap="square" lIns="0" tIns="0" rIns="0" bIns="0" rtlCol="0"/>
          <a:lstStyle/>
          <a:p>
            <a:endParaRPr/>
          </a:p>
        </p:txBody>
      </p:sp>
      <p:sp>
        <p:nvSpPr>
          <p:cNvPr id="33" name="object 33"/>
          <p:cNvSpPr txBox="1"/>
          <p:nvPr/>
        </p:nvSpPr>
        <p:spPr>
          <a:xfrm>
            <a:off x="9039934" y="5267578"/>
            <a:ext cx="1803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华文新魏" panose="02010800040101010101" charset="-122"/>
                <a:cs typeface="华文新魏" panose="02010800040101010101" charset="-122"/>
              </a:rPr>
              <a:t>管理变化的需求</a:t>
            </a:r>
            <a:endParaRPr sz="2000">
              <a:latin typeface="华文新魏" panose="02010800040101010101" charset="-122"/>
              <a:cs typeface="华文新魏" panose="02010800040101010101" charset="-122"/>
            </a:endParaRPr>
          </a:p>
        </p:txBody>
      </p:sp>
      <p:sp>
        <p:nvSpPr>
          <p:cNvPr id="34" name="object 34"/>
          <p:cNvSpPr txBox="1"/>
          <p:nvPr/>
        </p:nvSpPr>
        <p:spPr>
          <a:xfrm>
            <a:off x="5183645" y="5859145"/>
            <a:ext cx="1132840" cy="633730"/>
          </a:xfrm>
          <a:prstGeom prst="rect">
            <a:avLst/>
          </a:prstGeom>
          <a:solidFill>
            <a:srgbClr val="7A4779"/>
          </a:solidFill>
        </p:spPr>
        <p:txBody>
          <a:bodyPr vert="horz" wrap="square" lIns="0" tIns="54610" rIns="0" bIns="0" rtlCol="0">
            <a:spAutoFit/>
          </a:bodyPr>
          <a:lstStyle/>
          <a:p>
            <a:pPr marL="255270" marR="77470" indent="-177800">
              <a:lnSpc>
                <a:spcPts val="2100"/>
              </a:lnSpc>
              <a:spcBef>
                <a:spcPts val="430"/>
              </a:spcBef>
            </a:pPr>
            <a:r>
              <a:rPr sz="1800" b="1" spc="-5" dirty="0">
                <a:solidFill>
                  <a:srgbClr val="FFFFFF"/>
                </a:solidFill>
                <a:latin typeface="华文新魏" panose="02010800040101010101" charset="-122"/>
                <a:cs typeface="华文新魏" panose="02010800040101010101" charset="-122"/>
              </a:rPr>
              <a:t>用例</a:t>
            </a:r>
            <a:r>
              <a:rPr sz="1800" b="1" spc="-90" dirty="0">
                <a:solidFill>
                  <a:srgbClr val="FFFFFF"/>
                </a:solidFill>
                <a:latin typeface="华文新魏" panose="02010800040101010101" charset="-122"/>
                <a:cs typeface="华文新魏" panose="02010800040101010101" charset="-122"/>
              </a:rPr>
              <a:t> </a:t>
            </a:r>
            <a:r>
              <a:rPr sz="1800" b="1" spc="-5" dirty="0">
                <a:solidFill>
                  <a:srgbClr val="FFFFFF"/>
                </a:solidFill>
                <a:latin typeface="华文新魏" panose="02010800040101010101" charset="-122"/>
                <a:cs typeface="华文新魏" panose="02010800040101010101" charset="-122"/>
              </a:rPr>
              <a:t>规约 (详细)</a:t>
            </a:r>
            <a:endParaRPr sz="1800">
              <a:latin typeface="华文新魏" panose="02010800040101010101" charset="-122"/>
              <a:cs typeface="华文新魏" panose="02010800040101010101" charset="-122"/>
            </a:endParaRPr>
          </a:p>
        </p:txBody>
      </p:sp>
      <p:sp>
        <p:nvSpPr>
          <p:cNvPr id="35" name="object 35"/>
          <p:cNvSpPr/>
          <p:nvPr/>
        </p:nvSpPr>
        <p:spPr>
          <a:xfrm>
            <a:off x="5408867" y="5204916"/>
            <a:ext cx="650875" cy="630555"/>
          </a:xfrm>
          <a:custGeom>
            <a:avLst/>
            <a:gdLst/>
            <a:ahLst/>
            <a:cxnLst/>
            <a:rect l="l" t="t" r="r" b="b"/>
            <a:pathLst>
              <a:path w="650875" h="630554">
                <a:moveTo>
                  <a:pt x="80437" y="0"/>
                </a:moveTo>
                <a:lnTo>
                  <a:pt x="0" y="584572"/>
                </a:lnTo>
                <a:lnTo>
                  <a:pt x="564038" y="630448"/>
                </a:lnTo>
                <a:lnTo>
                  <a:pt x="650853" y="45877"/>
                </a:lnTo>
                <a:lnTo>
                  <a:pt x="80437" y="0"/>
                </a:lnTo>
                <a:close/>
              </a:path>
            </a:pathLst>
          </a:custGeom>
          <a:solidFill>
            <a:srgbClr val="CCCCCC"/>
          </a:solidFill>
        </p:spPr>
        <p:txBody>
          <a:bodyPr wrap="square" lIns="0" tIns="0" rIns="0" bIns="0" rtlCol="0"/>
          <a:lstStyle/>
          <a:p>
            <a:endParaRPr/>
          </a:p>
        </p:txBody>
      </p:sp>
      <p:sp>
        <p:nvSpPr>
          <p:cNvPr id="36" name="object 36"/>
          <p:cNvSpPr/>
          <p:nvPr/>
        </p:nvSpPr>
        <p:spPr>
          <a:xfrm>
            <a:off x="5408866" y="5204915"/>
            <a:ext cx="650875" cy="630555"/>
          </a:xfrm>
          <a:custGeom>
            <a:avLst/>
            <a:gdLst/>
            <a:ahLst/>
            <a:cxnLst/>
            <a:rect l="l" t="t" r="r" b="b"/>
            <a:pathLst>
              <a:path w="650875" h="630554">
                <a:moveTo>
                  <a:pt x="80437" y="0"/>
                </a:moveTo>
                <a:lnTo>
                  <a:pt x="650853" y="45877"/>
                </a:lnTo>
                <a:lnTo>
                  <a:pt x="564038" y="630449"/>
                </a:lnTo>
                <a:lnTo>
                  <a:pt x="0" y="584572"/>
                </a:lnTo>
                <a:lnTo>
                  <a:pt x="80437" y="0"/>
                </a:lnTo>
              </a:path>
            </a:pathLst>
          </a:custGeom>
          <a:ln w="6258">
            <a:solidFill>
              <a:srgbClr val="CCCCCC"/>
            </a:solidFill>
          </a:ln>
        </p:spPr>
        <p:txBody>
          <a:bodyPr wrap="square" lIns="0" tIns="0" rIns="0" bIns="0" rtlCol="0"/>
          <a:lstStyle/>
          <a:p>
            <a:endParaRPr/>
          </a:p>
        </p:txBody>
      </p:sp>
      <p:sp>
        <p:nvSpPr>
          <p:cNvPr id="37" name="object 37"/>
          <p:cNvSpPr/>
          <p:nvPr/>
        </p:nvSpPr>
        <p:spPr>
          <a:xfrm>
            <a:off x="5433881" y="5213890"/>
            <a:ext cx="614045" cy="608330"/>
          </a:xfrm>
          <a:custGeom>
            <a:avLst/>
            <a:gdLst/>
            <a:ahLst/>
            <a:cxnLst/>
            <a:rect l="l" t="t" r="r" b="b"/>
            <a:pathLst>
              <a:path w="614045" h="608329">
                <a:moveTo>
                  <a:pt x="43162" y="0"/>
                </a:moveTo>
                <a:lnTo>
                  <a:pt x="0" y="584583"/>
                </a:lnTo>
                <a:lnTo>
                  <a:pt x="570419" y="607758"/>
                </a:lnTo>
                <a:lnTo>
                  <a:pt x="613590" y="23186"/>
                </a:lnTo>
                <a:lnTo>
                  <a:pt x="43162" y="0"/>
                </a:lnTo>
                <a:close/>
              </a:path>
            </a:pathLst>
          </a:custGeom>
          <a:solidFill>
            <a:srgbClr val="CCCCCC"/>
          </a:solidFill>
        </p:spPr>
        <p:txBody>
          <a:bodyPr wrap="square" lIns="0" tIns="0" rIns="0" bIns="0" rtlCol="0"/>
          <a:lstStyle/>
          <a:p>
            <a:endParaRPr/>
          </a:p>
        </p:txBody>
      </p:sp>
      <p:sp>
        <p:nvSpPr>
          <p:cNvPr id="38" name="object 38"/>
          <p:cNvSpPr/>
          <p:nvPr/>
        </p:nvSpPr>
        <p:spPr>
          <a:xfrm>
            <a:off x="5433880" y="5213889"/>
            <a:ext cx="614045" cy="608330"/>
          </a:xfrm>
          <a:custGeom>
            <a:avLst/>
            <a:gdLst/>
            <a:ahLst/>
            <a:cxnLst/>
            <a:rect l="l" t="t" r="r" b="b"/>
            <a:pathLst>
              <a:path w="614045" h="608329">
                <a:moveTo>
                  <a:pt x="43162" y="0"/>
                </a:moveTo>
                <a:lnTo>
                  <a:pt x="613590" y="23186"/>
                </a:lnTo>
                <a:lnTo>
                  <a:pt x="570419" y="607759"/>
                </a:lnTo>
                <a:lnTo>
                  <a:pt x="0" y="584583"/>
                </a:lnTo>
                <a:lnTo>
                  <a:pt x="43162" y="0"/>
                </a:lnTo>
              </a:path>
            </a:pathLst>
          </a:custGeom>
          <a:ln w="6261">
            <a:solidFill>
              <a:srgbClr val="CCCCCC"/>
            </a:solidFill>
          </a:ln>
        </p:spPr>
        <p:txBody>
          <a:bodyPr wrap="square" lIns="0" tIns="0" rIns="0" bIns="0" rtlCol="0"/>
          <a:lstStyle/>
          <a:p>
            <a:endParaRPr/>
          </a:p>
        </p:txBody>
      </p:sp>
      <p:sp>
        <p:nvSpPr>
          <p:cNvPr id="39" name="object 39"/>
          <p:cNvSpPr/>
          <p:nvPr/>
        </p:nvSpPr>
        <p:spPr>
          <a:xfrm>
            <a:off x="5464781" y="5218628"/>
            <a:ext cx="570865" cy="584835"/>
          </a:xfrm>
          <a:custGeom>
            <a:avLst/>
            <a:gdLst/>
            <a:ahLst/>
            <a:cxnLst/>
            <a:rect l="l" t="t" r="r" b="b"/>
            <a:pathLst>
              <a:path w="570864" h="584835">
                <a:moveTo>
                  <a:pt x="0" y="584576"/>
                </a:moveTo>
                <a:lnTo>
                  <a:pt x="570426" y="584576"/>
                </a:lnTo>
                <a:lnTo>
                  <a:pt x="570426" y="0"/>
                </a:lnTo>
                <a:lnTo>
                  <a:pt x="0" y="0"/>
                </a:lnTo>
                <a:lnTo>
                  <a:pt x="0" y="584576"/>
                </a:lnTo>
                <a:close/>
              </a:path>
            </a:pathLst>
          </a:custGeom>
          <a:solidFill>
            <a:srgbClr val="CCCCCC"/>
          </a:solidFill>
        </p:spPr>
        <p:txBody>
          <a:bodyPr wrap="square" lIns="0" tIns="0" rIns="0" bIns="0" rtlCol="0"/>
          <a:lstStyle/>
          <a:p>
            <a:endParaRPr/>
          </a:p>
        </p:txBody>
      </p:sp>
      <p:sp>
        <p:nvSpPr>
          <p:cNvPr id="40" name="object 40"/>
          <p:cNvSpPr/>
          <p:nvPr/>
        </p:nvSpPr>
        <p:spPr>
          <a:xfrm>
            <a:off x="5464781" y="5218633"/>
            <a:ext cx="570865" cy="584835"/>
          </a:xfrm>
          <a:custGeom>
            <a:avLst/>
            <a:gdLst/>
            <a:ahLst/>
            <a:cxnLst/>
            <a:rect l="l" t="t" r="r" b="b"/>
            <a:pathLst>
              <a:path w="570864" h="584835">
                <a:moveTo>
                  <a:pt x="0" y="0"/>
                </a:moveTo>
                <a:lnTo>
                  <a:pt x="570420" y="0"/>
                </a:lnTo>
                <a:lnTo>
                  <a:pt x="570420" y="584570"/>
                </a:lnTo>
                <a:lnTo>
                  <a:pt x="0" y="584570"/>
                </a:lnTo>
                <a:lnTo>
                  <a:pt x="0" y="0"/>
                </a:lnTo>
              </a:path>
            </a:pathLst>
          </a:custGeom>
          <a:ln w="6265">
            <a:solidFill>
              <a:srgbClr val="CCCCCC"/>
            </a:solidFill>
          </a:ln>
        </p:spPr>
        <p:txBody>
          <a:bodyPr wrap="square" lIns="0" tIns="0" rIns="0" bIns="0" rtlCol="0"/>
          <a:lstStyle/>
          <a:p>
            <a:endParaRPr/>
          </a:p>
        </p:txBody>
      </p:sp>
      <p:sp>
        <p:nvSpPr>
          <p:cNvPr id="41" name="object 41"/>
          <p:cNvSpPr/>
          <p:nvPr/>
        </p:nvSpPr>
        <p:spPr>
          <a:xfrm>
            <a:off x="5557479" y="5195923"/>
            <a:ext cx="37465" cy="83185"/>
          </a:xfrm>
          <a:custGeom>
            <a:avLst/>
            <a:gdLst/>
            <a:ahLst/>
            <a:cxnLst/>
            <a:rect l="l" t="t" r="r" b="b"/>
            <a:pathLst>
              <a:path w="37464" h="83185">
                <a:moveTo>
                  <a:pt x="25013" y="78037"/>
                </a:moveTo>
                <a:lnTo>
                  <a:pt x="6381" y="78037"/>
                </a:lnTo>
                <a:lnTo>
                  <a:pt x="12763" y="82762"/>
                </a:lnTo>
                <a:lnTo>
                  <a:pt x="25013" y="82762"/>
                </a:lnTo>
                <a:lnTo>
                  <a:pt x="25013" y="78037"/>
                </a:lnTo>
                <a:close/>
              </a:path>
              <a:path w="37464" h="83185">
                <a:moveTo>
                  <a:pt x="6381" y="8992"/>
                </a:moveTo>
                <a:lnTo>
                  <a:pt x="0" y="8992"/>
                </a:lnTo>
                <a:lnTo>
                  <a:pt x="0" y="78037"/>
                </a:lnTo>
                <a:lnTo>
                  <a:pt x="6381" y="78037"/>
                </a:lnTo>
                <a:lnTo>
                  <a:pt x="6381" y="8992"/>
                </a:lnTo>
                <a:close/>
              </a:path>
              <a:path w="37464" h="83185">
                <a:moveTo>
                  <a:pt x="31395" y="32160"/>
                </a:moveTo>
                <a:lnTo>
                  <a:pt x="25013" y="32160"/>
                </a:lnTo>
                <a:lnTo>
                  <a:pt x="25013" y="78037"/>
                </a:lnTo>
                <a:lnTo>
                  <a:pt x="31395" y="78037"/>
                </a:lnTo>
                <a:lnTo>
                  <a:pt x="31395" y="32160"/>
                </a:lnTo>
                <a:close/>
              </a:path>
              <a:path w="37464" h="83185">
                <a:moveTo>
                  <a:pt x="37283" y="4248"/>
                </a:moveTo>
                <a:lnTo>
                  <a:pt x="31395" y="4248"/>
                </a:lnTo>
                <a:lnTo>
                  <a:pt x="31395" y="17966"/>
                </a:lnTo>
                <a:lnTo>
                  <a:pt x="37283" y="17966"/>
                </a:lnTo>
                <a:lnTo>
                  <a:pt x="37283" y="4248"/>
                </a:lnTo>
                <a:close/>
              </a:path>
              <a:path w="37464" h="83185">
                <a:moveTo>
                  <a:pt x="12763" y="4248"/>
                </a:moveTo>
                <a:lnTo>
                  <a:pt x="6381" y="4248"/>
                </a:lnTo>
                <a:lnTo>
                  <a:pt x="6381" y="8992"/>
                </a:lnTo>
                <a:lnTo>
                  <a:pt x="12763" y="4248"/>
                </a:lnTo>
                <a:close/>
              </a:path>
              <a:path w="37464" h="83185">
                <a:moveTo>
                  <a:pt x="25013" y="0"/>
                </a:moveTo>
                <a:lnTo>
                  <a:pt x="12763" y="0"/>
                </a:lnTo>
                <a:lnTo>
                  <a:pt x="12763" y="4248"/>
                </a:lnTo>
                <a:lnTo>
                  <a:pt x="31395" y="4248"/>
                </a:lnTo>
                <a:lnTo>
                  <a:pt x="25013" y="0"/>
                </a:lnTo>
                <a:close/>
              </a:path>
            </a:pathLst>
          </a:custGeom>
          <a:solidFill>
            <a:srgbClr val="CCCCCC"/>
          </a:solidFill>
        </p:spPr>
        <p:txBody>
          <a:bodyPr wrap="square" lIns="0" tIns="0" rIns="0" bIns="0" rtlCol="0"/>
          <a:lstStyle/>
          <a:p>
            <a:endParaRPr/>
          </a:p>
        </p:txBody>
      </p:sp>
      <p:sp>
        <p:nvSpPr>
          <p:cNvPr id="42" name="object 42"/>
          <p:cNvSpPr/>
          <p:nvPr/>
        </p:nvSpPr>
        <p:spPr>
          <a:xfrm>
            <a:off x="5557478" y="5195923"/>
            <a:ext cx="37465" cy="83185"/>
          </a:xfrm>
          <a:custGeom>
            <a:avLst/>
            <a:gdLst/>
            <a:ahLst/>
            <a:cxnLst/>
            <a:rect l="l" t="t" r="r" b="b"/>
            <a:pathLst>
              <a:path w="37464" h="83185">
                <a:moveTo>
                  <a:pt x="37283" y="17966"/>
                </a:moveTo>
                <a:lnTo>
                  <a:pt x="31395" y="17966"/>
                </a:lnTo>
                <a:lnTo>
                  <a:pt x="31395" y="13717"/>
                </a:lnTo>
                <a:lnTo>
                  <a:pt x="31395" y="4248"/>
                </a:lnTo>
                <a:lnTo>
                  <a:pt x="18631" y="4248"/>
                </a:lnTo>
                <a:lnTo>
                  <a:pt x="12763" y="4248"/>
                </a:lnTo>
                <a:lnTo>
                  <a:pt x="6381" y="13717"/>
                </a:lnTo>
                <a:lnTo>
                  <a:pt x="6381" y="73312"/>
                </a:lnTo>
                <a:lnTo>
                  <a:pt x="6381" y="78037"/>
                </a:lnTo>
                <a:lnTo>
                  <a:pt x="18631" y="78037"/>
                </a:lnTo>
                <a:lnTo>
                  <a:pt x="25013" y="78037"/>
                </a:lnTo>
                <a:lnTo>
                  <a:pt x="25013" y="73312"/>
                </a:lnTo>
                <a:lnTo>
                  <a:pt x="25013" y="32159"/>
                </a:lnTo>
                <a:lnTo>
                  <a:pt x="31395" y="32159"/>
                </a:lnTo>
                <a:lnTo>
                  <a:pt x="31395" y="73312"/>
                </a:lnTo>
                <a:lnTo>
                  <a:pt x="25013" y="78037"/>
                </a:lnTo>
                <a:lnTo>
                  <a:pt x="18631" y="82762"/>
                </a:lnTo>
                <a:lnTo>
                  <a:pt x="6381" y="78037"/>
                </a:lnTo>
                <a:lnTo>
                  <a:pt x="0" y="73312"/>
                </a:lnTo>
                <a:lnTo>
                  <a:pt x="0" y="13717"/>
                </a:lnTo>
                <a:lnTo>
                  <a:pt x="6381" y="4248"/>
                </a:lnTo>
                <a:lnTo>
                  <a:pt x="18631" y="0"/>
                </a:lnTo>
                <a:lnTo>
                  <a:pt x="31395" y="4248"/>
                </a:lnTo>
                <a:lnTo>
                  <a:pt x="37283" y="13717"/>
                </a:lnTo>
                <a:lnTo>
                  <a:pt x="37283" y="17966"/>
                </a:lnTo>
              </a:path>
            </a:pathLst>
          </a:custGeom>
          <a:ln w="6337">
            <a:solidFill>
              <a:srgbClr val="CCCCCC"/>
            </a:solidFill>
          </a:ln>
        </p:spPr>
        <p:txBody>
          <a:bodyPr wrap="square" lIns="0" tIns="0" rIns="0" bIns="0" rtlCol="0"/>
          <a:lstStyle/>
          <a:p>
            <a:endParaRPr/>
          </a:p>
        </p:txBody>
      </p:sp>
      <p:sp>
        <p:nvSpPr>
          <p:cNvPr id="43" name="object 43"/>
          <p:cNvSpPr/>
          <p:nvPr/>
        </p:nvSpPr>
        <p:spPr>
          <a:xfrm>
            <a:off x="5557478" y="5200171"/>
            <a:ext cx="37465" cy="74295"/>
          </a:xfrm>
          <a:custGeom>
            <a:avLst/>
            <a:gdLst/>
            <a:ahLst/>
            <a:cxnLst/>
            <a:rect l="l" t="t" r="r" b="b"/>
            <a:pathLst>
              <a:path w="37464" h="74295">
                <a:moveTo>
                  <a:pt x="37283" y="13717"/>
                </a:moveTo>
                <a:lnTo>
                  <a:pt x="37283" y="9468"/>
                </a:lnTo>
                <a:lnTo>
                  <a:pt x="31395" y="0"/>
                </a:lnTo>
                <a:lnTo>
                  <a:pt x="18631" y="0"/>
                </a:lnTo>
                <a:lnTo>
                  <a:pt x="6381" y="0"/>
                </a:lnTo>
                <a:lnTo>
                  <a:pt x="0" y="9468"/>
                </a:lnTo>
                <a:lnTo>
                  <a:pt x="0" y="69063"/>
                </a:lnTo>
                <a:lnTo>
                  <a:pt x="6381" y="73788"/>
                </a:lnTo>
                <a:lnTo>
                  <a:pt x="12763" y="73788"/>
                </a:lnTo>
                <a:lnTo>
                  <a:pt x="25013" y="73788"/>
                </a:lnTo>
                <a:lnTo>
                  <a:pt x="25013" y="69063"/>
                </a:lnTo>
                <a:lnTo>
                  <a:pt x="25013" y="27911"/>
                </a:lnTo>
              </a:path>
            </a:pathLst>
          </a:custGeom>
          <a:ln w="6329">
            <a:solidFill>
              <a:srgbClr val="CCCCCC"/>
            </a:solidFill>
          </a:ln>
        </p:spPr>
        <p:txBody>
          <a:bodyPr wrap="square" lIns="0" tIns="0" rIns="0" bIns="0" rtlCol="0"/>
          <a:lstStyle/>
          <a:p>
            <a:endParaRPr/>
          </a:p>
        </p:txBody>
      </p:sp>
      <p:sp>
        <p:nvSpPr>
          <p:cNvPr id="44" name="object 44"/>
          <p:cNvSpPr/>
          <p:nvPr/>
        </p:nvSpPr>
        <p:spPr>
          <a:xfrm>
            <a:off x="5384342" y="5186473"/>
            <a:ext cx="650875" cy="626110"/>
          </a:xfrm>
          <a:custGeom>
            <a:avLst/>
            <a:gdLst/>
            <a:ahLst/>
            <a:cxnLst/>
            <a:rect l="l" t="t" r="r" b="b"/>
            <a:pathLst>
              <a:path w="650875" h="626110">
                <a:moveTo>
                  <a:pt x="86814" y="0"/>
                </a:moveTo>
                <a:lnTo>
                  <a:pt x="0" y="579840"/>
                </a:lnTo>
                <a:lnTo>
                  <a:pt x="569931" y="625717"/>
                </a:lnTo>
                <a:lnTo>
                  <a:pt x="650859" y="41610"/>
                </a:lnTo>
                <a:lnTo>
                  <a:pt x="86814" y="0"/>
                </a:lnTo>
                <a:close/>
              </a:path>
            </a:pathLst>
          </a:custGeom>
          <a:solidFill>
            <a:srgbClr val="999999"/>
          </a:solidFill>
        </p:spPr>
        <p:txBody>
          <a:bodyPr wrap="square" lIns="0" tIns="0" rIns="0" bIns="0" rtlCol="0"/>
          <a:lstStyle/>
          <a:p>
            <a:endParaRPr/>
          </a:p>
        </p:txBody>
      </p:sp>
      <p:sp>
        <p:nvSpPr>
          <p:cNvPr id="45" name="object 45"/>
          <p:cNvSpPr/>
          <p:nvPr/>
        </p:nvSpPr>
        <p:spPr>
          <a:xfrm>
            <a:off x="5384341" y="5186473"/>
            <a:ext cx="650875" cy="626110"/>
          </a:xfrm>
          <a:custGeom>
            <a:avLst/>
            <a:gdLst/>
            <a:ahLst/>
            <a:cxnLst/>
            <a:rect l="l" t="t" r="r" b="b"/>
            <a:pathLst>
              <a:path w="650875" h="626110">
                <a:moveTo>
                  <a:pt x="86815" y="0"/>
                </a:moveTo>
                <a:lnTo>
                  <a:pt x="650859" y="41609"/>
                </a:lnTo>
                <a:lnTo>
                  <a:pt x="569932" y="625717"/>
                </a:lnTo>
                <a:lnTo>
                  <a:pt x="0" y="579839"/>
                </a:lnTo>
                <a:lnTo>
                  <a:pt x="86815" y="0"/>
                </a:lnTo>
              </a:path>
            </a:pathLst>
          </a:custGeom>
          <a:ln w="6257">
            <a:solidFill>
              <a:srgbClr val="000000"/>
            </a:solidFill>
          </a:ln>
        </p:spPr>
        <p:txBody>
          <a:bodyPr wrap="square" lIns="0" tIns="0" rIns="0" bIns="0" rtlCol="0"/>
          <a:lstStyle/>
          <a:p>
            <a:endParaRPr/>
          </a:p>
        </p:txBody>
      </p:sp>
      <p:sp>
        <p:nvSpPr>
          <p:cNvPr id="46" name="object 46"/>
          <p:cNvSpPr/>
          <p:nvPr/>
        </p:nvSpPr>
        <p:spPr>
          <a:xfrm>
            <a:off x="5415242" y="5191199"/>
            <a:ext cx="614045" cy="607695"/>
          </a:xfrm>
          <a:custGeom>
            <a:avLst/>
            <a:gdLst/>
            <a:ahLst/>
            <a:cxnLst/>
            <a:rect l="l" t="t" r="r" b="b"/>
            <a:pathLst>
              <a:path w="614045" h="607695">
                <a:moveTo>
                  <a:pt x="43160" y="0"/>
                </a:moveTo>
                <a:lnTo>
                  <a:pt x="0" y="584573"/>
                </a:lnTo>
                <a:lnTo>
                  <a:pt x="570426" y="607274"/>
                </a:lnTo>
                <a:lnTo>
                  <a:pt x="613577" y="22691"/>
                </a:lnTo>
                <a:lnTo>
                  <a:pt x="43160" y="0"/>
                </a:lnTo>
                <a:close/>
              </a:path>
            </a:pathLst>
          </a:custGeom>
          <a:solidFill>
            <a:srgbClr val="CCCCCC"/>
          </a:solidFill>
        </p:spPr>
        <p:txBody>
          <a:bodyPr wrap="square" lIns="0" tIns="0" rIns="0" bIns="0" rtlCol="0"/>
          <a:lstStyle/>
          <a:p>
            <a:endParaRPr/>
          </a:p>
        </p:txBody>
      </p:sp>
      <p:sp>
        <p:nvSpPr>
          <p:cNvPr id="47" name="object 47"/>
          <p:cNvSpPr/>
          <p:nvPr/>
        </p:nvSpPr>
        <p:spPr>
          <a:xfrm>
            <a:off x="5415242" y="5191198"/>
            <a:ext cx="614045" cy="607695"/>
          </a:xfrm>
          <a:custGeom>
            <a:avLst/>
            <a:gdLst/>
            <a:ahLst/>
            <a:cxnLst/>
            <a:rect l="l" t="t" r="r" b="b"/>
            <a:pathLst>
              <a:path w="614045" h="607695">
                <a:moveTo>
                  <a:pt x="43160" y="0"/>
                </a:moveTo>
                <a:lnTo>
                  <a:pt x="613576" y="22690"/>
                </a:lnTo>
                <a:lnTo>
                  <a:pt x="570425" y="607274"/>
                </a:lnTo>
                <a:lnTo>
                  <a:pt x="0" y="584574"/>
                </a:lnTo>
                <a:lnTo>
                  <a:pt x="43160" y="0"/>
                </a:lnTo>
              </a:path>
            </a:pathLst>
          </a:custGeom>
          <a:ln w="6261">
            <a:solidFill>
              <a:srgbClr val="000000"/>
            </a:solidFill>
          </a:ln>
        </p:spPr>
        <p:txBody>
          <a:bodyPr wrap="square" lIns="0" tIns="0" rIns="0" bIns="0" rtlCol="0"/>
          <a:lstStyle/>
          <a:p>
            <a:endParaRPr/>
          </a:p>
        </p:txBody>
      </p:sp>
      <p:sp>
        <p:nvSpPr>
          <p:cNvPr id="48" name="object 48"/>
          <p:cNvSpPr/>
          <p:nvPr/>
        </p:nvSpPr>
        <p:spPr>
          <a:xfrm>
            <a:off x="5439766" y="5195929"/>
            <a:ext cx="577215" cy="584200"/>
          </a:xfrm>
          <a:custGeom>
            <a:avLst/>
            <a:gdLst/>
            <a:ahLst/>
            <a:cxnLst/>
            <a:rect l="l" t="t" r="r" b="b"/>
            <a:pathLst>
              <a:path w="577214" h="584200">
                <a:moveTo>
                  <a:pt x="0" y="584099"/>
                </a:moveTo>
                <a:lnTo>
                  <a:pt x="576807" y="584099"/>
                </a:lnTo>
                <a:lnTo>
                  <a:pt x="576807" y="0"/>
                </a:lnTo>
                <a:lnTo>
                  <a:pt x="0" y="0"/>
                </a:lnTo>
                <a:lnTo>
                  <a:pt x="0" y="584099"/>
                </a:lnTo>
                <a:close/>
              </a:path>
            </a:pathLst>
          </a:custGeom>
          <a:solidFill>
            <a:srgbClr val="FF9999"/>
          </a:solidFill>
        </p:spPr>
        <p:txBody>
          <a:bodyPr wrap="square" lIns="0" tIns="0" rIns="0" bIns="0" rtlCol="0"/>
          <a:lstStyle/>
          <a:p>
            <a:endParaRPr/>
          </a:p>
        </p:txBody>
      </p:sp>
      <p:sp>
        <p:nvSpPr>
          <p:cNvPr id="49" name="object 49"/>
          <p:cNvSpPr/>
          <p:nvPr/>
        </p:nvSpPr>
        <p:spPr>
          <a:xfrm>
            <a:off x="5439765" y="5195923"/>
            <a:ext cx="577215" cy="584200"/>
          </a:xfrm>
          <a:custGeom>
            <a:avLst/>
            <a:gdLst/>
            <a:ahLst/>
            <a:cxnLst/>
            <a:rect l="l" t="t" r="r" b="b"/>
            <a:pathLst>
              <a:path w="577214" h="584200">
                <a:moveTo>
                  <a:pt x="0" y="0"/>
                </a:moveTo>
                <a:lnTo>
                  <a:pt x="576803" y="0"/>
                </a:lnTo>
                <a:lnTo>
                  <a:pt x="576803" y="584105"/>
                </a:lnTo>
                <a:lnTo>
                  <a:pt x="0" y="584105"/>
                </a:lnTo>
                <a:lnTo>
                  <a:pt x="0" y="0"/>
                </a:lnTo>
              </a:path>
            </a:pathLst>
          </a:custGeom>
          <a:ln w="6263">
            <a:solidFill>
              <a:srgbClr val="000000"/>
            </a:solidFill>
          </a:ln>
        </p:spPr>
        <p:txBody>
          <a:bodyPr wrap="square" lIns="0" tIns="0" rIns="0" bIns="0" rtlCol="0"/>
          <a:lstStyle/>
          <a:p>
            <a:endParaRPr/>
          </a:p>
        </p:txBody>
      </p:sp>
      <p:sp>
        <p:nvSpPr>
          <p:cNvPr id="50" name="object 50"/>
          <p:cNvSpPr/>
          <p:nvPr/>
        </p:nvSpPr>
        <p:spPr>
          <a:xfrm>
            <a:off x="5539333" y="5172756"/>
            <a:ext cx="36830" cy="83185"/>
          </a:xfrm>
          <a:custGeom>
            <a:avLst/>
            <a:gdLst/>
            <a:ahLst/>
            <a:cxnLst/>
            <a:rect l="l" t="t" r="r" b="b"/>
            <a:pathLst>
              <a:path w="36829" h="83185">
                <a:moveTo>
                  <a:pt x="24527" y="78037"/>
                </a:moveTo>
                <a:lnTo>
                  <a:pt x="5886" y="78037"/>
                </a:lnTo>
                <a:lnTo>
                  <a:pt x="5886" y="82762"/>
                </a:lnTo>
                <a:lnTo>
                  <a:pt x="24527" y="82762"/>
                </a:lnTo>
                <a:lnTo>
                  <a:pt x="24527" y="78037"/>
                </a:lnTo>
                <a:close/>
              </a:path>
              <a:path w="36829" h="83185">
                <a:moveTo>
                  <a:pt x="12261" y="4724"/>
                </a:moveTo>
                <a:lnTo>
                  <a:pt x="5886" y="4724"/>
                </a:lnTo>
                <a:lnTo>
                  <a:pt x="0" y="8973"/>
                </a:lnTo>
                <a:lnTo>
                  <a:pt x="0" y="78037"/>
                </a:lnTo>
                <a:lnTo>
                  <a:pt x="5886" y="78037"/>
                </a:lnTo>
                <a:lnTo>
                  <a:pt x="5886" y="8973"/>
                </a:lnTo>
                <a:lnTo>
                  <a:pt x="12261" y="4724"/>
                </a:lnTo>
                <a:close/>
              </a:path>
              <a:path w="36829" h="83185">
                <a:moveTo>
                  <a:pt x="30909" y="32160"/>
                </a:moveTo>
                <a:lnTo>
                  <a:pt x="24527" y="32160"/>
                </a:lnTo>
                <a:lnTo>
                  <a:pt x="24527" y="78037"/>
                </a:lnTo>
                <a:lnTo>
                  <a:pt x="30909" y="73769"/>
                </a:lnTo>
                <a:lnTo>
                  <a:pt x="30909" y="32160"/>
                </a:lnTo>
                <a:close/>
              </a:path>
              <a:path w="36829" h="83185">
                <a:moveTo>
                  <a:pt x="36777" y="8973"/>
                </a:moveTo>
                <a:lnTo>
                  <a:pt x="30909" y="8973"/>
                </a:lnTo>
                <a:lnTo>
                  <a:pt x="30909" y="18442"/>
                </a:lnTo>
                <a:lnTo>
                  <a:pt x="36777" y="18442"/>
                </a:lnTo>
                <a:lnTo>
                  <a:pt x="36777" y="8973"/>
                </a:lnTo>
                <a:close/>
              </a:path>
              <a:path w="36829" h="83185">
                <a:moveTo>
                  <a:pt x="30909" y="4724"/>
                </a:moveTo>
                <a:lnTo>
                  <a:pt x="24527" y="4724"/>
                </a:lnTo>
                <a:lnTo>
                  <a:pt x="24527" y="8973"/>
                </a:lnTo>
                <a:lnTo>
                  <a:pt x="30909" y="8973"/>
                </a:lnTo>
                <a:lnTo>
                  <a:pt x="30909" y="4724"/>
                </a:lnTo>
                <a:close/>
              </a:path>
              <a:path w="36829" h="83185">
                <a:moveTo>
                  <a:pt x="18145" y="0"/>
                </a:moveTo>
                <a:lnTo>
                  <a:pt x="12261" y="4724"/>
                </a:lnTo>
                <a:lnTo>
                  <a:pt x="18145" y="4724"/>
                </a:lnTo>
                <a:lnTo>
                  <a:pt x="18145" y="0"/>
                </a:lnTo>
                <a:close/>
              </a:path>
            </a:pathLst>
          </a:custGeom>
          <a:solidFill>
            <a:srgbClr val="E5E5E5"/>
          </a:solidFill>
        </p:spPr>
        <p:txBody>
          <a:bodyPr wrap="square" lIns="0" tIns="0" rIns="0" bIns="0" rtlCol="0"/>
          <a:lstStyle/>
          <a:p>
            <a:endParaRPr/>
          </a:p>
        </p:txBody>
      </p:sp>
      <p:sp>
        <p:nvSpPr>
          <p:cNvPr id="51" name="object 51"/>
          <p:cNvSpPr/>
          <p:nvPr/>
        </p:nvSpPr>
        <p:spPr>
          <a:xfrm>
            <a:off x="5539333" y="5172756"/>
            <a:ext cx="36830" cy="83185"/>
          </a:xfrm>
          <a:custGeom>
            <a:avLst/>
            <a:gdLst/>
            <a:ahLst/>
            <a:cxnLst/>
            <a:rect l="l" t="t" r="r" b="b"/>
            <a:pathLst>
              <a:path w="36829" h="83185">
                <a:moveTo>
                  <a:pt x="36777" y="18442"/>
                </a:moveTo>
                <a:lnTo>
                  <a:pt x="30908" y="18442"/>
                </a:lnTo>
                <a:lnTo>
                  <a:pt x="30908" y="13717"/>
                </a:lnTo>
                <a:lnTo>
                  <a:pt x="24527" y="8973"/>
                </a:lnTo>
                <a:lnTo>
                  <a:pt x="18145" y="4724"/>
                </a:lnTo>
                <a:lnTo>
                  <a:pt x="5885" y="8973"/>
                </a:lnTo>
                <a:lnTo>
                  <a:pt x="5885" y="13717"/>
                </a:lnTo>
                <a:lnTo>
                  <a:pt x="5885" y="73769"/>
                </a:lnTo>
                <a:lnTo>
                  <a:pt x="5885" y="78037"/>
                </a:lnTo>
                <a:lnTo>
                  <a:pt x="12261" y="78037"/>
                </a:lnTo>
                <a:lnTo>
                  <a:pt x="18145" y="78037"/>
                </a:lnTo>
                <a:lnTo>
                  <a:pt x="24527" y="73769"/>
                </a:lnTo>
                <a:lnTo>
                  <a:pt x="24527" y="32159"/>
                </a:lnTo>
                <a:lnTo>
                  <a:pt x="30908" y="32159"/>
                </a:lnTo>
                <a:lnTo>
                  <a:pt x="30908" y="73769"/>
                </a:lnTo>
                <a:lnTo>
                  <a:pt x="24527" y="78037"/>
                </a:lnTo>
                <a:lnTo>
                  <a:pt x="12261" y="82762"/>
                </a:lnTo>
                <a:lnTo>
                  <a:pt x="5885" y="78037"/>
                </a:lnTo>
                <a:lnTo>
                  <a:pt x="0" y="73769"/>
                </a:lnTo>
                <a:lnTo>
                  <a:pt x="0" y="13717"/>
                </a:lnTo>
                <a:lnTo>
                  <a:pt x="5885" y="4724"/>
                </a:lnTo>
                <a:lnTo>
                  <a:pt x="18145" y="0"/>
                </a:lnTo>
                <a:lnTo>
                  <a:pt x="30908" y="4724"/>
                </a:lnTo>
                <a:lnTo>
                  <a:pt x="36777" y="13717"/>
                </a:lnTo>
                <a:lnTo>
                  <a:pt x="36777" y="18442"/>
                </a:lnTo>
              </a:path>
            </a:pathLst>
          </a:custGeom>
          <a:ln w="6338">
            <a:solidFill>
              <a:srgbClr val="7E7E7E"/>
            </a:solidFill>
          </a:ln>
        </p:spPr>
        <p:txBody>
          <a:bodyPr wrap="square" lIns="0" tIns="0" rIns="0" bIns="0" rtlCol="0"/>
          <a:lstStyle/>
          <a:p>
            <a:endParaRPr/>
          </a:p>
        </p:txBody>
      </p:sp>
      <p:sp>
        <p:nvSpPr>
          <p:cNvPr id="52" name="object 52"/>
          <p:cNvSpPr/>
          <p:nvPr/>
        </p:nvSpPr>
        <p:spPr>
          <a:xfrm>
            <a:off x="5539333" y="5177480"/>
            <a:ext cx="31115" cy="78105"/>
          </a:xfrm>
          <a:custGeom>
            <a:avLst/>
            <a:gdLst/>
            <a:ahLst/>
            <a:cxnLst/>
            <a:rect l="l" t="t" r="r" b="b"/>
            <a:pathLst>
              <a:path w="31114" h="78104">
                <a:moveTo>
                  <a:pt x="30908" y="13717"/>
                </a:moveTo>
                <a:lnTo>
                  <a:pt x="30908" y="8992"/>
                </a:lnTo>
                <a:lnTo>
                  <a:pt x="30908" y="0"/>
                </a:lnTo>
                <a:lnTo>
                  <a:pt x="18145" y="0"/>
                </a:lnTo>
                <a:lnTo>
                  <a:pt x="5885" y="4248"/>
                </a:lnTo>
                <a:lnTo>
                  <a:pt x="0" y="8992"/>
                </a:lnTo>
                <a:lnTo>
                  <a:pt x="0" y="69044"/>
                </a:lnTo>
                <a:lnTo>
                  <a:pt x="5885" y="73312"/>
                </a:lnTo>
                <a:lnTo>
                  <a:pt x="12261" y="78037"/>
                </a:lnTo>
                <a:lnTo>
                  <a:pt x="24527" y="73312"/>
                </a:lnTo>
                <a:lnTo>
                  <a:pt x="24527" y="69044"/>
                </a:lnTo>
                <a:lnTo>
                  <a:pt x="24527" y="32159"/>
                </a:lnTo>
              </a:path>
            </a:pathLst>
          </a:custGeom>
          <a:ln w="6345">
            <a:solidFill>
              <a:srgbClr val="999999"/>
            </a:solidFill>
          </a:ln>
        </p:spPr>
        <p:txBody>
          <a:bodyPr wrap="square" lIns="0" tIns="0" rIns="0" bIns="0" rtlCol="0"/>
          <a:lstStyle/>
          <a:p>
            <a:endParaRPr/>
          </a:p>
        </p:txBody>
      </p:sp>
      <p:sp>
        <p:nvSpPr>
          <p:cNvPr id="53" name="object 53"/>
          <p:cNvSpPr/>
          <p:nvPr/>
        </p:nvSpPr>
        <p:spPr>
          <a:xfrm>
            <a:off x="5520695" y="5287678"/>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54" name="object 54"/>
          <p:cNvSpPr/>
          <p:nvPr/>
        </p:nvSpPr>
        <p:spPr>
          <a:xfrm>
            <a:off x="5520695" y="5306120"/>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55" name="object 55"/>
          <p:cNvSpPr/>
          <p:nvPr/>
        </p:nvSpPr>
        <p:spPr>
          <a:xfrm>
            <a:off x="5520695" y="5329307"/>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56" name="object 56"/>
          <p:cNvSpPr/>
          <p:nvPr/>
        </p:nvSpPr>
        <p:spPr>
          <a:xfrm>
            <a:off x="5520695" y="5370440"/>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57" name="object 57"/>
          <p:cNvSpPr/>
          <p:nvPr/>
        </p:nvSpPr>
        <p:spPr>
          <a:xfrm>
            <a:off x="5520695" y="5393627"/>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58" name="object 58"/>
          <p:cNvSpPr/>
          <p:nvPr/>
        </p:nvSpPr>
        <p:spPr>
          <a:xfrm>
            <a:off x="5520695" y="5416794"/>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59" name="object 59"/>
          <p:cNvSpPr/>
          <p:nvPr/>
        </p:nvSpPr>
        <p:spPr>
          <a:xfrm>
            <a:off x="5520695" y="5435237"/>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60" name="object 60"/>
          <p:cNvSpPr/>
          <p:nvPr/>
        </p:nvSpPr>
        <p:spPr>
          <a:xfrm>
            <a:off x="5520695" y="5481114"/>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61" name="object 61"/>
          <p:cNvSpPr/>
          <p:nvPr/>
        </p:nvSpPr>
        <p:spPr>
          <a:xfrm>
            <a:off x="5520695" y="5499556"/>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62" name="object 62"/>
          <p:cNvSpPr/>
          <p:nvPr/>
        </p:nvSpPr>
        <p:spPr>
          <a:xfrm>
            <a:off x="5520695" y="5522266"/>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63" name="object 63"/>
          <p:cNvSpPr/>
          <p:nvPr/>
        </p:nvSpPr>
        <p:spPr>
          <a:xfrm>
            <a:off x="5520695" y="5540709"/>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64" name="object 64"/>
          <p:cNvSpPr/>
          <p:nvPr/>
        </p:nvSpPr>
        <p:spPr>
          <a:xfrm>
            <a:off x="5520695" y="5587063"/>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65" name="object 65"/>
          <p:cNvSpPr/>
          <p:nvPr/>
        </p:nvSpPr>
        <p:spPr>
          <a:xfrm>
            <a:off x="5520695" y="5605505"/>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66" name="object 66"/>
          <p:cNvSpPr/>
          <p:nvPr/>
        </p:nvSpPr>
        <p:spPr>
          <a:xfrm>
            <a:off x="5520695" y="5628216"/>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67" name="object 67"/>
          <p:cNvSpPr/>
          <p:nvPr/>
        </p:nvSpPr>
        <p:spPr>
          <a:xfrm>
            <a:off x="5520695" y="5651383"/>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68" name="object 68"/>
          <p:cNvSpPr/>
          <p:nvPr/>
        </p:nvSpPr>
        <p:spPr>
          <a:xfrm>
            <a:off x="5520695" y="5669829"/>
            <a:ext cx="421640" cy="0"/>
          </a:xfrm>
          <a:custGeom>
            <a:avLst/>
            <a:gdLst/>
            <a:ahLst/>
            <a:cxnLst/>
            <a:rect l="l" t="t" r="r" b="b"/>
            <a:pathLst>
              <a:path w="421639">
                <a:moveTo>
                  <a:pt x="0" y="0"/>
                </a:moveTo>
                <a:lnTo>
                  <a:pt x="421308" y="0"/>
                </a:lnTo>
              </a:path>
            </a:pathLst>
          </a:custGeom>
          <a:ln w="6148">
            <a:solidFill>
              <a:srgbClr val="000000"/>
            </a:solidFill>
          </a:ln>
        </p:spPr>
        <p:txBody>
          <a:bodyPr wrap="square" lIns="0" tIns="0" rIns="0" bIns="0" rtlCol="0"/>
          <a:lstStyle/>
          <a:p>
            <a:endParaRPr/>
          </a:p>
        </p:txBody>
      </p:sp>
      <p:sp>
        <p:nvSpPr>
          <p:cNvPr id="69" name="object 69"/>
          <p:cNvSpPr/>
          <p:nvPr/>
        </p:nvSpPr>
        <p:spPr>
          <a:xfrm>
            <a:off x="5520695" y="5692532"/>
            <a:ext cx="123825" cy="0"/>
          </a:xfrm>
          <a:custGeom>
            <a:avLst/>
            <a:gdLst/>
            <a:ahLst/>
            <a:cxnLst/>
            <a:rect l="l" t="t" r="r" b="b"/>
            <a:pathLst>
              <a:path w="123825">
                <a:moveTo>
                  <a:pt x="0" y="0"/>
                </a:moveTo>
                <a:lnTo>
                  <a:pt x="123598" y="0"/>
                </a:lnTo>
              </a:path>
            </a:pathLst>
          </a:custGeom>
          <a:ln w="6148">
            <a:solidFill>
              <a:srgbClr val="000000"/>
            </a:solidFill>
          </a:ln>
        </p:spPr>
        <p:txBody>
          <a:bodyPr wrap="square" lIns="0" tIns="0" rIns="0" bIns="0" rtlCol="0"/>
          <a:lstStyle/>
          <a:p>
            <a:endParaRPr/>
          </a:p>
        </p:txBody>
      </p:sp>
      <p:sp>
        <p:nvSpPr>
          <p:cNvPr id="70" name="object 70"/>
          <p:cNvSpPr/>
          <p:nvPr/>
        </p:nvSpPr>
        <p:spPr>
          <a:xfrm>
            <a:off x="7353225" y="2616282"/>
            <a:ext cx="2686050" cy="417195"/>
          </a:xfrm>
          <a:custGeom>
            <a:avLst/>
            <a:gdLst/>
            <a:ahLst/>
            <a:cxnLst/>
            <a:rect l="l" t="t" r="r" b="b"/>
            <a:pathLst>
              <a:path w="2686050" h="417194">
                <a:moveTo>
                  <a:pt x="0" y="0"/>
                </a:moveTo>
                <a:lnTo>
                  <a:pt x="2686050" y="0"/>
                </a:lnTo>
                <a:lnTo>
                  <a:pt x="2686050" y="416779"/>
                </a:lnTo>
                <a:lnTo>
                  <a:pt x="0" y="416779"/>
                </a:lnTo>
                <a:lnTo>
                  <a:pt x="0" y="0"/>
                </a:lnTo>
                <a:close/>
              </a:path>
            </a:pathLst>
          </a:custGeom>
          <a:solidFill>
            <a:srgbClr val="7A4779"/>
          </a:solidFill>
        </p:spPr>
        <p:txBody>
          <a:bodyPr wrap="square" lIns="0" tIns="0" rIns="0" bIns="0" rtlCol="0"/>
          <a:lstStyle/>
          <a:p>
            <a:endParaRPr/>
          </a:p>
        </p:txBody>
      </p:sp>
      <p:sp>
        <p:nvSpPr>
          <p:cNvPr id="71" name="object 71"/>
          <p:cNvSpPr/>
          <p:nvPr/>
        </p:nvSpPr>
        <p:spPr>
          <a:xfrm>
            <a:off x="7353225" y="2616282"/>
            <a:ext cx="2686050" cy="417195"/>
          </a:xfrm>
          <a:custGeom>
            <a:avLst/>
            <a:gdLst/>
            <a:ahLst/>
            <a:cxnLst/>
            <a:rect l="l" t="t" r="r" b="b"/>
            <a:pathLst>
              <a:path w="2686050" h="417194">
                <a:moveTo>
                  <a:pt x="0" y="0"/>
                </a:moveTo>
                <a:lnTo>
                  <a:pt x="2686050" y="0"/>
                </a:lnTo>
                <a:lnTo>
                  <a:pt x="2686050" y="416780"/>
                </a:lnTo>
                <a:lnTo>
                  <a:pt x="0" y="416780"/>
                </a:lnTo>
                <a:lnTo>
                  <a:pt x="0" y="0"/>
                </a:lnTo>
                <a:close/>
              </a:path>
            </a:pathLst>
          </a:custGeom>
          <a:ln w="9524">
            <a:solidFill>
              <a:srgbClr val="FFFFFF"/>
            </a:solidFill>
          </a:ln>
        </p:spPr>
        <p:txBody>
          <a:bodyPr wrap="square" lIns="0" tIns="0" rIns="0" bIns="0" rtlCol="0"/>
          <a:lstStyle/>
          <a:p>
            <a:endParaRPr/>
          </a:p>
        </p:txBody>
      </p:sp>
      <p:sp>
        <p:nvSpPr>
          <p:cNvPr id="72" name="object 72"/>
          <p:cNvSpPr txBox="1"/>
          <p:nvPr/>
        </p:nvSpPr>
        <p:spPr>
          <a:xfrm>
            <a:off x="7353225" y="2657557"/>
            <a:ext cx="2686050" cy="330200"/>
          </a:xfrm>
          <a:prstGeom prst="rect">
            <a:avLst/>
          </a:prstGeom>
        </p:spPr>
        <p:txBody>
          <a:bodyPr vert="horz" wrap="square" lIns="0" tIns="12700" rIns="0" bIns="0" rtlCol="0">
            <a:spAutoFit/>
          </a:bodyPr>
          <a:lstStyle/>
          <a:p>
            <a:pPr marL="838200">
              <a:lnSpc>
                <a:spcPct val="100000"/>
              </a:lnSpc>
              <a:spcBef>
                <a:spcPts val="100"/>
              </a:spcBef>
            </a:pPr>
            <a:r>
              <a:rPr sz="2000" dirty="0">
                <a:solidFill>
                  <a:srgbClr val="FFFFFF"/>
                </a:solidFill>
                <a:latin typeface="华文新魏" panose="02010800040101010101" charset="-122"/>
                <a:cs typeface="华文新魏" panose="02010800040101010101" charset="-122"/>
              </a:rPr>
              <a:t>定义系统</a:t>
            </a:r>
            <a:endParaRPr sz="2000">
              <a:latin typeface="华文新魏" panose="02010800040101010101" charset="-122"/>
              <a:cs typeface="华文新魏" panose="02010800040101010101" charset="-122"/>
            </a:endParaRPr>
          </a:p>
        </p:txBody>
      </p:sp>
      <p:sp>
        <p:nvSpPr>
          <p:cNvPr id="73" name="object 73"/>
          <p:cNvSpPr/>
          <p:nvPr/>
        </p:nvSpPr>
        <p:spPr>
          <a:xfrm>
            <a:off x="4940224" y="4042042"/>
            <a:ext cx="4028440" cy="427990"/>
          </a:xfrm>
          <a:custGeom>
            <a:avLst/>
            <a:gdLst/>
            <a:ahLst/>
            <a:cxnLst/>
            <a:rect l="l" t="t" r="r" b="b"/>
            <a:pathLst>
              <a:path w="4028440" h="427989">
                <a:moveTo>
                  <a:pt x="0" y="252733"/>
                </a:moveTo>
                <a:lnTo>
                  <a:pt x="57289" y="250875"/>
                </a:lnTo>
                <a:lnTo>
                  <a:pt x="114516" y="249048"/>
                </a:lnTo>
                <a:lnTo>
                  <a:pt x="171621" y="247271"/>
                </a:lnTo>
                <a:lnTo>
                  <a:pt x="228542" y="245562"/>
                </a:lnTo>
                <a:lnTo>
                  <a:pt x="285217" y="243937"/>
                </a:lnTo>
                <a:lnTo>
                  <a:pt x="341585" y="242415"/>
                </a:lnTo>
                <a:lnTo>
                  <a:pt x="397585" y="241013"/>
                </a:lnTo>
                <a:lnTo>
                  <a:pt x="453156" y="239749"/>
                </a:lnTo>
                <a:lnTo>
                  <a:pt x="508235" y="238641"/>
                </a:lnTo>
                <a:lnTo>
                  <a:pt x="562762" y="237706"/>
                </a:lnTo>
                <a:lnTo>
                  <a:pt x="616675" y="236962"/>
                </a:lnTo>
                <a:lnTo>
                  <a:pt x="669913" y="236428"/>
                </a:lnTo>
                <a:lnTo>
                  <a:pt x="722415" y="236119"/>
                </a:lnTo>
                <a:lnTo>
                  <a:pt x="774118" y="236055"/>
                </a:lnTo>
                <a:lnTo>
                  <a:pt x="824962" y="236252"/>
                </a:lnTo>
                <a:lnTo>
                  <a:pt x="874886" y="236730"/>
                </a:lnTo>
                <a:lnTo>
                  <a:pt x="923827" y="237504"/>
                </a:lnTo>
                <a:lnTo>
                  <a:pt x="971725" y="238593"/>
                </a:lnTo>
                <a:lnTo>
                  <a:pt x="1018518" y="240015"/>
                </a:lnTo>
                <a:lnTo>
                  <a:pt x="1064145" y="241787"/>
                </a:lnTo>
                <a:lnTo>
                  <a:pt x="1108544" y="243927"/>
                </a:lnTo>
                <a:lnTo>
                  <a:pt x="1151654" y="246453"/>
                </a:lnTo>
                <a:lnTo>
                  <a:pt x="1193414" y="249383"/>
                </a:lnTo>
                <a:lnTo>
                  <a:pt x="1233762" y="252733"/>
                </a:lnTo>
                <a:lnTo>
                  <a:pt x="1294019" y="259819"/>
                </a:lnTo>
                <a:lnTo>
                  <a:pt x="1348537" y="269381"/>
                </a:lnTo>
                <a:lnTo>
                  <a:pt x="1398121" y="280996"/>
                </a:lnTo>
                <a:lnTo>
                  <a:pt x="1443579" y="294241"/>
                </a:lnTo>
                <a:lnTo>
                  <a:pt x="1485717" y="308695"/>
                </a:lnTo>
                <a:lnTo>
                  <a:pt x="1525340" y="323933"/>
                </a:lnTo>
                <a:lnTo>
                  <a:pt x="1563256" y="339534"/>
                </a:lnTo>
                <a:lnTo>
                  <a:pt x="1600270" y="355074"/>
                </a:lnTo>
                <a:lnTo>
                  <a:pt x="1637188" y="370132"/>
                </a:lnTo>
                <a:lnTo>
                  <a:pt x="1674818" y="384283"/>
                </a:lnTo>
                <a:lnTo>
                  <a:pt x="1713964" y="397106"/>
                </a:lnTo>
                <a:lnTo>
                  <a:pt x="1755434" y="408178"/>
                </a:lnTo>
                <a:lnTo>
                  <a:pt x="1800034" y="417075"/>
                </a:lnTo>
                <a:lnTo>
                  <a:pt x="1848570" y="423376"/>
                </a:lnTo>
                <a:lnTo>
                  <a:pt x="1901847" y="426657"/>
                </a:lnTo>
                <a:lnTo>
                  <a:pt x="1945278" y="427368"/>
                </a:lnTo>
                <a:lnTo>
                  <a:pt x="1991470" y="427084"/>
                </a:lnTo>
                <a:lnTo>
                  <a:pt x="2040088" y="425850"/>
                </a:lnTo>
                <a:lnTo>
                  <a:pt x="2090797" y="423711"/>
                </a:lnTo>
                <a:lnTo>
                  <a:pt x="2143261" y="420712"/>
                </a:lnTo>
                <a:lnTo>
                  <a:pt x="2197146" y="416898"/>
                </a:lnTo>
                <a:lnTo>
                  <a:pt x="2252115" y="412314"/>
                </a:lnTo>
                <a:lnTo>
                  <a:pt x="2307835" y="407004"/>
                </a:lnTo>
                <a:lnTo>
                  <a:pt x="2363969" y="401013"/>
                </a:lnTo>
                <a:lnTo>
                  <a:pt x="2420182" y="394386"/>
                </a:lnTo>
                <a:lnTo>
                  <a:pt x="2476139" y="387168"/>
                </a:lnTo>
                <a:lnTo>
                  <a:pt x="2531505" y="379404"/>
                </a:lnTo>
                <a:lnTo>
                  <a:pt x="2585945" y="371139"/>
                </a:lnTo>
                <a:lnTo>
                  <a:pt x="2639122" y="362417"/>
                </a:lnTo>
                <a:lnTo>
                  <a:pt x="2690703" y="353283"/>
                </a:lnTo>
                <a:lnTo>
                  <a:pt x="2740351" y="343782"/>
                </a:lnTo>
                <a:lnTo>
                  <a:pt x="2787731" y="333960"/>
                </a:lnTo>
                <a:lnTo>
                  <a:pt x="2832509" y="323860"/>
                </a:lnTo>
                <a:lnTo>
                  <a:pt x="2874349" y="313528"/>
                </a:lnTo>
                <a:lnTo>
                  <a:pt x="2912915" y="303008"/>
                </a:lnTo>
                <a:lnTo>
                  <a:pt x="2965917" y="284637"/>
                </a:lnTo>
                <a:lnTo>
                  <a:pt x="3012309" y="262656"/>
                </a:lnTo>
                <a:lnTo>
                  <a:pt x="3053098" y="237844"/>
                </a:lnTo>
                <a:lnTo>
                  <a:pt x="3089293" y="210979"/>
                </a:lnTo>
                <a:lnTo>
                  <a:pt x="3121901" y="182842"/>
                </a:lnTo>
                <a:lnTo>
                  <a:pt x="3151929" y="154211"/>
                </a:lnTo>
                <a:lnTo>
                  <a:pt x="3180387" y="125866"/>
                </a:lnTo>
                <a:lnTo>
                  <a:pt x="3208280" y="98586"/>
                </a:lnTo>
                <a:lnTo>
                  <a:pt x="3266406" y="50338"/>
                </a:lnTo>
                <a:lnTo>
                  <a:pt x="3334370" y="15701"/>
                </a:lnTo>
                <a:lnTo>
                  <a:pt x="3374560" y="5435"/>
                </a:lnTo>
                <a:lnTo>
                  <a:pt x="3420191" y="426"/>
                </a:lnTo>
                <a:lnTo>
                  <a:pt x="3470795" y="0"/>
                </a:lnTo>
                <a:lnTo>
                  <a:pt x="3525224" y="3481"/>
                </a:lnTo>
                <a:lnTo>
                  <a:pt x="3582336" y="10194"/>
                </a:lnTo>
                <a:lnTo>
                  <a:pt x="3640983" y="19465"/>
                </a:lnTo>
                <a:lnTo>
                  <a:pt x="3700021" y="30616"/>
                </a:lnTo>
                <a:lnTo>
                  <a:pt x="3758304" y="42974"/>
                </a:lnTo>
                <a:lnTo>
                  <a:pt x="3814687" y="55862"/>
                </a:lnTo>
                <a:lnTo>
                  <a:pt x="3868025" y="68606"/>
                </a:lnTo>
                <a:lnTo>
                  <a:pt x="3917172" y="80530"/>
                </a:lnTo>
                <a:lnTo>
                  <a:pt x="3960983" y="90958"/>
                </a:lnTo>
                <a:lnTo>
                  <a:pt x="3998313" y="99215"/>
                </a:lnTo>
                <a:lnTo>
                  <a:pt x="4028016" y="104626"/>
                </a:lnTo>
              </a:path>
            </a:pathLst>
          </a:custGeom>
          <a:ln w="38099">
            <a:solidFill>
              <a:srgbClr val="000000"/>
            </a:solidFill>
          </a:ln>
        </p:spPr>
        <p:txBody>
          <a:bodyPr wrap="square" lIns="0" tIns="0" rIns="0" bIns="0" rtlCol="0"/>
          <a:lstStyle/>
          <a:p>
            <a:endParaRPr/>
          </a:p>
        </p:txBody>
      </p:sp>
      <p:sp>
        <p:nvSpPr>
          <p:cNvPr id="74" name="object 74"/>
          <p:cNvSpPr/>
          <p:nvPr/>
        </p:nvSpPr>
        <p:spPr>
          <a:xfrm>
            <a:off x="7543725" y="4016457"/>
            <a:ext cx="2279650" cy="1032510"/>
          </a:xfrm>
          <a:custGeom>
            <a:avLst/>
            <a:gdLst/>
            <a:ahLst/>
            <a:cxnLst/>
            <a:rect l="l" t="t" r="r" b="b"/>
            <a:pathLst>
              <a:path w="2279650" h="1032510">
                <a:moveTo>
                  <a:pt x="0" y="0"/>
                </a:moveTo>
                <a:lnTo>
                  <a:pt x="2279650" y="0"/>
                </a:lnTo>
                <a:lnTo>
                  <a:pt x="2279650" y="1032333"/>
                </a:lnTo>
                <a:lnTo>
                  <a:pt x="0" y="1032333"/>
                </a:lnTo>
                <a:lnTo>
                  <a:pt x="0" y="0"/>
                </a:lnTo>
                <a:close/>
              </a:path>
            </a:pathLst>
          </a:custGeom>
          <a:solidFill>
            <a:srgbClr val="7A4779"/>
          </a:solidFill>
        </p:spPr>
        <p:txBody>
          <a:bodyPr wrap="square" lIns="0" tIns="0" rIns="0" bIns="0" rtlCol="0"/>
          <a:lstStyle/>
          <a:p>
            <a:endParaRPr/>
          </a:p>
        </p:txBody>
      </p:sp>
      <p:sp>
        <p:nvSpPr>
          <p:cNvPr id="75" name="object 75"/>
          <p:cNvSpPr/>
          <p:nvPr/>
        </p:nvSpPr>
        <p:spPr>
          <a:xfrm>
            <a:off x="7543725" y="4016457"/>
            <a:ext cx="2279650" cy="1032510"/>
          </a:xfrm>
          <a:custGeom>
            <a:avLst/>
            <a:gdLst/>
            <a:ahLst/>
            <a:cxnLst/>
            <a:rect l="l" t="t" r="r" b="b"/>
            <a:pathLst>
              <a:path w="2279650" h="1032510">
                <a:moveTo>
                  <a:pt x="0" y="0"/>
                </a:moveTo>
                <a:lnTo>
                  <a:pt x="2279650" y="0"/>
                </a:lnTo>
                <a:lnTo>
                  <a:pt x="2279650" y="1032333"/>
                </a:lnTo>
                <a:lnTo>
                  <a:pt x="0" y="1032333"/>
                </a:lnTo>
                <a:lnTo>
                  <a:pt x="0" y="0"/>
                </a:lnTo>
                <a:close/>
              </a:path>
            </a:pathLst>
          </a:custGeom>
          <a:ln w="9524">
            <a:solidFill>
              <a:srgbClr val="FFFFFF"/>
            </a:solidFill>
          </a:ln>
        </p:spPr>
        <p:txBody>
          <a:bodyPr wrap="square" lIns="0" tIns="0" rIns="0" bIns="0" rtlCol="0"/>
          <a:lstStyle/>
          <a:p>
            <a:endParaRPr/>
          </a:p>
        </p:txBody>
      </p:sp>
      <p:sp>
        <p:nvSpPr>
          <p:cNvPr id="76" name="object 76"/>
          <p:cNvSpPr txBox="1"/>
          <p:nvPr/>
        </p:nvSpPr>
        <p:spPr>
          <a:xfrm>
            <a:off x="7543725" y="4057731"/>
            <a:ext cx="2279650" cy="939800"/>
          </a:xfrm>
          <a:prstGeom prst="rect">
            <a:avLst/>
          </a:prstGeom>
        </p:spPr>
        <p:txBody>
          <a:bodyPr vert="horz" wrap="square" lIns="0" tIns="12700" rIns="0" bIns="0" rtlCol="0">
            <a:spAutoFit/>
          </a:bodyPr>
          <a:lstStyle/>
          <a:p>
            <a:pPr marL="634365">
              <a:lnSpc>
                <a:spcPct val="100000"/>
              </a:lnSpc>
              <a:spcBef>
                <a:spcPts val="100"/>
              </a:spcBef>
            </a:pPr>
            <a:r>
              <a:rPr sz="2000" dirty="0">
                <a:solidFill>
                  <a:srgbClr val="FFFFFF"/>
                </a:solidFill>
                <a:latin typeface="华文新魏" panose="02010800040101010101" charset="-122"/>
                <a:cs typeface="华文新魏" panose="02010800040101010101" charset="-122"/>
              </a:rPr>
              <a:t>管理领域</a:t>
            </a:r>
            <a:endParaRPr sz="2000">
              <a:latin typeface="华文新魏" panose="02010800040101010101" charset="-122"/>
              <a:cs typeface="华文新魏" panose="02010800040101010101" charset="-122"/>
            </a:endParaRPr>
          </a:p>
          <a:p>
            <a:pPr marL="821690" marR="351790" indent="-456565">
              <a:lnSpc>
                <a:spcPct val="100000"/>
              </a:lnSpc>
            </a:pPr>
            <a:r>
              <a:rPr sz="2000" dirty="0">
                <a:solidFill>
                  <a:srgbClr val="FFFFFF"/>
                </a:solidFill>
                <a:latin typeface="华文新魏" panose="02010800040101010101" charset="-122"/>
                <a:cs typeface="华文新魏" panose="02010800040101010101" charset="-122"/>
              </a:rPr>
              <a:t>（Manage</a:t>
            </a:r>
            <a:r>
              <a:rPr sz="2000" spc="-100" dirty="0">
                <a:solidFill>
                  <a:srgbClr val="FFFFFF"/>
                </a:solidFill>
                <a:latin typeface="华文新魏" panose="02010800040101010101" charset="-122"/>
                <a:cs typeface="华文新魏" panose="02010800040101010101" charset="-122"/>
              </a:rPr>
              <a:t> </a:t>
            </a:r>
            <a:r>
              <a:rPr sz="2000" dirty="0">
                <a:solidFill>
                  <a:srgbClr val="FFFFFF"/>
                </a:solidFill>
                <a:latin typeface="华文新魏" panose="02010800040101010101" charset="-122"/>
                <a:cs typeface="华文新魏" panose="02010800040101010101" charset="-122"/>
              </a:rPr>
              <a:t>the  Scope）</a:t>
            </a:r>
            <a:endParaRPr sz="2000">
              <a:latin typeface="华文新魏" panose="02010800040101010101" charset="-122"/>
              <a:cs typeface="华文新魏" panose="02010800040101010101" charset="-122"/>
            </a:endParaRPr>
          </a:p>
        </p:txBody>
      </p:sp>
      <p:sp>
        <p:nvSpPr>
          <p:cNvPr id="77" name="object 77"/>
          <p:cNvSpPr txBox="1"/>
          <p:nvPr/>
        </p:nvSpPr>
        <p:spPr>
          <a:xfrm>
            <a:off x="4088912" y="3999163"/>
            <a:ext cx="1193800" cy="633730"/>
          </a:xfrm>
          <a:prstGeom prst="rect">
            <a:avLst/>
          </a:prstGeom>
          <a:solidFill>
            <a:srgbClr val="7A4779"/>
          </a:solidFill>
        </p:spPr>
        <p:txBody>
          <a:bodyPr vert="horz" wrap="square" lIns="0" tIns="54610" rIns="0" bIns="0" rtlCol="0">
            <a:spAutoFit/>
          </a:bodyPr>
          <a:lstStyle/>
          <a:p>
            <a:pPr marL="280670" marR="73025" indent="-203200">
              <a:lnSpc>
                <a:spcPts val="2100"/>
              </a:lnSpc>
              <a:spcBef>
                <a:spcPts val="430"/>
              </a:spcBef>
            </a:pPr>
            <a:r>
              <a:rPr sz="1800" b="1" spc="-5" dirty="0">
                <a:solidFill>
                  <a:srgbClr val="FFFFFF"/>
                </a:solidFill>
                <a:latin typeface="华文新魏" panose="02010800040101010101" charset="-122"/>
                <a:cs typeface="华文新魏" panose="02010800040101010101" charset="-122"/>
              </a:rPr>
              <a:t>用例</a:t>
            </a:r>
            <a:r>
              <a:rPr sz="1800" b="1" spc="-90" dirty="0">
                <a:solidFill>
                  <a:srgbClr val="FFFFFF"/>
                </a:solidFill>
                <a:latin typeface="华文新魏" panose="02010800040101010101" charset="-122"/>
                <a:cs typeface="华文新魏" panose="02010800040101010101" charset="-122"/>
              </a:rPr>
              <a:t> </a:t>
            </a:r>
            <a:r>
              <a:rPr sz="1800" b="1" spc="-5" dirty="0">
                <a:solidFill>
                  <a:srgbClr val="FFFFFF"/>
                </a:solidFill>
                <a:latin typeface="华文新魏" panose="02010800040101010101" charset="-122"/>
                <a:cs typeface="华文新魏" panose="02010800040101010101" charset="-122"/>
              </a:rPr>
              <a:t>规约.  (提纲)</a:t>
            </a:r>
            <a:endParaRPr sz="1800">
              <a:latin typeface="华文新魏" panose="02010800040101010101" charset="-122"/>
              <a:cs typeface="华文新魏" panose="02010800040101010101" charset="-122"/>
            </a:endParaRPr>
          </a:p>
        </p:txBody>
      </p:sp>
      <p:sp>
        <p:nvSpPr>
          <p:cNvPr id="78" name="object 78"/>
          <p:cNvSpPr/>
          <p:nvPr/>
        </p:nvSpPr>
        <p:spPr>
          <a:xfrm>
            <a:off x="4362818" y="3359220"/>
            <a:ext cx="650875" cy="630555"/>
          </a:xfrm>
          <a:custGeom>
            <a:avLst/>
            <a:gdLst/>
            <a:ahLst/>
            <a:cxnLst/>
            <a:rect l="l" t="t" r="r" b="b"/>
            <a:pathLst>
              <a:path w="650875" h="630554">
                <a:moveTo>
                  <a:pt x="80436" y="0"/>
                </a:moveTo>
                <a:lnTo>
                  <a:pt x="0" y="584573"/>
                </a:lnTo>
                <a:lnTo>
                  <a:pt x="564037" y="630449"/>
                </a:lnTo>
                <a:lnTo>
                  <a:pt x="650853" y="45877"/>
                </a:lnTo>
                <a:lnTo>
                  <a:pt x="80436" y="0"/>
                </a:lnTo>
                <a:close/>
              </a:path>
            </a:pathLst>
          </a:custGeom>
          <a:solidFill>
            <a:srgbClr val="CCCCCC"/>
          </a:solidFill>
        </p:spPr>
        <p:txBody>
          <a:bodyPr wrap="square" lIns="0" tIns="0" rIns="0" bIns="0" rtlCol="0"/>
          <a:lstStyle/>
          <a:p>
            <a:endParaRPr/>
          </a:p>
        </p:txBody>
      </p:sp>
      <p:sp>
        <p:nvSpPr>
          <p:cNvPr id="79" name="object 79"/>
          <p:cNvSpPr/>
          <p:nvPr/>
        </p:nvSpPr>
        <p:spPr>
          <a:xfrm>
            <a:off x="4362817" y="3359220"/>
            <a:ext cx="650875" cy="630555"/>
          </a:xfrm>
          <a:custGeom>
            <a:avLst/>
            <a:gdLst/>
            <a:ahLst/>
            <a:cxnLst/>
            <a:rect l="l" t="t" r="r" b="b"/>
            <a:pathLst>
              <a:path w="650875" h="630554">
                <a:moveTo>
                  <a:pt x="80437" y="0"/>
                </a:moveTo>
                <a:lnTo>
                  <a:pt x="650853" y="45877"/>
                </a:lnTo>
                <a:lnTo>
                  <a:pt x="564038" y="630449"/>
                </a:lnTo>
                <a:lnTo>
                  <a:pt x="0" y="584572"/>
                </a:lnTo>
                <a:lnTo>
                  <a:pt x="80437" y="0"/>
                </a:lnTo>
              </a:path>
            </a:pathLst>
          </a:custGeom>
          <a:ln w="6258">
            <a:solidFill>
              <a:srgbClr val="CCCCCC"/>
            </a:solidFill>
          </a:ln>
        </p:spPr>
        <p:txBody>
          <a:bodyPr wrap="square" lIns="0" tIns="0" rIns="0" bIns="0" rtlCol="0"/>
          <a:lstStyle/>
          <a:p>
            <a:endParaRPr/>
          </a:p>
        </p:txBody>
      </p:sp>
      <p:sp>
        <p:nvSpPr>
          <p:cNvPr id="80" name="object 80"/>
          <p:cNvSpPr/>
          <p:nvPr/>
        </p:nvSpPr>
        <p:spPr>
          <a:xfrm>
            <a:off x="4387830" y="3368194"/>
            <a:ext cx="614045" cy="608330"/>
          </a:xfrm>
          <a:custGeom>
            <a:avLst/>
            <a:gdLst/>
            <a:ahLst/>
            <a:cxnLst/>
            <a:rect l="l" t="t" r="r" b="b"/>
            <a:pathLst>
              <a:path w="614045" h="608329">
                <a:moveTo>
                  <a:pt x="43163" y="0"/>
                </a:moveTo>
                <a:lnTo>
                  <a:pt x="0" y="584583"/>
                </a:lnTo>
                <a:lnTo>
                  <a:pt x="570420" y="607759"/>
                </a:lnTo>
                <a:lnTo>
                  <a:pt x="613591" y="23186"/>
                </a:lnTo>
                <a:lnTo>
                  <a:pt x="43163" y="0"/>
                </a:lnTo>
                <a:close/>
              </a:path>
            </a:pathLst>
          </a:custGeom>
          <a:solidFill>
            <a:srgbClr val="CCCCCC"/>
          </a:solidFill>
        </p:spPr>
        <p:txBody>
          <a:bodyPr wrap="square" lIns="0" tIns="0" rIns="0" bIns="0" rtlCol="0"/>
          <a:lstStyle/>
          <a:p>
            <a:endParaRPr/>
          </a:p>
        </p:txBody>
      </p:sp>
      <p:sp>
        <p:nvSpPr>
          <p:cNvPr id="81" name="object 81"/>
          <p:cNvSpPr/>
          <p:nvPr/>
        </p:nvSpPr>
        <p:spPr>
          <a:xfrm>
            <a:off x="4387830" y="3368194"/>
            <a:ext cx="614045" cy="608330"/>
          </a:xfrm>
          <a:custGeom>
            <a:avLst/>
            <a:gdLst/>
            <a:ahLst/>
            <a:cxnLst/>
            <a:rect l="l" t="t" r="r" b="b"/>
            <a:pathLst>
              <a:path w="614045" h="608329">
                <a:moveTo>
                  <a:pt x="43162" y="0"/>
                </a:moveTo>
                <a:lnTo>
                  <a:pt x="613590" y="23186"/>
                </a:lnTo>
                <a:lnTo>
                  <a:pt x="570419" y="607759"/>
                </a:lnTo>
                <a:lnTo>
                  <a:pt x="0" y="584584"/>
                </a:lnTo>
                <a:lnTo>
                  <a:pt x="43162" y="0"/>
                </a:lnTo>
              </a:path>
            </a:pathLst>
          </a:custGeom>
          <a:ln w="6261">
            <a:solidFill>
              <a:srgbClr val="CCCCCC"/>
            </a:solidFill>
          </a:ln>
        </p:spPr>
        <p:txBody>
          <a:bodyPr wrap="square" lIns="0" tIns="0" rIns="0" bIns="0" rtlCol="0"/>
          <a:lstStyle/>
          <a:p>
            <a:endParaRPr/>
          </a:p>
        </p:txBody>
      </p:sp>
      <p:sp>
        <p:nvSpPr>
          <p:cNvPr id="82" name="object 82"/>
          <p:cNvSpPr/>
          <p:nvPr/>
        </p:nvSpPr>
        <p:spPr>
          <a:xfrm>
            <a:off x="4418732" y="3372932"/>
            <a:ext cx="570865" cy="584835"/>
          </a:xfrm>
          <a:custGeom>
            <a:avLst/>
            <a:gdLst/>
            <a:ahLst/>
            <a:cxnLst/>
            <a:rect l="l" t="t" r="r" b="b"/>
            <a:pathLst>
              <a:path w="570864" h="584835">
                <a:moveTo>
                  <a:pt x="0" y="584576"/>
                </a:moveTo>
                <a:lnTo>
                  <a:pt x="570426" y="584576"/>
                </a:lnTo>
                <a:lnTo>
                  <a:pt x="570426" y="0"/>
                </a:lnTo>
                <a:lnTo>
                  <a:pt x="0" y="0"/>
                </a:lnTo>
                <a:lnTo>
                  <a:pt x="0" y="584576"/>
                </a:lnTo>
                <a:close/>
              </a:path>
            </a:pathLst>
          </a:custGeom>
          <a:solidFill>
            <a:srgbClr val="CCCCCC"/>
          </a:solidFill>
        </p:spPr>
        <p:txBody>
          <a:bodyPr wrap="square" lIns="0" tIns="0" rIns="0" bIns="0" rtlCol="0"/>
          <a:lstStyle/>
          <a:p>
            <a:endParaRPr/>
          </a:p>
        </p:txBody>
      </p:sp>
      <p:sp>
        <p:nvSpPr>
          <p:cNvPr id="83" name="object 83"/>
          <p:cNvSpPr/>
          <p:nvPr/>
        </p:nvSpPr>
        <p:spPr>
          <a:xfrm>
            <a:off x="4418731" y="3372938"/>
            <a:ext cx="570865" cy="584835"/>
          </a:xfrm>
          <a:custGeom>
            <a:avLst/>
            <a:gdLst/>
            <a:ahLst/>
            <a:cxnLst/>
            <a:rect l="l" t="t" r="r" b="b"/>
            <a:pathLst>
              <a:path w="570864" h="584835">
                <a:moveTo>
                  <a:pt x="0" y="0"/>
                </a:moveTo>
                <a:lnTo>
                  <a:pt x="570420" y="0"/>
                </a:lnTo>
                <a:lnTo>
                  <a:pt x="570420" y="584570"/>
                </a:lnTo>
                <a:lnTo>
                  <a:pt x="0" y="584570"/>
                </a:lnTo>
                <a:lnTo>
                  <a:pt x="0" y="0"/>
                </a:lnTo>
              </a:path>
            </a:pathLst>
          </a:custGeom>
          <a:ln w="6265">
            <a:solidFill>
              <a:srgbClr val="CCCCCC"/>
            </a:solidFill>
          </a:ln>
        </p:spPr>
        <p:txBody>
          <a:bodyPr wrap="square" lIns="0" tIns="0" rIns="0" bIns="0" rtlCol="0"/>
          <a:lstStyle/>
          <a:p>
            <a:endParaRPr/>
          </a:p>
        </p:txBody>
      </p:sp>
      <p:sp>
        <p:nvSpPr>
          <p:cNvPr id="84" name="object 84"/>
          <p:cNvSpPr/>
          <p:nvPr/>
        </p:nvSpPr>
        <p:spPr>
          <a:xfrm>
            <a:off x="4511429" y="3350229"/>
            <a:ext cx="37465" cy="83185"/>
          </a:xfrm>
          <a:custGeom>
            <a:avLst/>
            <a:gdLst/>
            <a:ahLst/>
            <a:cxnLst/>
            <a:rect l="l" t="t" r="r" b="b"/>
            <a:pathLst>
              <a:path w="37464" h="83185">
                <a:moveTo>
                  <a:pt x="25013" y="78036"/>
                </a:moveTo>
                <a:lnTo>
                  <a:pt x="6381" y="78036"/>
                </a:lnTo>
                <a:lnTo>
                  <a:pt x="12763" y="82762"/>
                </a:lnTo>
                <a:lnTo>
                  <a:pt x="25013" y="82762"/>
                </a:lnTo>
                <a:lnTo>
                  <a:pt x="25013" y="78036"/>
                </a:lnTo>
                <a:close/>
              </a:path>
              <a:path w="37464" h="83185">
                <a:moveTo>
                  <a:pt x="6381" y="8991"/>
                </a:moveTo>
                <a:lnTo>
                  <a:pt x="0" y="8991"/>
                </a:lnTo>
                <a:lnTo>
                  <a:pt x="0" y="78036"/>
                </a:lnTo>
                <a:lnTo>
                  <a:pt x="6381" y="78036"/>
                </a:lnTo>
                <a:lnTo>
                  <a:pt x="6381" y="8991"/>
                </a:lnTo>
                <a:close/>
              </a:path>
              <a:path w="37464" h="83185">
                <a:moveTo>
                  <a:pt x="31395" y="32158"/>
                </a:moveTo>
                <a:lnTo>
                  <a:pt x="25013" y="32158"/>
                </a:lnTo>
                <a:lnTo>
                  <a:pt x="25013" y="78036"/>
                </a:lnTo>
                <a:lnTo>
                  <a:pt x="31395" y="78036"/>
                </a:lnTo>
                <a:lnTo>
                  <a:pt x="31395" y="32158"/>
                </a:lnTo>
                <a:close/>
              </a:path>
              <a:path w="37464" h="83185">
                <a:moveTo>
                  <a:pt x="37283" y="4248"/>
                </a:moveTo>
                <a:lnTo>
                  <a:pt x="31395" y="4248"/>
                </a:lnTo>
                <a:lnTo>
                  <a:pt x="31395" y="17965"/>
                </a:lnTo>
                <a:lnTo>
                  <a:pt x="37283" y="17965"/>
                </a:lnTo>
                <a:lnTo>
                  <a:pt x="37283" y="4248"/>
                </a:lnTo>
                <a:close/>
              </a:path>
              <a:path w="37464" h="83185">
                <a:moveTo>
                  <a:pt x="12763" y="4248"/>
                </a:moveTo>
                <a:lnTo>
                  <a:pt x="6381" y="4248"/>
                </a:lnTo>
                <a:lnTo>
                  <a:pt x="6381" y="8991"/>
                </a:lnTo>
                <a:lnTo>
                  <a:pt x="12763" y="4248"/>
                </a:lnTo>
                <a:close/>
              </a:path>
              <a:path w="37464" h="83185">
                <a:moveTo>
                  <a:pt x="25013" y="0"/>
                </a:moveTo>
                <a:lnTo>
                  <a:pt x="12763" y="0"/>
                </a:lnTo>
                <a:lnTo>
                  <a:pt x="12763" y="4248"/>
                </a:lnTo>
                <a:lnTo>
                  <a:pt x="31395" y="4248"/>
                </a:lnTo>
                <a:lnTo>
                  <a:pt x="25013" y="0"/>
                </a:lnTo>
                <a:close/>
              </a:path>
            </a:pathLst>
          </a:custGeom>
          <a:solidFill>
            <a:srgbClr val="CCCCCC"/>
          </a:solidFill>
        </p:spPr>
        <p:txBody>
          <a:bodyPr wrap="square" lIns="0" tIns="0" rIns="0" bIns="0" rtlCol="0"/>
          <a:lstStyle/>
          <a:p>
            <a:endParaRPr/>
          </a:p>
        </p:txBody>
      </p:sp>
      <p:sp>
        <p:nvSpPr>
          <p:cNvPr id="85" name="object 85"/>
          <p:cNvSpPr/>
          <p:nvPr/>
        </p:nvSpPr>
        <p:spPr>
          <a:xfrm>
            <a:off x="4511429" y="3350228"/>
            <a:ext cx="37465" cy="83185"/>
          </a:xfrm>
          <a:custGeom>
            <a:avLst/>
            <a:gdLst/>
            <a:ahLst/>
            <a:cxnLst/>
            <a:rect l="l" t="t" r="r" b="b"/>
            <a:pathLst>
              <a:path w="37464" h="83185">
                <a:moveTo>
                  <a:pt x="37282" y="17965"/>
                </a:moveTo>
                <a:lnTo>
                  <a:pt x="31395" y="17965"/>
                </a:lnTo>
                <a:lnTo>
                  <a:pt x="31395" y="13717"/>
                </a:lnTo>
                <a:lnTo>
                  <a:pt x="31395" y="4248"/>
                </a:lnTo>
                <a:lnTo>
                  <a:pt x="18631" y="4248"/>
                </a:lnTo>
                <a:lnTo>
                  <a:pt x="12763" y="4248"/>
                </a:lnTo>
                <a:lnTo>
                  <a:pt x="6381" y="13717"/>
                </a:lnTo>
                <a:lnTo>
                  <a:pt x="6381" y="73312"/>
                </a:lnTo>
                <a:lnTo>
                  <a:pt x="6381" y="78037"/>
                </a:lnTo>
                <a:lnTo>
                  <a:pt x="18631" y="78037"/>
                </a:lnTo>
                <a:lnTo>
                  <a:pt x="25013" y="78037"/>
                </a:lnTo>
                <a:lnTo>
                  <a:pt x="25013" y="73312"/>
                </a:lnTo>
                <a:lnTo>
                  <a:pt x="25013" y="32159"/>
                </a:lnTo>
                <a:lnTo>
                  <a:pt x="31395" y="32159"/>
                </a:lnTo>
                <a:lnTo>
                  <a:pt x="31395" y="73312"/>
                </a:lnTo>
                <a:lnTo>
                  <a:pt x="25013" y="78037"/>
                </a:lnTo>
                <a:lnTo>
                  <a:pt x="18631" y="82762"/>
                </a:lnTo>
                <a:lnTo>
                  <a:pt x="6381" y="78037"/>
                </a:lnTo>
                <a:lnTo>
                  <a:pt x="0" y="73312"/>
                </a:lnTo>
                <a:lnTo>
                  <a:pt x="0" y="13717"/>
                </a:lnTo>
                <a:lnTo>
                  <a:pt x="6381" y="4248"/>
                </a:lnTo>
                <a:lnTo>
                  <a:pt x="18631" y="0"/>
                </a:lnTo>
                <a:lnTo>
                  <a:pt x="31395" y="4248"/>
                </a:lnTo>
                <a:lnTo>
                  <a:pt x="37282" y="13717"/>
                </a:lnTo>
                <a:lnTo>
                  <a:pt x="37282" y="17965"/>
                </a:lnTo>
              </a:path>
            </a:pathLst>
          </a:custGeom>
          <a:ln w="6337">
            <a:solidFill>
              <a:srgbClr val="CCCCCC"/>
            </a:solidFill>
          </a:ln>
        </p:spPr>
        <p:txBody>
          <a:bodyPr wrap="square" lIns="0" tIns="0" rIns="0" bIns="0" rtlCol="0"/>
          <a:lstStyle/>
          <a:p>
            <a:endParaRPr/>
          </a:p>
        </p:txBody>
      </p:sp>
      <p:sp>
        <p:nvSpPr>
          <p:cNvPr id="86" name="object 86"/>
          <p:cNvSpPr/>
          <p:nvPr/>
        </p:nvSpPr>
        <p:spPr>
          <a:xfrm>
            <a:off x="4511429" y="3354477"/>
            <a:ext cx="37465" cy="74295"/>
          </a:xfrm>
          <a:custGeom>
            <a:avLst/>
            <a:gdLst/>
            <a:ahLst/>
            <a:cxnLst/>
            <a:rect l="l" t="t" r="r" b="b"/>
            <a:pathLst>
              <a:path w="37464" h="74294">
                <a:moveTo>
                  <a:pt x="37282" y="13717"/>
                </a:moveTo>
                <a:lnTo>
                  <a:pt x="37282" y="9468"/>
                </a:lnTo>
                <a:lnTo>
                  <a:pt x="31395" y="0"/>
                </a:lnTo>
                <a:lnTo>
                  <a:pt x="18631" y="0"/>
                </a:lnTo>
                <a:lnTo>
                  <a:pt x="6381" y="0"/>
                </a:lnTo>
                <a:lnTo>
                  <a:pt x="0" y="9468"/>
                </a:lnTo>
                <a:lnTo>
                  <a:pt x="0" y="69064"/>
                </a:lnTo>
                <a:lnTo>
                  <a:pt x="6381" y="73789"/>
                </a:lnTo>
                <a:lnTo>
                  <a:pt x="12763" y="73789"/>
                </a:lnTo>
                <a:lnTo>
                  <a:pt x="25013" y="73789"/>
                </a:lnTo>
                <a:lnTo>
                  <a:pt x="25013" y="69064"/>
                </a:lnTo>
                <a:lnTo>
                  <a:pt x="25013" y="27911"/>
                </a:lnTo>
              </a:path>
            </a:pathLst>
          </a:custGeom>
          <a:ln w="6329">
            <a:solidFill>
              <a:srgbClr val="CCCCCC"/>
            </a:solidFill>
          </a:ln>
        </p:spPr>
        <p:txBody>
          <a:bodyPr wrap="square" lIns="0" tIns="0" rIns="0" bIns="0" rtlCol="0"/>
          <a:lstStyle/>
          <a:p>
            <a:endParaRPr/>
          </a:p>
        </p:txBody>
      </p:sp>
      <p:sp>
        <p:nvSpPr>
          <p:cNvPr id="87" name="object 87"/>
          <p:cNvSpPr/>
          <p:nvPr/>
        </p:nvSpPr>
        <p:spPr>
          <a:xfrm>
            <a:off x="4338292" y="3340778"/>
            <a:ext cx="650875" cy="626110"/>
          </a:xfrm>
          <a:custGeom>
            <a:avLst/>
            <a:gdLst/>
            <a:ahLst/>
            <a:cxnLst/>
            <a:rect l="l" t="t" r="r" b="b"/>
            <a:pathLst>
              <a:path w="650875" h="626110">
                <a:moveTo>
                  <a:pt x="86815" y="0"/>
                </a:moveTo>
                <a:lnTo>
                  <a:pt x="0" y="579840"/>
                </a:lnTo>
                <a:lnTo>
                  <a:pt x="569932" y="625717"/>
                </a:lnTo>
                <a:lnTo>
                  <a:pt x="650861" y="41609"/>
                </a:lnTo>
                <a:lnTo>
                  <a:pt x="86815" y="0"/>
                </a:lnTo>
                <a:close/>
              </a:path>
            </a:pathLst>
          </a:custGeom>
          <a:solidFill>
            <a:srgbClr val="999999"/>
          </a:solidFill>
        </p:spPr>
        <p:txBody>
          <a:bodyPr wrap="square" lIns="0" tIns="0" rIns="0" bIns="0" rtlCol="0"/>
          <a:lstStyle/>
          <a:p>
            <a:endParaRPr/>
          </a:p>
        </p:txBody>
      </p:sp>
      <p:sp>
        <p:nvSpPr>
          <p:cNvPr id="88" name="object 88"/>
          <p:cNvSpPr/>
          <p:nvPr/>
        </p:nvSpPr>
        <p:spPr>
          <a:xfrm>
            <a:off x="4338292" y="3340778"/>
            <a:ext cx="650875" cy="626110"/>
          </a:xfrm>
          <a:custGeom>
            <a:avLst/>
            <a:gdLst/>
            <a:ahLst/>
            <a:cxnLst/>
            <a:rect l="l" t="t" r="r" b="b"/>
            <a:pathLst>
              <a:path w="650875" h="626110">
                <a:moveTo>
                  <a:pt x="86815" y="0"/>
                </a:moveTo>
                <a:lnTo>
                  <a:pt x="650859" y="41609"/>
                </a:lnTo>
                <a:lnTo>
                  <a:pt x="569932" y="625717"/>
                </a:lnTo>
                <a:lnTo>
                  <a:pt x="0" y="579839"/>
                </a:lnTo>
                <a:lnTo>
                  <a:pt x="86815" y="0"/>
                </a:lnTo>
              </a:path>
            </a:pathLst>
          </a:custGeom>
          <a:ln w="6257">
            <a:solidFill>
              <a:srgbClr val="000000"/>
            </a:solidFill>
          </a:ln>
        </p:spPr>
        <p:txBody>
          <a:bodyPr wrap="square" lIns="0" tIns="0" rIns="0" bIns="0" rtlCol="0"/>
          <a:lstStyle/>
          <a:p>
            <a:endParaRPr/>
          </a:p>
        </p:txBody>
      </p:sp>
      <p:sp>
        <p:nvSpPr>
          <p:cNvPr id="89" name="object 89"/>
          <p:cNvSpPr/>
          <p:nvPr/>
        </p:nvSpPr>
        <p:spPr>
          <a:xfrm>
            <a:off x="4369193" y="3345503"/>
            <a:ext cx="614045" cy="607695"/>
          </a:xfrm>
          <a:custGeom>
            <a:avLst/>
            <a:gdLst/>
            <a:ahLst/>
            <a:cxnLst/>
            <a:rect l="l" t="t" r="r" b="b"/>
            <a:pathLst>
              <a:path w="614045" h="607695">
                <a:moveTo>
                  <a:pt x="43160" y="0"/>
                </a:moveTo>
                <a:lnTo>
                  <a:pt x="0" y="584574"/>
                </a:lnTo>
                <a:lnTo>
                  <a:pt x="570425" y="607274"/>
                </a:lnTo>
                <a:lnTo>
                  <a:pt x="613576" y="22691"/>
                </a:lnTo>
                <a:lnTo>
                  <a:pt x="43160" y="0"/>
                </a:lnTo>
                <a:close/>
              </a:path>
            </a:pathLst>
          </a:custGeom>
          <a:solidFill>
            <a:srgbClr val="CCCCCC"/>
          </a:solidFill>
        </p:spPr>
        <p:txBody>
          <a:bodyPr wrap="square" lIns="0" tIns="0" rIns="0" bIns="0" rtlCol="0"/>
          <a:lstStyle/>
          <a:p>
            <a:endParaRPr/>
          </a:p>
        </p:txBody>
      </p:sp>
      <p:sp>
        <p:nvSpPr>
          <p:cNvPr id="90" name="object 90"/>
          <p:cNvSpPr/>
          <p:nvPr/>
        </p:nvSpPr>
        <p:spPr>
          <a:xfrm>
            <a:off x="4369193" y="3345503"/>
            <a:ext cx="614045" cy="607695"/>
          </a:xfrm>
          <a:custGeom>
            <a:avLst/>
            <a:gdLst/>
            <a:ahLst/>
            <a:cxnLst/>
            <a:rect l="l" t="t" r="r" b="b"/>
            <a:pathLst>
              <a:path w="614045" h="607695">
                <a:moveTo>
                  <a:pt x="43160" y="0"/>
                </a:moveTo>
                <a:lnTo>
                  <a:pt x="613576" y="22690"/>
                </a:lnTo>
                <a:lnTo>
                  <a:pt x="570425" y="607274"/>
                </a:lnTo>
                <a:lnTo>
                  <a:pt x="0" y="584574"/>
                </a:lnTo>
                <a:lnTo>
                  <a:pt x="43160" y="0"/>
                </a:lnTo>
              </a:path>
            </a:pathLst>
          </a:custGeom>
          <a:ln w="6261">
            <a:solidFill>
              <a:srgbClr val="000000"/>
            </a:solidFill>
          </a:ln>
        </p:spPr>
        <p:txBody>
          <a:bodyPr wrap="square" lIns="0" tIns="0" rIns="0" bIns="0" rtlCol="0"/>
          <a:lstStyle/>
          <a:p>
            <a:endParaRPr/>
          </a:p>
        </p:txBody>
      </p:sp>
      <p:sp>
        <p:nvSpPr>
          <p:cNvPr id="91" name="object 91"/>
          <p:cNvSpPr/>
          <p:nvPr/>
        </p:nvSpPr>
        <p:spPr>
          <a:xfrm>
            <a:off x="4393717" y="3350233"/>
            <a:ext cx="577215" cy="584200"/>
          </a:xfrm>
          <a:custGeom>
            <a:avLst/>
            <a:gdLst/>
            <a:ahLst/>
            <a:cxnLst/>
            <a:rect l="l" t="t" r="r" b="b"/>
            <a:pathLst>
              <a:path w="577214" h="584200">
                <a:moveTo>
                  <a:pt x="0" y="584099"/>
                </a:moveTo>
                <a:lnTo>
                  <a:pt x="576807" y="584099"/>
                </a:lnTo>
                <a:lnTo>
                  <a:pt x="576807" y="0"/>
                </a:lnTo>
                <a:lnTo>
                  <a:pt x="0" y="0"/>
                </a:lnTo>
                <a:lnTo>
                  <a:pt x="0" y="584099"/>
                </a:lnTo>
                <a:close/>
              </a:path>
            </a:pathLst>
          </a:custGeom>
          <a:solidFill>
            <a:srgbClr val="FF9999"/>
          </a:solidFill>
        </p:spPr>
        <p:txBody>
          <a:bodyPr wrap="square" lIns="0" tIns="0" rIns="0" bIns="0" rtlCol="0"/>
          <a:lstStyle/>
          <a:p>
            <a:endParaRPr/>
          </a:p>
        </p:txBody>
      </p:sp>
      <p:sp>
        <p:nvSpPr>
          <p:cNvPr id="92" name="object 92"/>
          <p:cNvSpPr/>
          <p:nvPr/>
        </p:nvSpPr>
        <p:spPr>
          <a:xfrm>
            <a:off x="4393716" y="3350228"/>
            <a:ext cx="577215" cy="584200"/>
          </a:xfrm>
          <a:custGeom>
            <a:avLst/>
            <a:gdLst/>
            <a:ahLst/>
            <a:cxnLst/>
            <a:rect l="l" t="t" r="r" b="b"/>
            <a:pathLst>
              <a:path w="577214" h="584200">
                <a:moveTo>
                  <a:pt x="0" y="0"/>
                </a:moveTo>
                <a:lnTo>
                  <a:pt x="576803" y="0"/>
                </a:lnTo>
                <a:lnTo>
                  <a:pt x="576803" y="584105"/>
                </a:lnTo>
                <a:lnTo>
                  <a:pt x="0" y="584105"/>
                </a:lnTo>
                <a:lnTo>
                  <a:pt x="0" y="0"/>
                </a:lnTo>
              </a:path>
            </a:pathLst>
          </a:custGeom>
          <a:ln w="6263">
            <a:solidFill>
              <a:srgbClr val="000000"/>
            </a:solidFill>
          </a:ln>
        </p:spPr>
        <p:txBody>
          <a:bodyPr wrap="square" lIns="0" tIns="0" rIns="0" bIns="0" rtlCol="0"/>
          <a:lstStyle/>
          <a:p>
            <a:endParaRPr/>
          </a:p>
        </p:txBody>
      </p:sp>
      <p:sp>
        <p:nvSpPr>
          <p:cNvPr id="93" name="object 93"/>
          <p:cNvSpPr/>
          <p:nvPr/>
        </p:nvSpPr>
        <p:spPr>
          <a:xfrm>
            <a:off x="4493284" y="3327060"/>
            <a:ext cx="36830" cy="83185"/>
          </a:xfrm>
          <a:custGeom>
            <a:avLst/>
            <a:gdLst/>
            <a:ahLst/>
            <a:cxnLst/>
            <a:rect l="l" t="t" r="r" b="b"/>
            <a:pathLst>
              <a:path w="36829" h="83185">
                <a:moveTo>
                  <a:pt x="24527" y="78037"/>
                </a:moveTo>
                <a:lnTo>
                  <a:pt x="5886" y="78037"/>
                </a:lnTo>
                <a:lnTo>
                  <a:pt x="5886" y="82763"/>
                </a:lnTo>
                <a:lnTo>
                  <a:pt x="24527" y="82763"/>
                </a:lnTo>
                <a:lnTo>
                  <a:pt x="24527" y="78037"/>
                </a:lnTo>
                <a:close/>
              </a:path>
              <a:path w="36829" h="83185">
                <a:moveTo>
                  <a:pt x="12261" y="4725"/>
                </a:moveTo>
                <a:lnTo>
                  <a:pt x="5886" y="4725"/>
                </a:lnTo>
                <a:lnTo>
                  <a:pt x="0" y="8973"/>
                </a:lnTo>
                <a:lnTo>
                  <a:pt x="0" y="78037"/>
                </a:lnTo>
                <a:lnTo>
                  <a:pt x="5886" y="78037"/>
                </a:lnTo>
                <a:lnTo>
                  <a:pt x="5886" y="8973"/>
                </a:lnTo>
                <a:lnTo>
                  <a:pt x="12261" y="4725"/>
                </a:lnTo>
                <a:close/>
              </a:path>
              <a:path w="36829" h="83185">
                <a:moveTo>
                  <a:pt x="30909" y="32160"/>
                </a:moveTo>
                <a:lnTo>
                  <a:pt x="24527" y="32160"/>
                </a:lnTo>
                <a:lnTo>
                  <a:pt x="24527" y="78037"/>
                </a:lnTo>
                <a:lnTo>
                  <a:pt x="30909" y="73770"/>
                </a:lnTo>
                <a:lnTo>
                  <a:pt x="30909" y="32160"/>
                </a:lnTo>
                <a:close/>
              </a:path>
              <a:path w="36829" h="83185">
                <a:moveTo>
                  <a:pt x="36777" y="8973"/>
                </a:moveTo>
                <a:lnTo>
                  <a:pt x="30909" y="8973"/>
                </a:lnTo>
                <a:lnTo>
                  <a:pt x="30909" y="18442"/>
                </a:lnTo>
                <a:lnTo>
                  <a:pt x="36777" y="18442"/>
                </a:lnTo>
                <a:lnTo>
                  <a:pt x="36777" y="8973"/>
                </a:lnTo>
                <a:close/>
              </a:path>
              <a:path w="36829" h="83185">
                <a:moveTo>
                  <a:pt x="30909" y="4725"/>
                </a:moveTo>
                <a:lnTo>
                  <a:pt x="24527" y="4725"/>
                </a:lnTo>
                <a:lnTo>
                  <a:pt x="24527" y="8973"/>
                </a:lnTo>
                <a:lnTo>
                  <a:pt x="30909" y="8973"/>
                </a:lnTo>
                <a:lnTo>
                  <a:pt x="30909" y="4725"/>
                </a:lnTo>
                <a:close/>
              </a:path>
              <a:path w="36829" h="83185">
                <a:moveTo>
                  <a:pt x="18145" y="0"/>
                </a:moveTo>
                <a:lnTo>
                  <a:pt x="12261" y="4725"/>
                </a:lnTo>
                <a:lnTo>
                  <a:pt x="18145" y="4725"/>
                </a:lnTo>
                <a:lnTo>
                  <a:pt x="18145" y="0"/>
                </a:lnTo>
                <a:close/>
              </a:path>
            </a:pathLst>
          </a:custGeom>
          <a:solidFill>
            <a:srgbClr val="E5E5E5"/>
          </a:solidFill>
        </p:spPr>
        <p:txBody>
          <a:bodyPr wrap="square" lIns="0" tIns="0" rIns="0" bIns="0" rtlCol="0"/>
          <a:lstStyle/>
          <a:p>
            <a:endParaRPr/>
          </a:p>
        </p:txBody>
      </p:sp>
      <p:sp>
        <p:nvSpPr>
          <p:cNvPr id="94" name="object 94"/>
          <p:cNvSpPr/>
          <p:nvPr/>
        </p:nvSpPr>
        <p:spPr>
          <a:xfrm>
            <a:off x="4493283" y="3327061"/>
            <a:ext cx="36830" cy="83185"/>
          </a:xfrm>
          <a:custGeom>
            <a:avLst/>
            <a:gdLst/>
            <a:ahLst/>
            <a:cxnLst/>
            <a:rect l="l" t="t" r="r" b="b"/>
            <a:pathLst>
              <a:path w="36829" h="83185">
                <a:moveTo>
                  <a:pt x="36777" y="18442"/>
                </a:moveTo>
                <a:lnTo>
                  <a:pt x="30908" y="18442"/>
                </a:lnTo>
                <a:lnTo>
                  <a:pt x="30908" y="13717"/>
                </a:lnTo>
                <a:lnTo>
                  <a:pt x="24527" y="8973"/>
                </a:lnTo>
                <a:lnTo>
                  <a:pt x="18145" y="4724"/>
                </a:lnTo>
                <a:lnTo>
                  <a:pt x="5885" y="8973"/>
                </a:lnTo>
                <a:lnTo>
                  <a:pt x="5885" y="13717"/>
                </a:lnTo>
                <a:lnTo>
                  <a:pt x="5885" y="73769"/>
                </a:lnTo>
                <a:lnTo>
                  <a:pt x="5885" y="78037"/>
                </a:lnTo>
                <a:lnTo>
                  <a:pt x="12261" y="78037"/>
                </a:lnTo>
                <a:lnTo>
                  <a:pt x="18145" y="78037"/>
                </a:lnTo>
                <a:lnTo>
                  <a:pt x="24527" y="73769"/>
                </a:lnTo>
                <a:lnTo>
                  <a:pt x="24527" y="32159"/>
                </a:lnTo>
                <a:lnTo>
                  <a:pt x="30908" y="32159"/>
                </a:lnTo>
                <a:lnTo>
                  <a:pt x="30908" y="73769"/>
                </a:lnTo>
                <a:lnTo>
                  <a:pt x="24527" y="78037"/>
                </a:lnTo>
                <a:lnTo>
                  <a:pt x="12261" y="82762"/>
                </a:lnTo>
                <a:lnTo>
                  <a:pt x="5885" y="78037"/>
                </a:lnTo>
                <a:lnTo>
                  <a:pt x="0" y="73769"/>
                </a:lnTo>
                <a:lnTo>
                  <a:pt x="0" y="13717"/>
                </a:lnTo>
                <a:lnTo>
                  <a:pt x="5885" y="4724"/>
                </a:lnTo>
                <a:lnTo>
                  <a:pt x="18145" y="0"/>
                </a:lnTo>
                <a:lnTo>
                  <a:pt x="30908" y="4724"/>
                </a:lnTo>
                <a:lnTo>
                  <a:pt x="36777" y="13717"/>
                </a:lnTo>
                <a:lnTo>
                  <a:pt x="36777" y="18442"/>
                </a:lnTo>
              </a:path>
            </a:pathLst>
          </a:custGeom>
          <a:ln w="6338">
            <a:solidFill>
              <a:srgbClr val="7E7E7E"/>
            </a:solidFill>
          </a:ln>
        </p:spPr>
        <p:txBody>
          <a:bodyPr wrap="square" lIns="0" tIns="0" rIns="0" bIns="0" rtlCol="0"/>
          <a:lstStyle/>
          <a:p>
            <a:endParaRPr/>
          </a:p>
        </p:txBody>
      </p:sp>
      <p:sp>
        <p:nvSpPr>
          <p:cNvPr id="95" name="object 95"/>
          <p:cNvSpPr/>
          <p:nvPr/>
        </p:nvSpPr>
        <p:spPr>
          <a:xfrm>
            <a:off x="4493283" y="3331785"/>
            <a:ext cx="31115" cy="78105"/>
          </a:xfrm>
          <a:custGeom>
            <a:avLst/>
            <a:gdLst/>
            <a:ahLst/>
            <a:cxnLst/>
            <a:rect l="l" t="t" r="r" b="b"/>
            <a:pathLst>
              <a:path w="31114" h="78105">
                <a:moveTo>
                  <a:pt x="30908" y="13717"/>
                </a:moveTo>
                <a:lnTo>
                  <a:pt x="30908" y="8992"/>
                </a:lnTo>
                <a:lnTo>
                  <a:pt x="30908" y="0"/>
                </a:lnTo>
                <a:lnTo>
                  <a:pt x="18145" y="0"/>
                </a:lnTo>
                <a:lnTo>
                  <a:pt x="5885" y="4249"/>
                </a:lnTo>
                <a:lnTo>
                  <a:pt x="0" y="8992"/>
                </a:lnTo>
                <a:lnTo>
                  <a:pt x="0" y="69045"/>
                </a:lnTo>
                <a:lnTo>
                  <a:pt x="5885" y="73312"/>
                </a:lnTo>
                <a:lnTo>
                  <a:pt x="12261" y="78037"/>
                </a:lnTo>
                <a:lnTo>
                  <a:pt x="24527" y="73312"/>
                </a:lnTo>
                <a:lnTo>
                  <a:pt x="24527" y="69045"/>
                </a:lnTo>
                <a:lnTo>
                  <a:pt x="24527" y="32160"/>
                </a:lnTo>
              </a:path>
            </a:pathLst>
          </a:custGeom>
          <a:ln w="6345">
            <a:solidFill>
              <a:srgbClr val="999999"/>
            </a:solidFill>
          </a:ln>
        </p:spPr>
        <p:txBody>
          <a:bodyPr wrap="square" lIns="0" tIns="0" rIns="0" bIns="0" rtlCol="0"/>
          <a:lstStyle/>
          <a:p>
            <a:endParaRPr/>
          </a:p>
        </p:txBody>
      </p:sp>
      <p:sp>
        <p:nvSpPr>
          <p:cNvPr id="96" name="object 96"/>
          <p:cNvSpPr/>
          <p:nvPr/>
        </p:nvSpPr>
        <p:spPr>
          <a:xfrm>
            <a:off x="4474646" y="3441983"/>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97" name="object 97"/>
          <p:cNvSpPr/>
          <p:nvPr/>
        </p:nvSpPr>
        <p:spPr>
          <a:xfrm>
            <a:off x="4474646" y="3460426"/>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98" name="object 98"/>
          <p:cNvSpPr/>
          <p:nvPr/>
        </p:nvSpPr>
        <p:spPr>
          <a:xfrm>
            <a:off x="4474646" y="3483612"/>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99" name="object 99"/>
          <p:cNvSpPr/>
          <p:nvPr/>
        </p:nvSpPr>
        <p:spPr>
          <a:xfrm>
            <a:off x="4474646" y="3524745"/>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100" name="object 100"/>
          <p:cNvSpPr/>
          <p:nvPr/>
        </p:nvSpPr>
        <p:spPr>
          <a:xfrm>
            <a:off x="4474646" y="3547932"/>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101" name="object 101"/>
          <p:cNvSpPr/>
          <p:nvPr/>
        </p:nvSpPr>
        <p:spPr>
          <a:xfrm>
            <a:off x="4474646" y="3571099"/>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02" name="object 102"/>
          <p:cNvSpPr/>
          <p:nvPr/>
        </p:nvSpPr>
        <p:spPr>
          <a:xfrm>
            <a:off x="4474646" y="3589542"/>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103" name="object 103"/>
          <p:cNvSpPr/>
          <p:nvPr/>
        </p:nvSpPr>
        <p:spPr>
          <a:xfrm>
            <a:off x="4474646" y="3635419"/>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104" name="object 104"/>
          <p:cNvSpPr/>
          <p:nvPr/>
        </p:nvSpPr>
        <p:spPr>
          <a:xfrm>
            <a:off x="4474646" y="3653862"/>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105" name="object 105"/>
          <p:cNvSpPr/>
          <p:nvPr/>
        </p:nvSpPr>
        <p:spPr>
          <a:xfrm>
            <a:off x="4474646" y="3676572"/>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06" name="object 106"/>
          <p:cNvSpPr/>
          <p:nvPr/>
        </p:nvSpPr>
        <p:spPr>
          <a:xfrm>
            <a:off x="4474646" y="3695014"/>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07" name="object 107"/>
          <p:cNvSpPr/>
          <p:nvPr/>
        </p:nvSpPr>
        <p:spPr>
          <a:xfrm>
            <a:off x="4474646" y="3741368"/>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108" name="object 108"/>
          <p:cNvSpPr/>
          <p:nvPr/>
        </p:nvSpPr>
        <p:spPr>
          <a:xfrm>
            <a:off x="4474646" y="3759810"/>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109" name="object 109"/>
          <p:cNvSpPr/>
          <p:nvPr/>
        </p:nvSpPr>
        <p:spPr>
          <a:xfrm>
            <a:off x="4474646" y="3782521"/>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10" name="object 110"/>
          <p:cNvSpPr/>
          <p:nvPr/>
        </p:nvSpPr>
        <p:spPr>
          <a:xfrm>
            <a:off x="4474646" y="3805688"/>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11" name="object 111"/>
          <p:cNvSpPr/>
          <p:nvPr/>
        </p:nvSpPr>
        <p:spPr>
          <a:xfrm>
            <a:off x="4474646" y="3824135"/>
            <a:ext cx="421640" cy="0"/>
          </a:xfrm>
          <a:custGeom>
            <a:avLst/>
            <a:gdLst/>
            <a:ahLst/>
            <a:cxnLst/>
            <a:rect l="l" t="t" r="r" b="b"/>
            <a:pathLst>
              <a:path w="421639">
                <a:moveTo>
                  <a:pt x="0" y="0"/>
                </a:moveTo>
                <a:lnTo>
                  <a:pt x="421308" y="0"/>
                </a:lnTo>
              </a:path>
            </a:pathLst>
          </a:custGeom>
          <a:ln w="6148">
            <a:solidFill>
              <a:srgbClr val="000000"/>
            </a:solidFill>
          </a:ln>
        </p:spPr>
        <p:txBody>
          <a:bodyPr wrap="square" lIns="0" tIns="0" rIns="0" bIns="0" rtlCol="0"/>
          <a:lstStyle/>
          <a:p>
            <a:endParaRPr/>
          </a:p>
        </p:txBody>
      </p:sp>
      <p:sp>
        <p:nvSpPr>
          <p:cNvPr id="112" name="object 112"/>
          <p:cNvSpPr/>
          <p:nvPr/>
        </p:nvSpPr>
        <p:spPr>
          <a:xfrm>
            <a:off x="4474646" y="3846837"/>
            <a:ext cx="123825" cy="0"/>
          </a:xfrm>
          <a:custGeom>
            <a:avLst/>
            <a:gdLst/>
            <a:ahLst/>
            <a:cxnLst/>
            <a:rect l="l" t="t" r="r" b="b"/>
            <a:pathLst>
              <a:path w="123825">
                <a:moveTo>
                  <a:pt x="0" y="0"/>
                </a:moveTo>
                <a:lnTo>
                  <a:pt x="123598" y="0"/>
                </a:lnTo>
              </a:path>
            </a:pathLst>
          </a:custGeom>
          <a:ln w="6148">
            <a:solidFill>
              <a:srgbClr val="000000"/>
            </a:solidFill>
          </a:ln>
        </p:spPr>
        <p:txBody>
          <a:bodyPr wrap="square" lIns="0" tIns="0" rIns="0" bIns="0" rtlCol="0"/>
          <a:lstStyle/>
          <a:p>
            <a:endParaRPr/>
          </a:p>
        </p:txBody>
      </p:sp>
      <p:sp>
        <p:nvSpPr>
          <p:cNvPr id="113" name="object 113"/>
          <p:cNvSpPr/>
          <p:nvPr/>
        </p:nvSpPr>
        <p:spPr>
          <a:xfrm>
            <a:off x="253512" y="3286376"/>
            <a:ext cx="3096895" cy="1450975"/>
          </a:xfrm>
          <a:custGeom>
            <a:avLst/>
            <a:gdLst/>
            <a:ahLst/>
            <a:cxnLst/>
            <a:rect l="l" t="t" r="r" b="b"/>
            <a:pathLst>
              <a:path w="3096895" h="1450975">
                <a:moveTo>
                  <a:pt x="0" y="0"/>
                </a:moveTo>
                <a:lnTo>
                  <a:pt x="3096683" y="0"/>
                </a:lnTo>
                <a:lnTo>
                  <a:pt x="3096683" y="1450973"/>
                </a:lnTo>
                <a:lnTo>
                  <a:pt x="0" y="1450973"/>
                </a:lnTo>
                <a:lnTo>
                  <a:pt x="0" y="0"/>
                </a:lnTo>
                <a:close/>
              </a:path>
            </a:pathLst>
          </a:custGeom>
          <a:solidFill>
            <a:srgbClr val="7A4779"/>
          </a:solidFill>
        </p:spPr>
        <p:txBody>
          <a:bodyPr wrap="square" lIns="0" tIns="0" rIns="0" bIns="0" rtlCol="0"/>
          <a:lstStyle/>
          <a:p>
            <a:endParaRPr/>
          </a:p>
        </p:txBody>
      </p:sp>
      <p:sp>
        <p:nvSpPr>
          <p:cNvPr id="114" name="object 114"/>
          <p:cNvSpPr/>
          <p:nvPr/>
        </p:nvSpPr>
        <p:spPr>
          <a:xfrm>
            <a:off x="253512" y="3286376"/>
            <a:ext cx="3096895" cy="1450975"/>
          </a:xfrm>
          <a:custGeom>
            <a:avLst/>
            <a:gdLst/>
            <a:ahLst/>
            <a:cxnLst/>
            <a:rect l="l" t="t" r="r" b="b"/>
            <a:pathLst>
              <a:path w="3096895" h="1450975">
                <a:moveTo>
                  <a:pt x="0" y="0"/>
                </a:moveTo>
                <a:lnTo>
                  <a:pt x="3096682" y="0"/>
                </a:lnTo>
                <a:lnTo>
                  <a:pt x="3096682" y="1450974"/>
                </a:lnTo>
                <a:lnTo>
                  <a:pt x="0" y="1450974"/>
                </a:lnTo>
                <a:lnTo>
                  <a:pt x="0" y="0"/>
                </a:lnTo>
                <a:close/>
              </a:path>
            </a:pathLst>
          </a:custGeom>
          <a:ln w="9524">
            <a:solidFill>
              <a:srgbClr val="A76585"/>
            </a:solidFill>
          </a:ln>
        </p:spPr>
        <p:txBody>
          <a:bodyPr wrap="square" lIns="0" tIns="0" rIns="0" bIns="0" rtlCol="0"/>
          <a:lstStyle/>
          <a:p>
            <a:endParaRPr/>
          </a:p>
        </p:txBody>
      </p:sp>
      <p:sp>
        <p:nvSpPr>
          <p:cNvPr id="115" name="object 115"/>
          <p:cNvSpPr/>
          <p:nvPr/>
        </p:nvSpPr>
        <p:spPr>
          <a:xfrm>
            <a:off x="351728" y="3386388"/>
            <a:ext cx="206436" cy="288367"/>
          </a:xfrm>
          <a:prstGeom prst="rect">
            <a:avLst/>
          </a:prstGeom>
          <a:blipFill>
            <a:blip r:embed="rId4" cstate="print"/>
            <a:stretch>
              <a:fillRect/>
            </a:stretch>
          </a:blipFill>
        </p:spPr>
        <p:txBody>
          <a:bodyPr wrap="square" lIns="0" tIns="0" rIns="0" bIns="0" rtlCol="0"/>
          <a:lstStyle/>
          <a:p>
            <a:endParaRPr/>
          </a:p>
        </p:txBody>
      </p:sp>
      <p:sp>
        <p:nvSpPr>
          <p:cNvPr id="116" name="object 116"/>
          <p:cNvSpPr/>
          <p:nvPr/>
        </p:nvSpPr>
        <p:spPr>
          <a:xfrm>
            <a:off x="313993" y="3570457"/>
            <a:ext cx="281940" cy="635"/>
          </a:xfrm>
          <a:custGeom>
            <a:avLst/>
            <a:gdLst/>
            <a:ahLst/>
            <a:cxnLst/>
            <a:rect l="l" t="t" r="r" b="b"/>
            <a:pathLst>
              <a:path w="281940" h="635">
                <a:moveTo>
                  <a:pt x="0" y="0"/>
                </a:moveTo>
                <a:lnTo>
                  <a:pt x="281906" y="539"/>
                </a:lnTo>
              </a:path>
            </a:pathLst>
          </a:custGeom>
          <a:ln w="28574">
            <a:solidFill>
              <a:srgbClr val="ECEBEB"/>
            </a:solidFill>
          </a:ln>
        </p:spPr>
        <p:txBody>
          <a:bodyPr wrap="square" lIns="0" tIns="0" rIns="0" bIns="0" rtlCol="0"/>
          <a:lstStyle/>
          <a:p>
            <a:endParaRPr/>
          </a:p>
        </p:txBody>
      </p:sp>
      <p:sp>
        <p:nvSpPr>
          <p:cNvPr id="117" name="object 117"/>
          <p:cNvSpPr/>
          <p:nvPr/>
        </p:nvSpPr>
        <p:spPr>
          <a:xfrm>
            <a:off x="259862" y="3660469"/>
            <a:ext cx="389890" cy="146685"/>
          </a:xfrm>
          <a:custGeom>
            <a:avLst/>
            <a:gdLst/>
            <a:ahLst/>
            <a:cxnLst/>
            <a:rect l="l" t="t" r="r" b="b"/>
            <a:pathLst>
              <a:path w="389890" h="146685">
                <a:moveTo>
                  <a:pt x="194733" y="0"/>
                </a:moveTo>
                <a:lnTo>
                  <a:pt x="0" y="146606"/>
                </a:lnTo>
                <a:lnTo>
                  <a:pt x="389466" y="146606"/>
                </a:lnTo>
                <a:lnTo>
                  <a:pt x="194733" y="0"/>
                </a:lnTo>
                <a:close/>
              </a:path>
            </a:pathLst>
          </a:custGeom>
          <a:solidFill>
            <a:srgbClr val="F2913F"/>
          </a:solidFill>
        </p:spPr>
        <p:txBody>
          <a:bodyPr wrap="square" lIns="0" tIns="0" rIns="0" bIns="0" rtlCol="0"/>
          <a:lstStyle/>
          <a:p>
            <a:endParaRPr/>
          </a:p>
        </p:txBody>
      </p:sp>
      <p:sp>
        <p:nvSpPr>
          <p:cNvPr id="118" name="object 118"/>
          <p:cNvSpPr/>
          <p:nvPr/>
        </p:nvSpPr>
        <p:spPr>
          <a:xfrm>
            <a:off x="259862" y="3660469"/>
            <a:ext cx="389890" cy="146685"/>
          </a:xfrm>
          <a:custGeom>
            <a:avLst/>
            <a:gdLst/>
            <a:ahLst/>
            <a:cxnLst/>
            <a:rect l="l" t="t" r="r" b="b"/>
            <a:pathLst>
              <a:path w="389890" h="146685">
                <a:moveTo>
                  <a:pt x="0" y="146606"/>
                </a:moveTo>
                <a:lnTo>
                  <a:pt x="194733" y="0"/>
                </a:lnTo>
                <a:lnTo>
                  <a:pt x="389466" y="146606"/>
                </a:lnTo>
              </a:path>
            </a:pathLst>
          </a:custGeom>
          <a:ln w="28574">
            <a:solidFill>
              <a:srgbClr val="ECEBEB"/>
            </a:solidFill>
          </a:ln>
        </p:spPr>
        <p:txBody>
          <a:bodyPr wrap="square" lIns="0" tIns="0" rIns="0" bIns="0" rtlCol="0"/>
          <a:lstStyle/>
          <a:p>
            <a:endParaRPr/>
          </a:p>
        </p:txBody>
      </p:sp>
      <p:sp>
        <p:nvSpPr>
          <p:cNvPr id="119" name="object 119"/>
          <p:cNvSpPr/>
          <p:nvPr/>
        </p:nvSpPr>
        <p:spPr>
          <a:xfrm>
            <a:off x="617578" y="3577509"/>
            <a:ext cx="552450" cy="12700"/>
          </a:xfrm>
          <a:custGeom>
            <a:avLst/>
            <a:gdLst/>
            <a:ahLst/>
            <a:cxnLst/>
            <a:rect l="l" t="t" r="r" b="b"/>
            <a:pathLst>
              <a:path w="552450" h="12700">
                <a:moveTo>
                  <a:pt x="0" y="12079"/>
                </a:moveTo>
                <a:lnTo>
                  <a:pt x="551882" y="0"/>
                </a:lnTo>
              </a:path>
            </a:pathLst>
          </a:custGeom>
          <a:ln w="28574">
            <a:solidFill>
              <a:srgbClr val="ECEBEB"/>
            </a:solidFill>
          </a:ln>
        </p:spPr>
        <p:txBody>
          <a:bodyPr wrap="square" lIns="0" tIns="0" rIns="0" bIns="0" rtlCol="0"/>
          <a:lstStyle/>
          <a:p>
            <a:endParaRPr/>
          </a:p>
        </p:txBody>
      </p:sp>
      <p:sp>
        <p:nvSpPr>
          <p:cNvPr id="120" name="object 120"/>
          <p:cNvSpPr/>
          <p:nvPr/>
        </p:nvSpPr>
        <p:spPr>
          <a:xfrm>
            <a:off x="1066341" y="3513068"/>
            <a:ext cx="131469" cy="132615"/>
          </a:xfrm>
          <a:prstGeom prst="rect">
            <a:avLst/>
          </a:prstGeom>
          <a:blipFill>
            <a:blip r:embed="rId5" cstate="print"/>
            <a:stretch>
              <a:fillRect/>
            </a:stretch>
          </a:blipFill>
        </p:spPr>
        <p:txBody>
          <a:bodyPr wrap="square" lIns="0" tIns="0" rIns="0" bIns="0" rtlCol="0"/>
          <a:lstStyle/>
          <a:p>
            <a:endParaRPr/>
          </a:p>
        </p:txBody>
      </p:sp>
      <p:sp>
        <p:nvSpPr>
          <p:cNvPr id="121" name="object 121"/>
          <p:cNvSpPr/>
          <p:nvPr/>
        </p:nvSpPr>
        <p:spPr>
          <a:xfrm>
            <a:off x="2844764" y="3292726"/>
            <a:ext cx="241234" cy="338095"/>
          </a:xfrm>
          <a:prstGeom prst="rect">
            <a:avLst/>
          </a:prstGeom>
          <a:blipFill>
            <a:blip r:embed="rId6" cstate="print"/>
            <a:stretch>
              <a:fillRect/>
            </a:stretch>
          </a:blipFill>
        </p:spPr>
        <p:txBody>
          <a:bodyPr wrap="square" lIns="0" tIns="0" rIns="0" bIns="0" rtlCol="0"/>
          <a:lstStyle/>
          <a:p>
            <a:endParaRPr/>
          </a:p>
        </p:txBody>
      </p:sp>
      <p:sp>
        <p:nvSpPr>
          <p:cNvPr id="122" name="object 122"/>
          <p:cNvSpPr/>
          <p:nvPr/>
        </p:nvSpPr>
        <p:spPr>
          <a:xfrm>
            <a:off x="2796850" y="3509292"/>
            <a:ext cx="337185" cy="1270"/>
          </a:xfrm>
          <a:custGeom>
            <a:avLst/>
            <a:gdLst/>
            <a:ahLst/>
            <a:cxnLst/>
            <a:rect l="l" t="t" r="r" b="b"/>
            <a:pathLst>
              <a:path w="337185" h="1269">
                <a:moveTo>
                  <a:pt x="0" y="0"/>
                </a:moveTo>
                <a:lnTo>
                  <a:pt x="337061" y="641"/>
                </a:lnTo>
              </a:path>
            </a:pathLst>
          </a:custGeom>
          <a:ln w="28574">
            <a:solidFill>
              <a:srgbClr val="ECEBEB"/>
            </a:solidFill>
          </a:ln>
        </p:spPr>
        <p:txBody>
          <a:bodyPr wrap="square" lIns="0" tIns="0" rIns="0" bIns="0" rtlCol="0"/>
          <a:lstStyle/>
          <a:p>
            <a:endParaRPr/>
          </a:p>
        </p:txBody>
      </p:sp>
      <p:sp>
        <p:nvSpPr>
          <p:cNvPr id="123" name="object 123"/>
          <p:cNvSpPr/>
          <p:nvPr/>
        </p:nvSpPr>
        <p:spPr>
          <a:xfrm>
            <a:off x="2732128" y="3616533"/>
            <a:ext cx="466090" cy="175260"/>
          </a:xfrm>
          <a:custGeom>
            <a:avLst/>
            <a:gdLst/>
            <a:ahLst/>
            <a:cxnLst/>
            <a:rect l="l" t="t" r="r" b="b"/>
            <a:pathLst>
              <a:path w="466089" h="175260">
                <a:moveTo>
                  <a:pt x="232832" y="0"/>
                </a:moveTo>
                <a:lnTo>
                  <a:pt x="0" y="174666"/>
                </a:lnTo>
                <a:lnTo>
                  <a:pt x="465665" y="174666"/>
                </a:lnTo>
                <a:lnTo>
                  <a:pt x="232832" y="0"/>
                </a:lnTo>
                <a:close/>
              </a:path>
            </a:pathLst>
          </a:custGeom>
          <a:solidFill>
            <a:srgbClr val="F2913F"/>
          </a:solidFill>
        </p:spPr>
        <p:txBody>
          <a:bodyPr wrap="square" lIns="0" tIns="0" rIns="0" bIns="0" rtlCol="0"/>
          <a:lstStyle/>
          <a:p>
            <a:endParaRPr/>
          </a:p>
        </p:txBody>
      </p:sp>
      <p:sp>
        <p:nvSpPr>
          <p:cNvPr id="124" name="object 124"/>
          <p:cNvSpPr/>
          <p:nvPr/>
        </p:nvSpPr>
        <p:spPr>
          <a:xfrm>
            <a:off x="2732127" y="3616533"/>
            <a:ext cx="466090" cy="175260"/>
          </a:xfrm>
          <a:custGeom>
            <a:avLst/>
            <a:gdLst/>
            <a:ahLst/>
            <a:cxnLst/>
            <a:rect l="l" t="t" r="r" b="b"/>
            <a:pathLst>
              <a:path w="466089" h="175260">
                <a:moveTo>
                  <a:pt x="0" y="174666"/>
                </a:moveTo>
                <a:lnTo>
                  <a:pt x="232833" y="0"/>
                </a:lnTo>
                <a:lnTo>
                  <a:pt x="465666" y="174666"/>
                </a:lnTo>
              </a:path>
            </a:pathLst>
          </a:custGeom>
          <a:ln w="28574">
            <a:solidFill>
              <a:srgbClr val="ECEBEB"/>
            </a:solidFill>
          </a:ln>
        </p:spPr>
        <p:txBody>
          <a:bodyPr wrap="square" lIns="0" tIns="0" rIns="0" bIns="0" rtlCol="0"/>
          <a:lstStyle/>
          <a:p>
            <a:endParaRPr/>
          </a:p>
        </p:txBody>
      </p:sp>
      <p:sp>
        <p:nvSpPr>
          <p:cNvPr id="125" name="object 125"/>
          <p:cNvSpPr/>
          <p:nvPr/>
        </p:nvSpPr>
        <p:spPr>
          <a:xfrm>
            <a:off x="2139234" y="3840413"/>
            <a:ext cx="582930" cy="532130"/>
          </a:xfrm>
          <a:custGeom>
            <a:avLst/>
            <a:gdLst/>
            <a:ahLst/>
            <a:cxnLst/>
            <a:rect l="l" t="t" r="r" b="b"/>
            <a:pathLst>
              <a:path w="582930" h="532129">
                <a:moveTo>
                  <a:pt x="582310" y="0"/>
                </a:moveTo>
                <a:lnTo>
                  <a:pt x="0" y="531742"/>
                </a:lnTo>
              </a:path>
            </a:pathLst>
          </a:custGeom>
          <a:ln w="28574">
            <a:solidFill>
              <a:srgbClr val="ECEBEB"/>
            </a:solidFill>
          </a:ln>
        </p:spPr>
        <p:txBody>
          <a:bodyPr wrap="square" lIns="0" tIns="0" rIns="0" bIns="0" rtlCol="0"/>
          <a:lstStyle/>
          <a:p>
            <a:endParaRPr/>
          </a:p>
        </p:txBody>
      </p:sp>
      <p:sp>
        <p:nvSpPr>
          <p:cNvPr id="126" name="object 126"/>
          <p:cNvSpPr/>
          <p:nvPr/>
        </p:nvSpPr>
        <p:spPr>
          <a:xfrm>
            <a:off x="2118294" y="4261433"/>
            <a:ext cx="133590" cy="129842"/>
          </a:xfrm>
          <a:prstGeom prst="rect">
            <a:avLst/>
          </a:prstGeom>
          <a:blipFill>
            <a:blip r:embed="rId7" cstate="print"/>
            <a:stretch>
              <a:fillRect/>
            </a:stretch>
          </a:blipFill>
        </p:spPr>
        <p:txBody>
          <a:bodyPr wrap="square" lIns="0" tIns="0" rIns="0" bIns="0" rtlCol="0"/>
          <a:lstStyle/>
          <a:p>
            <a:endParaRPr/>
          </a:p>
        </p:txBody>
      </p:sp>
      <p:sp>
        <p:nvSpPr>
          <p:cNvPr id="127" name="object 127"/>
          <p:cNvSpPr/>
          <p:nvPr/>
        </p:nvSpPr>
        <p:spPr>
          <a:xfrm>
            <a:off x="2285511" y="3553765"/>
            <a:ext cx="429259" cy="10795"/>
          </a:xfrm>
          <a:custGeom>
            <a:avLst/>
            <a:gdLst/>
            <a:ahLst/>
            <a:cxnLst/>
            <a:rect l="l" t="t" r="r" b="b"/>
            <a:pathLst>
              <a:path w="429260" h="10794">
                <a:moveTo>
                  <a:pt x="0" y="10423"/>
                </a:moveTo>
                <a:lnTo>
                  <a:pt x="428852" y="0"/>
                </a:lnTo>
              </a:path>
            </a:pathLst>
          </a:custGeom>
          <a:ln w="28574">
            <a:solidFill>
              <a:srgbClr val="ECEBEB"/>
            </a:solidFill>
          </a:ln>
        </p:spPr>
        <p:txBody>
          <a:bodyPr wrap="square" lIns="0" tIns="0" rIns="0" bIns="0" rtlCol="0"/>
          <a:lstStyle/>
          <a:p>
            <a:endParaRPr/>
          </a:p>
        </p:txBody>
      </p:sp>
      <p:sp>
        <p:nvSpPr>
          <p:cNvPr id="128" name="object 128"/>
          <p:cNvSpPr/>
          <p:nvPr/>
        </p:nvSpPr>
        <p:spPr>
          <a:xfrm>
            <a:off x="2611128" y="3489535"/>
            <a:ext cx="131583" cy="132607"/>
          </a:xfrm>
          <a:prstGeom prst="rect">
            <a:avLst/>
          </a:prstGeom>
          <a:blipFill>
            <a:blip r:embed="rId8" cstate="print"/>
            <a:stretch>
              <a:fillRect/>
            </a:stretch>
          </a:blipFill>
        </p:spPr>
        <p:txBody>
          <a:bodyPr wrap="square" lIns="0" tIns="0" rIns="0" bIns="0" rtlCol="0"/>
          <a:lstStyle/>
          <a:p>
            <a:endParaRPr/>
          </a:p>
        </p:txBody>
      </p:sp>
      <p:sp>
        <p:nvSpPr>
          <p:cNvPr id="129" name="object 129"/>
          <p:cNvSpPr/>
          <p:nvPr/>
        </p:nvSpPr>
        <p:spPr>
          <a:xfrm>
            <a:off x="1371112" y="3456238"/>
            <a:ext cx="732790" cy="243204"/>
          </a:xfrm>
          <a:custGeom>
            <a:avLst/>
            <a:gdLst/>
            <a:ahLst/>
            <a:cxnLst/>
            <a:rect l="l" t="t" r="r" b="b"/>
            <a:pathLst>
              <a:path w="732789" h="243205">
                <a:moveTo>
                  <a:pt x="366182" y="0"/>
                </a:moveTo>
                <a:lnTo>
                  <a:pt x="300361" y="1956"/>
                </a:lnTo>
                <a:lnTo>
                  <a:pt x="238409" y="7597"/>
                </a:lnTo>
                <a:lnTo>
                  <a:pt x="181363" y="16580"/>
                </a:lnTo>
                <a:lnTo>
                  <a:pt x="130255" y="28562"/>
                </a:lnTo>
                <a:lnTo>
                  <a:pt x="86121" y="43199"/>
                </a:lnTo>
                <a:lnTo>
                  <a:pt x="49994" y="60148"/>
                </a:lnTo>
                <a:lnTo>
                  <a:pt x="5899" y="99614"/>
                </a:lnTo>
                <a:lnTo>
                  <a:pt x="0" y="121443"/>
                </a:lnTo>
                <a:lnTo>
                  <a:pt x="5899" y="143273"/>
                </a:lnTo>
                <a:lnTo>
                  <a:pt x="49994" y="182739"/>
                </a:lnTo>
                <a:lnTo>
                  <a:pt x="86121" y="199688"/>
                </a:lnTo>
                <a:lnTo>
                  <a:pt x="130255" y="214325"/>
                </a:lnTo>
                <a:lnTo>
                  <a:pt x="181363" y="226307"/>
                </a:lnTo>
                <a:lnTo>
                  <a:pt x="238409" y="235289"/>
                </a:lnTo>
                <a:lnTo>
                  <a:pt x="300361" y="240930"/>
                </a:lnTo>
                <a:lnTo>
                  <a:pt x="366182" y="242887"/>
                </a:lnTo>
                <a:lnTo>
                  <a:pt x="432005" y="240930"/>
                </a:lnTo>
                <a:lnTo>
                  <a:pt x="493956" y="235289"/>
                </a:lnTo>
                <a:lnTo>
                  <a:pt x="551003" y="226307"/>
                </a:lnTo>
                <a:lnTo>
                  <a:pt x="602110" y="214325"/>
                </a:lnTo>
                <a:lnTo>
                  <a:pt x="646245" y="199688"/>
                </a:lnTo>
                <a:lnTo>
                  <a:pt x="682372" y="182739"/>
                </a:lnTo>
                <a:lnTo>
                  <a:pt x="726467" y="143273"/>
                </a:lnTo>
                <a:lnTo>
                  <a:pt x="732367" y="121443"/>
                </a:lnTo>
                <a:lnTo>
                  <a:pt x="726467" y="99614"/>
                </a:lnTo>
                <a:lnTo>
                  <a:pt x="682372" y="60148"/>
                </a:lnTo>
                <a:lnTo>
                  <a:pt x="646245" y="43199"/>
                </a:lnTo>
                <a:lnTo>
                  <a:pt x="602110" y="28562"/>
                </a:lnTo>
                <a:lnTo>
                  <a:pt x="551003" y="16580"/>
                </a:lnTo>
                <a:lnTo>
                  <a:pt x="493956" y="7597"/>
                </a:lnTo>
                <a:lnTo>
                  <a:pt x="432005" y="1956"/>
                </a:lnTo>
                <a:lnTo>
                  <a:pt x="366182" y="0"/>
                </a:lnTo>
                <a:close/>
              </a:path>
            </a:pathLst>
          </a:custGeom>
          <a:solidFill>
            <a:srgbClr val="F2913F"/>
          </a:solidFill>
        </p:spPr>
        <p:txBody>
          <a:bodyPr wrap="square" lIns="0" tIns="0" rIns="0" bIns="0" rtlCol="0"/>
          <a:lstStyle/>
          <a:p>
            <a:endParaRPr/>
          </a:p>
        </p:txBody>
      </p:sp>
      <p:sp>
        <p:nvSpPr>
          <p:cNvPr id="130" name="object 130"/>
          <p:cNvSpPr/>
          <p:nvPr/>
        </p:nvSpPr>
        <p:spPr>
          <a:xfrm>
            <a:off x="1371112" y="3456238"/>
            <a:ext cx="732790" cy="243204"/>
          </a:xfrm>
          <a:custGeom>
            <a:avLst/>
            <a:gdLst/>
            <a:ahLst/>
            <a:cxnLst/>
            <a:rect l="l" t="t" r="r" b="b"/>
            <a:pathLst>
              <a:path w="732789" h="243205">
                <a:moveTo>
                  <a:pt x="0" y="121444"/>
                </a:moveTo>
                <a:lnTo>
                  <a:pt x="22909" y="79068"/>
                </a:lnTo>
                <a:lnTo>
                  <a:pt x="86121" y="43199"/>
                </a:lnTo>
                <a:lnTo>
                  <a:pt x="130256" y="28562"/>
                </a:lnTo>
                <a:lnTo>
                  <a:pt x="181363" y="16580"/>
                </a:lnTo>
                <a:lnTo>
                  <a:pt x="238410" y="7597"/>
                </a:lnTo>
                <a:lnTo>
                  <a:pt x="300361" y="1956"/>
                </a:lnTo>
                <a:lnTo>
                  <a:pt x="366183" y="0"/>
                </a:lnTo>
                <a:lnTo>
                  <a:pt x="432005" y="1956"/>
                </a:lnTo>
                <a:lnTo>
                  <a:pt x="493957" y="7597"/>
                </a:lnTo>
                <a:lnTo>
                  <a:pt x="551003" y="16580"/>
                </a:lnTo>
                <a:lnTo>
                  <a:pt x="602111" y="28562"/>
                </a:lnTo>
                <a:lnTo>
                  <a:pt x="646245" y="43199"/>
                </a:lnTo>
                <a:lnTo>
                  <a:pt x="682372" y="60148"/>
                </a:lnTo>
                <a:lnTo>
                  <a:pt x="726468" y="99614"/>
                </a:lnTo>
                <a:lnTo>
                  <a:pt x="732367" y="121444"/>
                </a:lnTo>
                <a:lnTo>
                  <a:pt x="726468" y="143273"/>
                </a:lnTo>
                <a:lnTo>
                  <a:pt x="682372" y="182739"/>
                </a:lnTo>
                <a:lnTo>
                  <a:pt x="646245" y="199688"/>
                </a:lnTo>
                <a:lnTo>
                  <a:pt x="602111" y="214325"/>
                </a:lnTo>
                <a:lnTo>
                  <a:pt x="551003" y="226307"/>
                </a:lnTo>
                <a:lnTo>
                  <a:pt x="493957" y="235290"/>
                </a:lnTo>
                <a:lnTo>
                  <a:pt x="432005" y="240931"/>
                </a:lnTo>
                <a:lnTo>
                  <a:pt x="366183" y="242887"/>
                </a:lnTo>
                <a:lnTo>
                  <a:pt x="300361" y="240931"/>
                </a:lnTo>
                <a:lnTo>
                  <a:pt x="238410" y="235290"/>
                </a:lnTo>
                <a:lnTo>
                  <a:pt x="181363" y="226307"/>
                </a:lnTo>
                <a:lnTo>
                  <a:pt x="130256" y="214325"/>
                </a:lnTo>
                <a:lnTo>
                  <a:pt x="86121" y="199688"/>
                </a:lnTo>
                <a:lnTo>
                  <a:pt x="49994" y="182739"/>
                </a:lnTo>
                <a:lnTo>
                  <a:pt x="5899" y="143273"/>
                </a:lnTo>
                <a:lnTo>
                  <a:pt x="0" y="121444"/>
                </a:lnTo>
                <a:close/>
              </a:path>
            </a:pathLst>
          </a:custGeom>
          <a:ln w="28574">
            <a:solidFill>
              <a:srgbClr val="ECEBEB"/>
            </a:solidFill>
          </a:ln>
        </p:spPr>
        <p:txBody>
          <a:bodyPr wrap="square" lIns="0" tIns="0" rIns="0" bIns="0" rtlCol="0"/>
          <a:lstStyle/>
          <a:p>
            <a:endParaRPr/>
          </a:p>
        </p:txBody>
      </p:sp>
      <p:sp>
        <p:nvSpPr>
          <p:cNvPr id="131" name="object 131"/>
          <p:cNvSpPr/>
          <p:nvPr/>
        </p:nvSpPr>
        <p:spPr>
          <a:xfrm>
            <a:off x="1407095" y="3892799"/>
            <a:ext cx="764540" cy="284480"/>
          </a:xfrm>
          <a:custGeom>
            <a:avLst/>
            <a:gdLst/>
            <a:ahLst/>
            <a:cxnLst/>
            <a:rect l="l" t="t" r="r" b="b"/>
            <a:pathLst>
              <a:path w="764539" h="284479">
                <a:moveTo>
                  <a:pt x="382059" y="0"/>
                </a:moveTo>
                <a:lnTo>
                  <a:pt x="313383" y="2289"/>
                </a:lnTo>
                <a:lnTo>
                  <a:pt x="248746" y="8889"/>
                </a:lnTo>
                <a:lnTo>
                  <a:pt x="189226" y="19398"/>
                </a:lnTo>
                <a:lnTo>
                  <a:pt x="135903" y="33416"/>
                </a:lnTo>
                <a:lnTo>
                  <a:pt x="89855" y="50540"/>
                </a:lnTo>
                <a:lnTo>
                  <a:pt x="52162" y="70370"/>
                </a:lnTo>
                <a:lnTo>
                  <a:pt x="6155" y="116543"/>
                </a:lnTo>
                <a:lnTo>
                  <a:pt x="0" y="142082"/>
                </a:lnTo>
                <a:lnTo>
                  <a:pt x="6155" y="167621"/>
                </a:lnTo>
                <a:lnTo>
                  <a:pt x="52162" y="213793"/>
                </a:lnTo>
                <a:lnTo>
                  <a:pt x="89855" y="233623"/>
                </a:lnTo>
                <a:lnTo>
                  <a:pt x="135903" y="250748"/>
                </a:lnTo>
                <a:lnTo>
                  <a:pt x="189226" y="264765"/>
                </a:lnTo>
                <a:lnTo>
                  <a:pt x="248746" y="275274"/>
                </a:lnTo>
                <a:lnTo>
                  <a:pt x="313383" y="281874"/>
                </a:lnTo>
                <a:lnTo>
                  <a:pt x="382059" y="284163"/>
                </a:lnTo>
                <a:lnTo>
                  <a:pt x="450734" y="281874"/>
                </a:lnTo>
                <a:lnTo>
                  <a:pt x="515371" y="275274"/>
                </a:lnTo>
                <a:lnTo>
                  <a:pt x="574891" y="264765"/>
                </a:lnTo>
                <a:lnTo>
                  <a:pt x="628214" y="250748"/>
                </a:lnTo>
                <a:lnTo>
                  <a:pt x="674262" y="233623"/>
                </a:lnTo>
                <a:lnTo>
                  <a:pt x="711955" y="213793"/>
                </a:lnTo>
                <a:lnTo>
                  <a:pt x="757961" y="167621"/>
                </a:lnTo>
                <a:lnTo>
                  <a:pt x="764117" y="142082"/>
                </a:lnTo>
                <a:lnTo>
                  <a:pt x="757961" y="116543"/>
                </a:lnTo>
                <a:lnTo>
                  <a:pt x="711955" y="70370"/>
                </a:lnTo>
                <a:lnTo>
                  <a:pt x="674262" y="50540"/>
                </a:lnTo>
                <a:lnTo>
                  <a:pt x="628214" y="33416"/>
                </a:lnTo>
                <a:lnTo>
                  <a:pt x="574891" y="19398"/>
                </a:lnTo>
                <a:lnTo>
                  <a:pt x="515371" y="8889"/>
                </a:lnTo>
                <a:lnTo>
                  <a:pt x="450734" y="2289"/>
                </a:lnTo>
                <a:lnTo>
                  <a:pt x="382059" y="0"/>
                </a:lnTo>
                <a:close/>
              </a:path>
            </a:pathLst>
          </a:custGeom>
          <a:solidFill>
            <a:srgbClr val="F2913F"/>
          </a:solidFill>
        </p:spPr>
        <p:txBody>
          <a:bodyPr wrap="square" lIns="0" tIns="0" rIns="0" bIns="0" rtlCol="0"/>
          <a:lstStyle/>
          <a:p>
            <a:endParaRPr/>
          </a:p>
        </p:txBody>
      </p:sp>
      <p:sp>
        <p:nvSpPr>
          <p:cNvPr id="132" name="object 132"/>
          <p:cNvSpPr/>
          <p:nvPr/>
        </p:nvSpPr>
        <p:spPr>
          <a:xfrm>
            <a:off x="1407095" y="3892799"/>
            <a:ext cx="764540" cy="284480"/>
          </a:xfrm>
          <a:custGeom>
            <a:avLst/>
            <a:gdLst/>
            <a:ahLst/>
            <a:cxnLst/>
            <a:rect l="l" t="t" r="r" b="b"/>
            <a:pathLst>
              <a:path w="764539" h="284479">
                <a:moveTo>
                  <a:pt x="0" y="142081"/>
                </a:moveTo>
                <a:lnTo>
                  <a:pt x="23902" y="92505"/>
                </a:lnTo>
                <a:lnTo>
                  <a:pt x="89855" y="50540"/>
                </a:lnTo>
                <a:lnTo>
                  <a:pt x="135903" y="33415"/>
                </a:lnTo>
                <a:lnTo>
                  <a:pt x="189226" y="19398"/>
                </a:lnTo>
                <a:lnTo>
                  <a:pt x="248746" y="8889"/>
                </a:lnTo>
                <a:lnTo>
                  <a:pt x="313383" y="2289"/>
                </a:lnTo>
                <a:lnTo>
                  <a:pt x="382058" y="0"/>
                </a:lnTo>
                <a:lnTo>
                  <a:pt x="450734" y="2289"/>
                </a:lnTo>
                <a:lnTo>
                  <a:pt x="515371" y="8889"/>
                </a:lnTo>
                <a:lnTo>
                  <a:pt x="574891" y="19398"/>
                </a:lnTo>
                <a:lnTo>
                  <a:pt x="628214" y="33415"/>
                </a:lnTo>
                <a:lnTo>
                  <a:pt x="674262" y="50540"/>
                </a:lnTo>
                <a:lnTo>
                  <a:pt x="711955" y="70370"/>
                </a:lnTo>
                <a:lnTo>
                  <a:pt x="757962" y="116542"/>
                </a:lnTo>
                <a:lnTo>
                  <a:pt x="764117" y="142081"/>
                </a:lnTo>
                <a:lnTo>
                  <a:pt x="757962" y="167621"/>
                </a:lnTo>
                <a:lnTo>
                  <a:pt x="711955" y="213793"/>
                </a:lnTo>
                <a:lnTo>
                  <a:pt x="674262" y="233623"/>
                </a:lnTo>
                <a:lnTo>
                  <a:pt x="628214" y="250748"/>
                </a:lnTo>
                <a:lnTo>
                  <a:pt x="574891" y="264765"/>
                </a:lnTo>
                <a:lnTo>
                  <a:pt x="515371" y="275275"/>
                </a:lnTo>
                <a:lnTo>
                  <a:pt x="450734" y="281874"/>
                </a:lnTo>
                <a:lnTo>
                  <a:pt x="382058" y="284164"/>
                </a:lnTo>
                <a:lnTo>
                  <a:pt x="313383" y="281874"/>
                </a:lnTo>
                <a:lnTo>
                  <a:pt x="248746" y="275275"/>
                </a:lnTo>
                <a:lnTo>
                  <a:pt x="189226" y="264765"/>
                </a:lnTo>
                <a:lnTo>
                  <a:pt x="135903" y="250748"/>
                </a:lnTo>
                <a:lnTo>
                  <a:pt x="89855" y="233623"/>
                </a:lnTo>
                <a:lnTo>
                  <a:pt x="52162" y="213793"/>
                </a:lnTo>
                <a:lnTo>
                  <a:pt x="6155" y="167621"/>
                </a:lnTo>
                <a:lnTo>
                  <a:pt x="0" y="142081"/>
                </a:lnTo>
                <a:close/>
              </a:path>
            </a:pathLst>
          </a:custGeom>
          <a:ln w="28574">
            <a:solidFill>
              <a:srgbClr val="ECEBEB"/>
            </a:solidFill>
          </a:ln>
        </p:spPr>
        <p:txBody>
          <a:bodyPr wrap="square" lIns="0" tIns="0" rIns="0" bIns="0" rtlCol="0"/>
          <a:lstStyle/>
          <a:p>
            <a:endParaRPr/>
          </a:p>
        </p:txBody>
      </p:sp>
      <p:sp>
        <p:nvSpPr>
          <p:cNvPr id="133" name="object 133"/>
          <p:cNvSpPr/>
          <p:nvPr/>
        </p:nvSpPr>
        <p:spPr>
          <a:xfrm>
            <a:off x="1402862" y="4356350"/>
            <a:ext cx="766445" cy="282575"/>
          </a:xfrm>
          <a:custGeom>
            <a:avLst/>
            <a:gdLst/>
            <a:ahLst/>
            <a:cxnLst/>
            <a:rect l="l" t="t" r="r" b="b"/>
            <a:pathLst>
              <a:path w="766444" h="282575">
                <a:moveTo>
                  <a:pt x="383117" y="0"/>
                </a:moveTo>
                <a:lnTo>
                  <a:pt x="314251" y="2276"/>
                </a:lnTo>
                <a:lnTo>
                  <a:pt x="249435" y="8839"/>
                </a:lnTo>
                <a:lnTo>
                  <a:pt x="189750" y="19289"/>
                </a:lnTo>
                <a:lnTo>
                  <a:pt x="136279" y="33228"/>
                </a:lnTo>
                <a:lnTo>
                  <a:pt x="90104" y="50257"/>
                </a:lnTo>
                <a:lnTo>
                  <a:pt x="52306" y="69976"/>
                </a:lnTo>
                <a:lnTo>
                  <a:pt x="6172" y="115890"/>
                </a:lnTo>
                <a:lnTo>
                  <a:pt x="0" y="141287"/>
                </a:lnTo>
                <a:lnTo>
                  <a:pt x="6172" y="166684"/>
                </a:lnTo>
                <a:lnTo>
                  <a:pt x="52306" y="212598"/>
                </a:lnTo>
                <a:lnTo>
                  <a:pt x="90104" y="232317"/>
                </a:lnTo>
                <a:lnTo>
                  <a:pt x="136279" y="249346"/>
                </a:lnTo>
                <a:lnTo>
                  <a:pt x="189750" y="263285"/>
                </a:lnTo>
                <a:lnTo>
                  <a:pt x="249435" y="273735"/>
                </a:lnTo>
                <a:lnTo>
                  <a:pt x="314251" y="280298"/>
                </a:lnTo>
                <a:lnTo>
                  <a:pt x="383117" y="282574"/>
                </a:lnTo>
                <a:lnTo>
                  <a:pt x="451982" y="280298"/>
                </a:lnTo>
                <a:lnTo>
                  <a:pt x="516798" y="273735"/>
                </a:lnTo>
                <a:lnTo>
                  <a:pt x="576483" y="263285"/>
                </a:lnTo>
                <a:lnTo>
                  <a:pt x="629953" y="249346"/>
                </a:lnTo>
                <a:lnTo>
                  <a:pt x="676129" y="232317"/>
                </a:lnTo>
                <a:lnTo>
                  <a:pt x="713926" y="212598"/>
                </a:lnTo>
                <a:lnTo>
                  <a:pt x="760060" y="166684"/>
                </a:lnTo>
                <a:lnTo>
                  <a:pt x="766232" y="141287"/>
                </a:lnTo>
                <a:lnTo>
                  <a:pt x="760060" y="115890"/>
                </a:lnTo>
                <a:lnTo>
                  <a:pt x="713926" y="69976"/>
                </a:lnTo>
                <a:lnTo>
                  <a:pt x="676129" y="50257"/>
                </a:lnTo>
                <a:lnTo>
                  <a:pt x="629953" y="33228"/>
                </a:lnTo>
                <a:lnTo>
                  <a:pt x="576483" y="19289"/>
                </a:lnTo>
                <a:lnTo>
                  <a:pt x="516798" y="8839"/>
                </a:lnTo>
                <a:lnTo>
                  <a:pt x="451982" y="2276"/>
                </a:lnTo>
                <a:lnTo>
                  <a:pt x="383117" y="0"/>
                </a:lnTo>
                <a:close/>
              </a:path>
            </a:pathLst>
          </a:custGeom>
          <a:solidFill>
            <a:srgbClr val="F2913F"/>
          </a:solidFill>
        </p:spPr>
        <p:txBody>
          <a:bodyPr wrap="square" lIns="0" tIns="0" rIns="0" bIns="0" rtlCol="0"/>
          <a:lstStyle/>
          <a:p>
            <a:endParaRPr/>
          </a:p>
        </p:txBody>
      </p:sp>
      <p:sp>
        <p:nvSpPr>
          <p:cNvPr id="134" name="object 134"/>
          <p:cNvSpPr/>
          <p:nvPr/>
        </p:nvSpPr>
        <p:spPr>
          <a:xfrm>
            <a:off x="1402862" y="4356350"/>
            <a:ext cx="766445" cy="282575"/>
          </a:xfrm>
          <a:custGeom>
            <a:avLst/>
            <a:gdLst/>
            <a:ahLst/>
            <a:cxnLst/>
            <a:rect l="l" t="t" r="r" b="b"/>
            <a:pathLst>
              <a:path w="766444" h="282575">
                <a:moveTo>
                  <a:pt x="0" y="141287"/>
                </a:moveTo>
                <a:lnTo>
                  <a:pt x="23968" y="91987"/>
                </a:lnTo>
                <a:lnTo>
                  <a:pt x="90104" y="50257"/>
                </a:lnTo>
                <a:lnTo>
                  <a:pt x="136279" y="33229"/>
                </a:lnTo>
                <a:lnTo>
                  <a:pt x="189750" y="19289"/>
                </a:lnTo>
                <a:lnTo>
                  <a:pt x="249434" y="8839"/>
                </a:lnTo>
                <a:lnTo>
                  <a:pt x="314251" y="2276"/>
                </a:lnTo>
                <a:lnTo>
                  <a:pt x="383116" y="0"/>
                </a:lnTo>
                <a:lnTo>
                  <a:pt x="451982" y="2276"/>
                </a:lnTo>
                <a:lnTo>
                  <a:pt x="516798" y="8839"/>
                </a:lnTo>
                <a:lnTo>
                  <a:pt x="576483" y="19289"/>
                </a:lnTo>
                <a:lnTo>
                  <a:pt x="629954" y="33229"/>
                </a:lnTo>
                <a:lnTo>
                  <a:pt x="676129" y="50257"/>
                </a:lnTo>
                <a:lnTo>
                  <a:pt x="713927" y="69977"/>
                </a:lnTo>
                <a:lnTo>
                  <a:pt x="760061" y="115891"/>
                </a:lnTo>
                <a:lnTo>
                  <a:pt x="766233" y="141287"/>
                </a:lnTo>
                <a:lnTo>
                  <a:pt x="760061" y="166684"/>
                </a:lnTo>
                <a:lnTo>
                  <a:pt x="713927" y="212598"/>
                </a:lnTo>
                <a:lnTo>
                  <a:pt x="676129" y="232318"/>
                </a:lnTo>
                <a:lnTo>
                  <a:pt x="629954" y="249346"/>
                </a:lnTo>
                <a:lnTo>
                  <a:pt x="576483" y="263286"/>
                </a:lnTo>
                <a:lnTo>
                  <a:pt x="516798" y="273736"/>
                </a:lnTo>
                <a:lnTo>
                  <a:pt x="451982" y="280299"/>
                </a:lnTo>
                <a:lnTo>
                  <a:pt x="383116" y="282575"/>
                </a:lnTo>
                <a:lnTo>
                  <a:pt x="314251" y="280299"/>
                </a:lnTo>
                <a:lnTo>
                  <a:pt x="249434" y="273736"/>
                </a:lnTo>
                <a:lnTo>
                  <a:pt x="189750" y="263286"/>
                </a:lnTo>
                <a:lnTo>
                  <a:pt x="136279" y="249346"/>
                </a:lnTo>
                <a:lnTo>
                  <a:pt x="90104" y="232318"/>
                </a:lnTo>
                <a:lnTo>
                  <a:pt x="52306" y="212598"/>
                </a:lnTo>
                <a:lnTo>
                  <a:pt x="6172" y="166684"/>
                </a:lnTo>
                <a:lnTo>
                  <a:pt x="0" y="141287"/>
                </a:lnTo>
                <a:close/>
              </a:path>
            </a:pathLst>
          </a:custGeom>
          <a:ln w="28574">
            <a:solidFill>
              <a:srgbClr val="ECEBEB"/>
            </a:solidFill>
          </a:ln>
        </p:spPr>
        <p:txBody>
          <a:bodyPr wrap="square" lIns="0" tIns="0" rIns="0" bIns="0" rtlCol="0"/>
          <a:lstStyle/>
          <a:p>
            <a:endParaRPr/>
          </a:p>
        </p:txBody>
      </p:sp>
      <p:sp>
        <p:nvSpPr>
          <p:cNvPr id="135" name="object 135"/>
          <p:cNvSpPr/>
          <p:nvPr/>
        </p:nvSpPr>
        <p:spPr>
          <a:xfrm>
            <a:off x="578211" y="4029325"/>
            <a:ext cx="206436" cy="288369"/>
          </a:xfrm>
          <a:prstGeom prst="rect">
            <a:avLst/>
          </a:prstGeom>
          <a:blipFill>
            <a:blip r:embed="rId9" cstate="print"/>
            <a:stretch>
              <a:fillRect/>
            </a:stretch>
          </a:blipFill>
        </p:spPr>
        <p:txBody>
          <a:bodyPr wrap="square" lIns="0" tIns="0" rIns="0" bIns="0" rtlCol="0"/>
          <a:lstStyle/>
          <a:p>
            <a:endParaRPr/>
          </a:p>
        </p:txBody>
      </p:sp>
      <p:sp>
        <p:nvSpPr>
          <p:cNvPr id="136" name="object 136"/>
          <p:cNvSpPr/>
          <p:nvPr/>
        </p:nvSpPr>
        <p:spPr>
          <a:xfrm>
            <a:off x="540476" y="4213394"/>
            <a:ext cx="281940" cy="635"/>
          </a:xfrm>
          <a:custGeom>
            <a:avLst/>
            <a:gdLst/>
            <a:ahLst/>
            <a:cxnLst/>
            <a:rect l="l" t="t" r="r" b="b"/>
            <a:pathLst>
              <a:path w="281940" h="635">
                <a:moveTo>
                  <a:pt x="0" y="0"/>
                </a:moveTo>
                <a:lnTo>
                  <a:pt x="281906" y="538"/>
                </a:lnTo>
              </a:path>
            </a:pathLst>
          </a:custGeom>
          <a:ln w="28574">
            <a:solidFill>
              <a:srgbClr val="ECEBEB"/>
            </a:solidFill>
          </a:ln>
        </p:spPr>
        <p:txBody>
          <a:bodyPr wrap="square" lIns="0" tIns="0" rIns="0" bIns="0" rtlCol="0"/>
          <a:lstStyle/>
          <a:p>
            <a:endParaRPr/>
          </a:p>
        </p:txBody>
      </p:sp>
      <p:sp>
        <p:nvSpPr>
          <p:cNvPr id="137" name="object 137"/>
          <p:cNvSpPr/>
          <p:nvPr/>
        </p:nvSpPr>
        <p:spPr>
          <a:xfrm>
            <a:off x="486344" y="4303407"/>
            <a:ext cx="389890" cy="146685"/>
          </a:xfrm>
          <a:custGeom>
            <a:avLst/>
            <a:gdLst/>
            <a:ahLst/>
            <a:cxnLst/>
            <a:rect l="l" t="t" r="r" b="b"/>
            <a:pathLst>
              <a:path w="389890" h="146685">
                <a:moveTo>
                  <a:pt x="194733" y="0"/>
                </a:moveTo>
                <a:lnTo>
                  <a:pt x="0" y="146606"/>
                </a:lnTo>
                <a:lnTo>
                  <a:pt x="389466" y="146606"/>
                </a:lnTo>
                <a:lnTo>
                  <a:pt x="194733" y="0"/>
                </a:lnTo>
                <a:close/>
              </a:path>
            </a:pathLst>
          </a:custGeom>
          <a:solidFill>
            <a:srgbClr val="F2913F"/>
          </a:solidFill>
        </p:spPr>
        <p:txBody>
          <a:bodyPr wrap="square" lIns="0" tIns="0" rIns="0" bIns="0" rtlCol="0"/>
          <a:lstStyle/>
          <a:p>
            <a:endParaRPr/>
          </a:p>
        </p:txBody>
      </p:sp>
      <p:sp>
        <p:nvSpPr>
          <p:cNvPr id="138" name="object 138"/>
          <p:cNvSpPr/>
          <p:nvPr/>
        </p:nvSpPr>
        <p:spPr>
          <a:xfrm>
            <a:off x="486344" y="4303407"/>
            <a:ext cx="389890" cy="146685"/>
          </a:xfrm>
          <a:custGeom>
            <a:avLst/>
            <a:gdLst/>
            <a:ahLst/>
            <a:cxnLst/>
            <a:rect l="l" t="t" r="r" b="b"/>
            <a:pathLst>
              <a:path w="389890" h="146685">
                <a:moveTo>
                  <a:pt x="0" y="146605"/>
                </a:moveTo>
                <a:lnTo>
                  <a:pt x="194733" y="0"/>
                </a:lnTo>
                <a:lnTo>
                  <a:pt x="389466" y="146605"/>
                </a:lnTo>
              </a:path>
            </a:pathLst>
          </a:custGeom>
          <a:ln w="28574">
            <a:solidFill>
              <a:srgbClr val="ECEBEB"/>
            </a:solidFill>
          </a:ln>
        </p:spPr>
        <p:txBody>
          <a:bodyPr wrap="square" lIns="0" tIns="0" rIns="0" bIns="0" rtlCol="0"/>
          <a:lstStyle/>
          <a:p>
            <a:endParaRPr/>
          </a:p>
        </p:txBody>
      </p:sp>
      <p:sp>
        <p:nvSpPr>
          <p:cNvPr id="139" name="object 139"/>
          <p:cNvSpPr/>
          <p:nvPr/>
        </p:nvSpPr>
        <p:spPr>
          <a:xfrm>
            <a:off x="892744" y="4103885"/>
            <a:ext cx="474980" cy="168910"/>
          </a:xfrm>
          <a:custGeom>
            <a:avLst/>
            <a:gdLst/>
            <a:ahLst/>
            <a:cxnLst/>
            <a:rect l="l" t="t" r="r" b="b"/>
            <a:pathLst>
              <a:path w="474980" h="168910">
                <a:moveTo>
                  <a:pt x="0" y="168327"/>
                </a:moveTo>
                <a:lnTo>
                  <a:pt x="474923" y="0"/>
                </a:lnTo>
              </a:path>
            </a:pathLst>
          </a:custGeom>
          <a:ln w="28574">
            <a:solidFill>
              <a:srgbClr val="ECEBEB"/>
            </a:solidFill>
          </a:ln>
        </p:spPr>
        <p:txBody>
          <a:bodyPr wrap="square" lIns="0" tIns="0" rIns="0" bIns="0" rtlCol="0"/>
          <a:lstStyle/>
          <a:p>
            <a:endParaRPr/>
          </a:p>
        </p:txBody>
      </p:sp>
      <p:sp>
        <p:nvSpPr>
          <p:cNvPr id="140" name="object 140"/>
          <p:cNvSpPr/>
          <p:nvPr/>
        </p:nvSpPr>
        <p:spPr>
          <a:xfrm>
            <a:off x="1254655" y="4069882"/>
            <a:ext cx="139739" cy="125779"/>
          </a:xfrm>
          <a:prstGeom prst="rect">
            <a:avLst/>
          </a:prstGeom>
          <a:blipFill>
            <a:blip r:embed="rId10" cstate="print"/>
            <a:stretch>
              <a:fillRect/>
            </a:stretch>
          </a:blipFill>
        </p:spPr>
        <p:txBody>
          <a:bodyPr wrap="square" lIns="0" tIns="0" rIns="0" bIns="0" rtlCol="0"/>
          <a:lstStyle/>
          <a:p>
            <a:endParaRPr/>
          </a:p>
        </p:txBody>
      </p:sp>
      <p:sp>
        <p:nvSpPr>
          <p:cNvPr id="141" name="object 141"/>
          <p:cNvSpPr/>
          <p:nvPr/>
        </p:nvSpPr>
        <p:spPr>
          <a:xfrm>
            <a:off x="2025160" y="2129959"/>
            <a:ext cx="3257550" cy="417195"/>
          </a:xfrm>
          <a:custGeom>
            <a:avLst/>
            <a:gdLst/>
            <a:ahLst/>
            <a:cxnLst/>
            <a:rect l="l" t="t" r="r" b="b"/>
            <a:pathLst>
              <a:path w="3257550" h="417194">
                <a:moveTo>
                  <a:pt x="0" y="0"/>
                </a:moveTo>
                <a:lnTo>
                  <a:pt x="3257550" y="0"/>
                </a:lnTo>
                <a:lnTo>
                  <a:pt x="3257550" y="416780"/>
                </a:lnTo>
                <a:lnTo>
                  <a:pt x="0" y="416780"/>
                </a:lnTo>
                <a:lnTo>
                  <a:pt x="0" y="0"/>
                </a:lnTo>
                <a:close/>
              </a:path>
            </a:pathLst>
          </a:custGeom>
          <a:solidFill>
            <a:srgbClr val="7A4779"/>
          </a:solidFill>
        </p:spPr>
        <p:txBody>
          <a:bodyPr wrap="square" lIns="0" tIns="0" rIns="0" bIns="0" rtlCol="0"/>
          <a:lstStyle/>
          <a:p>
            <a:endParaRPr/>
          </a:p>
        </p:txBody>
      </p:sp>
      <p:sp>
        <p:nvSpPr>
          <p:cNvPr id="142" name="object 142"/>
          <p:cNvSpPr/>
          <p:nvPr/>
        </p:nvSpPr>
        <p:spPr>
          <a:xfrm>
            <a:off x="2025160" y="2129959"/>
            <a:ext cx="3257550" cy="417195"/>
          </a:xfrm>
          <a:custGeom>
            <a:avLst/>
            <a:gdLst/>
            <a:ahLst/>
            <a:cxnLst/>
            <a:rect l="l" t="t" r="r" b="b"/>
            <a:pathLst>
              <a:path w="3257550" h="417194">
                <a:moveTo>
                  <a:pt x="0" y="0"/>
                </a:moveTo>
                <a:lnTo>
                  <a:pt x="3257550" y="0"/>
                </a:lnTo>
                <a:lnTo>
                  <a:pt x="3257550" y="416780"/>
                </a:lnTo>
                <a:lnTo>
                  <a:pt x="0" y="416780"/>
                </a:lnTo>
                <a:lnTo>
                  <a:pt x="0" y="0"/>
                </a:lnTo>
                <a:close/>
              </a:path>
            </a:pathLst>
          </a:custGeom>
          <a:ln w="9524">
            <a:solidFill>
              <a:srgbClr val="FFFFFF"/>
            </a:solidFill>
          </a:ln>
        </p:spPr>
        <p:txBody>
          <a:bodyPr wrap="square" lIns="0" tIns="0" rIns="0" bIns="0" rtlCol="0"/>
          <a:lstStyle/>
          <a:p>
            <a:endParaRPr/>
          </a:p>
        </p:txBody>
      </p:sp>
      <p:sp>
        <p:nvSpPr>
          <p:cNvPr id="143" name="object 143"/>
          <p:cNvSpPr txBox="1"/>
          <p:nvPr/>
        </p:nvSpPr>
        <p:spPr>
          <a:xfrm>
            <a:off x="2025160" y="1473282"/>
            <a:ext cx="4749800" cy="1028700"/>
          </a:xfrm>
          <a:prstGeom prst="rect">
            <a:avLst/>
          </a:prstGeom>
        </p:spPr>
        <p:txBody>
          <a:bodyPr vert="horz" wrap="square" lIns="0" tIns="12700" rIns="0" bIns="0" rtlCol="0">
            <a:spAutoFit/>
          </a:bodyPr>
          <a:lstStyle/>
          <a:p>
            <a:pPr marR="111760" algn="r">
              <a:lnSpc>
                <a:spcPct val="100000"/>
              </a:lnSpc>
              <a:spcBef>
                <a:spcPts val="100"/>
              </a:spcBef>
            </a:pPr>
            <a:r>
              <a:rPr sz="2000" dirty="0">
                <a:solidFill>
                  <a:srgbClr val="FFFFFF"/>
                </a:solidFill>
                <a:latin typeface="华文新魏" panose="02010800040101010101" charset="-122"/>
                <a:cs typeface="华文新魏" panose="02010800040101010101" charset="-122"/>
              </a:rPr>
              <a:t>分析问题</a:t>
            </a:r>
            <a:endParaRPr sz="2000">
              <a:latin typeface="华文新魏" panose="02010800040101010101" charset="-122"/>
              <a:cs typeface="华文新魏" panose="02010800040101010101" charset="-122"/>
            </a:endParaRPr>
          </a:p>
          <a:p>
            <a:pPr>
              <a:lnSpc>
                <a:spcPct val="100000"/>
              </a:lnSpc>
              <a:spcBef>
                <a:spcPts val="45"/>
              </a:spcBef>
            </a:pPr>
            <a:endParaRPr sz="2650">
              <a:latin typeface="Times New Roman" panose="02020603050405020304"/>
              <a:cs typeface="Times New Roman" panose="02020603050405020304"/>
            </a:endParaRPr>
          </a:p>
          <a:p>
            <a:pPr marL="615950">
              <a:lnSpc>
                <a:spcPct val="100000"/>
              </a:lnSpc>
            </a:pPr>
            <a:r>
              <a:rPr sz="2000" dirty="0">
                <a:solidFill>
                  <a:srgbClr val="FFFFFF"/>
                </a:solidFill>
                <a:latin typeface="华文新魏" panose="02010800040101010101" charset="-122"/>
                <a:cs typeface="华文新魏" panose="02010800040101010101" charset="-122"/>
              </a:rPr>
              <a:t>理解干系人的需求</a:t>
            </a:r>
            <a:endParaRPr sz="2000">
              <a:latin typeface="华文新魏" panose="02010800040101010101" charset="-122"/>
              <a:cs typeface="华文新魏" panose="02010800040101010101" charset="-122"/>
            </a:endParaRPr>
          </a:p>
        </p:txBody>
      </p:sp>
      <p:sp>
        <p:nvSpPr>
          <p:cNvPr id="146" name="标题 145"/>
          <p:cNvSpPr>
            <a:spLocks noGrp="1"/>
          </p:cNvSpPr>
          <p:nvPr>
            <p:ph type="title"/>
          </p:nvPr>
        </p:nvSpPr>
        <p:spPr/>
        <p:txBody>
          <a:bodyPr/>
          <a:lstStyle/>
          <a:p>
            <a:r>
              <a:rPr lang="zh-CN" altLang="en-US" dirty="0"/>
              <a:t>用例在需求管理过程中的作用</a:t>
            </a:r>
          </a:p>
        </p:txBody>
      </p:sp>
      <p:sp>
        <p:nvSpPr>
          <p:cNvPr id="147" name="灯片编号占位符 146"/>
          <p:cNvSpPr>
            <a:spLocks noGrp="1"/>
          </p:cNvSpPr>
          <p:nvPr>
            <p:ph type="sldNum" sz="quarter" idx="12"/>
          </p:nvPr>
        </p:nvSpPr>
        <p:spPr/>
        <p:txBody>
          <a:bodyPr/>
          <a:lstStyle/>
          <a:p>
            <a:fld id="{74D2AB8B-5816-41F2-8B4B-CA5C3E4E6A65}" type="slidenum">
              <a:rPr lang="zh-CN" altLang="en-US" smtClean="0"/>
              <a:t>20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advTm="56741"/>
    </mc:Choice>
    <mc:Fallback xmlns="">
      <p:transition spd="slow" advTm="5674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923941" y="1547073"/>
            <a:ext cx="6299200" cy="2057400"/>
          </a:xfrm>
          <a:prstGeom prst="rect">
            <a:avLst/>
          </a:prstGeom>
        </p:spPr>
        <p:txBody>
          <a:bodyPr vert="horz" wrap="square" lIns="0" tIns="93980" rIns="0" bIns="0" rtlCol="0">
            <a:spAutoFit/>
          </a:bodyPr>
          <a:lstStyle/>
          <a:p>
            <a:pPr marL="241300" indent="-228600">
              <a:lnSpc>
                <a:spcPct val="100000"/>
              </a:lnSpc>
              <a:spcBef>
                <a:spcPts val="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关联</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干系人需要</a:t>
            </a:r>
            <a:r>
              <a:rPr sz="2800" dirty="0">
                <a:latin typeface="微软雅黑" panose="020B0503020204020204" pitchFamily="34" charset="-122"/>
                <a:ea typeface="微软雅黑" panose="020B0503020204020204" pitchFamily="34" charset="-122"/>
                <a:cs typeface="华文新魏" panose="02010800040101010101" charset="-122"/>
              </a:rPr>
              <a:t>以及</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软件需求</a:t>
            </a:r>
            <a:endParaRPr sz="28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确认与系统</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交互</a:t>
            </a:r>
            <a:r>
              <a:rPr sz="2800" dirty="0">
                <a:latin typeface="微软雅黑" panose="020B0503020204020204" pitchFamily="34" charset="-122"/>
                <a:ea typeface="微软雅黑" panose="020B0503020204020204" pitchFamily="34" charset="-122"/>
                <a:cs typeface="华文新魏" panose="02010800040101010101" charset="-122"/>
              </a:rPr>
              <a:t>的人或对象（参与者）</a:t>
            </a:r>
          </a:p>
          <a:p>
            <a:pPr marL="241300" indent="-228600">
              <a:lnSpc>
                <a:spcPct val="100000"/>
              </a:lnSpc>
              <a:spcBef>
                <a:spcPts val="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定义系统的</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边界</a:t>
            </a:r>
            <a:endParaRPr sz="28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捕捉和传达系统的</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理想行为（用例）</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sp>
        <p:nvSpPr>
          <p:cNvPr id="8" name="object 8"/>
          <p:cNvSpPr txBox="1"/>
          <p:nvPr/>
        </p:nvSpPr>
        <p:spPr>
          <a:xfrm>
            <a:off x="930720" y="3638133"/>
            <a:ext cx="2743200" cy="1041400"/>
          </a:xfrm>
          <a:prstGeom prst="rect">
            <a:avLst/>
          </a:prstGeom>
        </p:spPr>
        <p:txBody>
          <a:bodyPr vert="horz" wrap="square" lIns="0" tIns="93980" rIns="0" bIns="0" rtlCol="0">
            <a:spAutoFit/>
          </a:bodyPr>
          <a:lstStyle/>
          <a:p>
            <a:pPr marL="241300" indent="-228600">
              <a:lnSpc>
                <a:spcPct val="100000"/>
              </a:lnSpc>
              <a:spcBef>
                <a:spcPts val="740"/>
              </a:spcBef>
              <a:buFont typeface="Arial" panose="020B0604020202020204"/>
              <a:buChar char="•"/>
              <a:tabLst>
                <a:tab pos="241300" algn="l"/>
              </a:tabLst>
            </a:pP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验证或确认</a:t>
            </a:r>
            <a:r>
              <a:rPr sz="2800" dirty="0">
                <a:latin typeface="微软雅黑" panose="020B0503020204020204" pitchFamily="34" charset="-122"/>
                <a:ea typeface="微软雅黑" panose="020B0503020204020204" pitchFamily="34" charset="-122"/>
                <a:cs typeface="华文新魏" panose="02010800040101010101" charset="-122"/>
              </a:rPr>
              <a:t>需求</a:t>
            </a:r>
          </a:p>
          <a:p>
            <a:pPr marL="241300" indent="-228600">
              <a:lnSpc>
                <a:spcPct val="100000"/>
              </a:lnSpc>
              <a:spcBef>
                <a:spcPts val="640"/>
              </a:spcBef>
              <a:buFont typeface="Arial" panose="020B0604020202020204"/>
              <a:buChar char="•"/>
              <a:tabLst>
                <a:tab pos="241300" algn="l"/>
              </a:tabLst>
            </a:pP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规划工具</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sp>
        <p:nvSpPr>
          <p:cNvPr id="9" name="object 9"/>
          <p:cNvSpPr txBox="1"/>
          <p:nvPr/>
        </p:nvSpPr>
        <p:spPr>
          <a:xfrm>
            <a:off x="5905621" y="5401950"/>
            <a:ext cx="1483040" cy="273514"/>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0000"/>
                </a:solidFill>
                <a:latin typeface="华文新魏" panose="02010800040101010101" charset="-122"/>
                <a:cs typeface="华文新魏" panose="02010800040101010101" charset="-122"/>
              </a:rPr>
              <a:t>用例</a:t>
            </a:r>
            <a:r>
              <a:rPr sz="1400" b="1" spc="-5" dirty="0">
                <a:solidFill>
                  <a:srgbClr val="FF2600"/>
                </a:solidFill>
                <a:latin typeface="Calibri" panose="020F0502020204030204"/>
                <a:cs typeface="Calibri" panose="020F0502020204030204"/>
              </a:rPr>
              <a:t>2</a:t>
            </a:r>
            <a:r>
              <a:rPr sz="1400" b="1" spc="-5" dirty="0">
                <a:solidFill>
                  <a:srgbClr val="FF0000"/>
                </a:solidFill>
                <a:latin typeface="华文新魏" panose="02010800040101010101" charset="-122"/>
                <a:cs typeface="华文新魏" panose="02010800040101010101" charset="-122"/>
              </a:rPr>
              <a:t>的详细规约</a:t>
            </a:r>
            <a:endParaRPr sz="1400">
              <a:latin typeface="华文新魏" panose="02010800040101010101" charset="-122"/>
              <a:cs typeface="华文新魏" panose="02010800040101010101" charset="-122"/>
            </a:endParaRPr>
          </a:p>
        </p:txBody>
      </p:sp>
      <p:sp>
        <p:nvSpPr>
          <p:cNvPr id="10" name="object 10"/>
          <p:cNvSpPr/>
          <p:nvPr/>
        </p:nvSpPr>
        <p:spPr>
          <a:xfrm>
            <a:off x="6272300" y="4407860"/>
            <a:ext cx="851605" cy="960208"/>
          </a:xfrm>
          <a:custGeom>
            <a:avLst/>
            <a:gdLst/>
            <a:ahLst/>
            <a:cxnLst/>
            <a:rect l="l" t="t" r="r" b="b"/>
            <a:pathLst>
              <a:path w="781050" h="838200">
                <a:moveTo>
                  <a:pt x="96478" y="0"/>
                </a:moveTo>
                <a:lnTo>
                  <a:pt x="0" y="776723"/>
                </a:lnTo>
                <a:lnTo>
                  <a:pt x="676509" y="837679"/>
                </a:lnTo>
                <a:lnTo>
                  <a:pt x="780637" y="60957"/>
                </a:lnTo>
                <a:lnTo>
                  <a:pt x="96478" y="0"/>
                </a:lnTo>
                <a:close/>
              </a:path>
            </a:pathLst>
          </a:custGeom>
          <a:solidFill>
            <a:srgbClr val="CCCCCC"/>
          </a:solidFill>
        </p:spPr>
        <p:txBody>
          <a:bodyPr wrap="square" lIns="0" tIns="0" rIns="0" bIns="0" rtlCol="0"/>
          <a:lstStyle/>
          <a:p>
            <a:endParaRPr/>
          </a:p>
        </p:txBody>
      </p:sp>
      <p:sp>
        <p:nvSpPr>
          <p:cNvPr id="11" name="object 11"/>
          <p:cNvSpPr/>
          <p:nvPr/>
        </p:nvSpPr>
        <p:spPr>
          <a:xfrm>
            <a:off x="6272301" y="4407860"/>
            <a:ext cx="851605" cy="960208"/>
          </a:xfrm>
          <a:custGeom>
            <a:avLst/>
            <a:gdLst/>
            <a:ahLst/>
            <a:cxnLst/>
            <a:rect l="l" t="t" r="r" b="b"/>
            <a:pathLst>
              <a:path w="781050" h="838200">
                <a:moveTo>
                  <a:pt x="96477" y="0"/>
                </a:moveTo>
                <a:lnTo>
                  <a:pt x="780636" y="60957"/>
                </a:lnTo>
                <a:lnTo>
                  <a:pt x="676509" y="837679"/>
                </a:lnTo>
                <a:lnTo>
                  <a:pt x="0" y="776723"/>
                </a:lnTo>
                <a:lnTo>
                  <a:pt x="96477" y="0"/>
                </a:lnTo>
              </a:path>
            </a:pathLst>
          </a:custGeom>
          <a:ln w="7890">
            <a:solidFill>
              <a:srgbClr val="CCCCCC"/>
            </a:solidFill>
          </a:ln>
        </p:spPr>
        <p:txBody>
          <a:bodyPr wrap="square" lIns="0" tIns="0" rIns="0" bIns="0" rtlCol="0"/>
          <a:lstStyle/>
          <a:p>
            <a:endParaRPr/>
          </a:p>
        </p:txBody>
      </p:sp>
      <p:sp>
        <p:nvSpPr>
          <p:cNvPr id="12" name="object 12"/>
          <p:cNvSpPr/>
          <p:nvPr/>
        </p:nvSpPr>
        <p:spPr>
          <a:xfrm>
            <a:off x="6305011" y="4421518"/>
            <a:ext cx="802448" cy="925291"/>
          </a:xfrm>
          <a:custGeom>
            <a:avLst/>
            <a:gdLst/>
            <a:ahLst/>
            <a:cxnLst/>
            <a:rect l="l" t="t" r="r" b="b"/>
            <a:pathLst>
              <a:path w="735965" h="807720">
                <a:moveTo>
                  <a:pt x="51770" y="0"/>
                </a:moveTo>
                <a:lnTo>
                  <a:pt x="0" y="776739"/>
                </a:lnTo>
                <a:lnTo>
                  <a:pt x="684164" y="807533"/>
                </a:lnTo>
                <a:lnTo>
                  <a:pt x="735944" y="30808"/>
                </a:lnTo>
                <a:lnTo>
                  <a:pt x="51770" y="0"/>
                </a:lnTo>
                <a:close/>
              </a:path>
            </a:pathLst>
          </a:custGeom>
          <a:solidFill>
            <a:srgbClr val="CCCCCC"/>
          </a:solidFill>
        </p:spPr>
        <p:txBody>
          <a:bodyPr wrap="square" lIns="0" tIns="0" rIns="0" bIns="0" rtlCol="0"/>
          <a:lstStyle/>
          <a:p>
            <a:endParaRPr/>
          </a:p>
        </p:txBody>
      </p:sp>
      <p:sp>
        <p:nvSpPr>
          <p:cNvPr id="13" name="object 13"/>
          <p:cNvSpPr/>
          <p:nvPr/>
        </p:nvSpPr>
        <p:spPr>
          <a:xfrm>
            <a:off x="6305014" y="4421519"/>
            <a:ext cx="802448" cy="925291"/>
          </a:xfrm>
          <a:custGeom>
            <a:avLst/>
            <a:gdLst/>
            <a:ahLst/>
            <a:cxnLst/>
            <a:rect l="l" t="t" r="r" b="b"/>
            <a:pathLst>
              <a:path w="735965" h="807720">
                <a:moveTo>
                  <a:pt x="51769" y="0"/>
                </a:moveTo>
                <a:lnTo>
                  <a:pt x="735943" y="30808"/>
                </a:lnTo>
                <a:lnTo>
                  <a:pt x="684163" y="807532"/>
                </a:lnTo>
                <a:lnTo>
                  <a:pt x="0" y="776738"/>
                </a:lnTo>
                <a:lnTo>
                  <a:pt x="51769" y="0"/>
                </a:lnTo>
              </a:path>
            </a:pathLst>
          </a:custGeom>
          <a:ln w="7884">
            <a:solidFill>
              <a:srgbClr val="CCCCCC"/>
            </a:solidFill>
          </a:ln>
        </p:spPr>
        <p:txBody>
          <a:bodyPr wrap="square" lIns="0" tIns="0" rIns="0" bIns="0" rtlCol="0"/>
          <a:lstStyle/>
          <a:p>
            <a:endParaRPr/>
          </a:p>
        </p:txBody>
      </p:sp>
      <p:sp>
        <p:nvSpPr>
          <p:cNvPr id="14" name="object 14"/>
          <p:cNvSpPr/>
          <p:nvPr/>
        </p:nvSpPr>
        <p:spPr>
          <a:xfrm>
            <a:off x="6345424" y="4428731"/>
            <a:ext cx="746366" cy="890374"/>
          </a:xfrm>
          <a:custGeom>
            <a:avLst/>
            <a:gdLst/>
            <a:ahLst/>
            <a:cxnLst/>
            <a:rect l="l" t="t" r="r" b="b"/>
            <a:pathLst>
              <a:path w="684529" h="777239">
                <a:moveTo>
                  <a:pt x="0" y="776728"/>
                </a:moveTo>
                <a:lnTo>
                  <a:pt x="684171" y="776728"/>
                </a:lnTo>
                <a:lnTo>
                  <a:pt x="684171" y="0"/>
                </a:lnTo>
                <a:lnTo>
                  <a:pt x="0" y="0"/>
                </a:lnTo>
                <a:lnTo>
                  <a:pt x="0" y="776728"/>
                </a:lnTo>
                <a:close/>
              </a:path>
            </a:pathLst>
          </a:custGeom>
          <a:solidFill>
            <a:srgbClr val="CCCCCC"/>
          </a:solidFill>
        </p:spPr>
        <p:txBody>
          <a:bodyPr wrap="square" lIns="0" tIns="0" rIns="0" bIns="0" rtlCol="0"/>
          <a:lstStyle/>
          <a:p>
            <a:endParaRPr/>
          </a:p>
        </p:txBody>
      </p:sp>
      <p:sp>
        <p:nvSpPr>
          <p:cNvPr id="15" name="object 15"/>
          <p:cNvSpPr/>
          <p:nvPr/>
        </p:nvSpPr>
        <p:spPr>
          <a:xfrm>
            <a:off x="6345425" y="4428739"/>
            <a:ext cx="746366" cy="890374"/>
          </a:xfrm>
          <a:custGeom>
            <a:avLst/>
            <a:gdLst/>
            <a:ahLst/>
            <a:cxnLst/>
            <a:rect l="l" t="t" r="r" b="b"/>
            <a:pathLst>
              <a:path w="684529" h="777239">
                <a:moveTo>
                  <a:pt x="0" y="0"/>
                </a:moveTo>
                <a:lnTo>
                  <a:pt x="684164" y="0"/>
                </a:lnTo>
                <a:lnTo>
                  <a:pt x="684164" y="776720"/>
                </a:lnTo>
                <a:lnTo>
                  <a:pt x="0" y="776720"/>
                </a:lnTo>
                <a:lnTo>
                  <a:pt x="0" y="0"/>
                </a:lnTo>
              </a:path>
            </a:pathLst>
          </a:custGeom>
          <a:ln w="7875">
            <a:solidFill>
              <a:srgbClr val="CCCCCC"/>
            </a:solidFill>
          </a:ln>
        </p:spPr>
        <p:txBody>
          <a:bodyPr wrap="square" lIns="0" tIns="0" rIns="0" bIns="0" rtlCol="0"/>
          <a:lstStyle/>
          <a:p>
            <a:endParaRPr/>
          </a:p>
        </p:txBody>
      </p:sp>
      <p:sp>
        <p:nvSpPr>
          <p:cNvPr id="16" name="object 16"/>
          <p:cNvSpPr/>
          <p:nvPr/>
        </p:nvSpPr>
        <p:spPr>
          <a:xfrm>
            <a:off x="6466648" y="4394173"/>
            <a:ext cx="49158" cy="126572"/>
          </a:xfrm>
          <a:custGeom>
            <a:avLst/>
            <a:gdLst/>
            <a:ahLst/>
            <a:cxnLst/>
            <a:rect l="l" t="t" r="r" b="b"/>
            <a:pathLst>
              <a:path w="45084" h="110489">
                <a:moveTo>
                  <a:pt x="30001" y="103687"/>
                </a:moveTo>
                <a:lnTo>
                  <a:pt x="7655" y="103687"/>
                </a:lnTo>
                <a:lnTo>
                  <a:pt x="15309" y="109966"/>
                </a:lnTo>
                <a:lnTo>
                  <a:pt x="30001" y="109966"/>
                </a:lnTo>
                <a:lnTo>
                  <a:pt x="30001" y="103687"/>
                </a:lnTo>
                <a:close/>
              </a:path>
              <a:path w="45084" h="110489">
                <a:moveTo>
                  <a:pt x="7655" y="11948"/>
                </a:moveTo>
                <a:lnTo>
                  <a:pt x="0" y="11948"/>
                </a:lnTo>
                <a:lnTo>
                  <a:pt x="0" y="103687"/>
                </a:lnTo>
                <a:lnTo>
                  <a:pt x="7655" y="103687"/>
                </a:lnTo>
                <a:lnTo>
                  <a:pt x="7655" y="11948"/>
                </a:lnTo>
                <a:close/>
              </a:path>
              <a:path w="45084" h="110489">
                <a:moveTo>
                  <a:pt x="37656" y="42730"/>
                </a:moveTo>
                <a:lnTo>
                  <a:pt x="30001" y="42730"/>
                </a:lnTo>
                <a:lnTo>
                  <a:pt x="30001" y="103687"/>
                </a:lnTo>
                <a:lnTo>
                  <a:pt x="37656" y="103687"/>
                </a:lnTo>
                <a:lnTo>
                  <a:pt x="37656" y="42730"/>
                </a:lnTo>
                <a:close/>
              </a:path>
              <a:path w="45084" h="110489">
                <a:moveTo>
                  <a:pt x="44717" y="5645"/>
                </a:moveTo>
                <a:lnTo>
                  <a:pt x="37656" y="5645"/>
                </a:lnTo>
                <a:lnTo>
                  <a:pt x="37656" y="23870"/>
                </a:lnTo>
                <a:lnTo>
                  <a:pt x="44717" y="23870"/>
                </a:lnTo>
                <a:lnTo>
                  <a:pt x="44717" y="5645"/>
                </a:lnTo>
                <a:close/>
              </a:path>
              <a:path w="45084" h="110489">
                <a:moveTo>
                  <a:pt x="15309" y="5645"/>
                </a:moveTo>
                <a:lnTo>
                  <a:pt x="7655" y="5645"/>
                </a:lnTo>
                <a:lnTo>
                  <a:pt x="7655" y="11948"/>
                </a:lnTo>
                <a:lnTo>
                  <a:pt x="15309" y="5645"/>
                </a:lnTo>
                <a:close/>
              </a:path>
              <a:path w="45084" h="110489">
                <a:moveTo>
                  <a:pt x="30001" y="0"/>
                </a:moveTo>
                <a:lnTo>
                  <a:pt x="15309" y="0"/>
                </a:lnTo>
                <a:lnTo>
                  <a:pt x="15309" y="5645"/>
                </a:lnTo>
                <a:lnTo>
                  <a:pt x="37656" y="5645"/>
                </a:lnTo>
                <a:lnTo>
                  <a:pt x="30001" y="0"/>
                </a:lnTo>
                <a:close/>
              </a:path>
            </a:pathLst>
          </a:custGeom>
          <a:solidFill>
            <a:srgbClr val="CCCCCC"/>
          </a:solidFill>
        </p:spPr>
        <p:txBody>
          <a:bodyPr wrap="square" lIns="0" tIns="0" rIns="0" bIns="0" rtlCol="0"/>
          <a:lstStyle/>
          <a:p>
            <a:endParaRPr/>
          </a:p>
        </p:txBody>
      </p:sp>
      <p:sp>
        <p:nvSpPr>
          <p:cNvPr id="17" name="object 17"/>
          <p:cNvSpPr/>
          <p:nvPr/>
        </p:nvSpPr>
        <p:spPr>
          <a:xfrm>
            <a:off x="6466649" y="4394173"/>
            <a:ext cx="49158" cy="126572"/>
          </a:xfrm>
          <a:custGeom>
            <a:avLst/>
            <a:gdLst/>
            <a:ahLst/>
            <a:cxnLst/>
            <a:rect l="l" t="t" r="r" b="b"/>
            <a:pathLst>
              <a:path w="45084" h="110489">
                <a:moveTo>
                  <a:pt x="44717" y="23871"/>
                </a:moveTo>
                <a:lnTo>
                  <a:pt x="37655" y="23871"/>
                </a:lnTo>
                <a:lnTo>
                  <a:pt x="37655" y="18226"/>
                </a:lnTo>
                <a:lnTo>
                  <a:pt x="37655" y="5644"/>
                </a:lnTo>
                <a:lnTo>
                  <a:pt x="22346" y="5644"/>
                </a:lnTo>
                <a:lnTo>
                  <a:pt x="15309" y="5644"/>
                </a:lnTo>
                <a:lnTo>
                  <a:pt x="7654" y="18226"/>
                </a:lnTo>
                <a:lnTo>
                  <a:pt x="7654" y="97410"/>
                </a:lnTo>
                <a:lnTo>
                  <a:pt x="7654" y="103688"/>
                </a:lnTo>
                <a:lnTo>
                  <a:pt x="22346" y="103688"/>
                </a:lnTo>
                <a:lnTo>
                  <a:pt x="30001" y="103688"/>
                </a:lnTo>
                <a:lnTo>
                  <a:pt x="30001" y="97410"/>
                </a:lnTo>
                <a:lnTo>
                  <a:pt x="30001" y="42731"/>
                </a:lnTo>
                <a:lnTo>
                  <a:pt x="37655" y="42731"/>
                </a:lnTo>
                <a:lnTo>
                  <a:pt x="37655" y="97410"/>
                </a:lnTo>
                <a:lnTo>
                  <a:pt x="30001" y="103688"/>
                </a:lnTo>
                <a:lnTo>
                  <a:pt x="22346" y="109966"/>
                </a:lnTo>
                <a:lnTo>
                  <a:pt x="7654" y="103688"/>
                </a:lnTo>
                <a:lnTo>
                  <a:pt x="0" y="97410"/>
                </a:lnTo>
                <a:lnTo>
                  <a:pt x="0" y="18226"/>
                </a:lnTo>
                <a:lnTo>
                  <a:pt x="7654" y="5644"/>
                </a:lnTo>
                <a:lnTo>
                  <a:pt x="22346" y="0"/>
                </a:lnTo>
                <a:lnTo>
                  <a:pt x="37655" y="5644"/>
                </a:lnTo>
                <a:lnTo>
                  <a:pt x="44717" y="18226"/>
                </a:lnTo>
                <a:lnTo>
                  <a:pt x="44717" y="23871"/>
                </a:lnTo>
              </a:path>
            </a:pathLst>
          </a:custGeom>
          <a:ln w="7721">
            <a:solidFill>
              <a:srgbClr val="CCCCCC"/>
            </a:solidFill>
          </a:ln>
        </p:spPr>
        <p:txBody>
          <a:bodyPr wrap="square" lIns="0" tIns="0" rIns="0" bIns="0" rtlCol="0"/>
          <a:lstStyle/>
          <a:p>
            <a:endParaRPr/>
          </a:p>
        </p:txBody>
      </p:sp>
      <p:sp>
        <p:nvSpPr>
          <p:cNvPr id="18" name="object 18"/>
          <p:cNvSpPr/>
          <p:nvPr/>
        </p:nvSpPr>
        <p:spPr>
          <a:xfrm>
            <a:off x="6466649" y="4400640"/>
            <a:ext cx="49158" cy="112752"/>
          </a:xfrm>
          <a:custGeom>
            <a:avLst/>
            <a:gdLst/>
            <a:ahLst/>
            <a:cxnLst/>
            <a:rect l="l" t="t" r="r" b="b"/>
            <a:pathLst>
              <a:path w="45084" h="98425">
                <a:moveTo>
                  <a:pt x="44717" y="18226"/>
                </a:moveTo>
                <a:lnTo>
                  <a:pt x="44717" y="12581"/>
                </a:lnTo>
                <a:lnTo>
                  <a:pt x="37655" y="0"/>
                </a:lnTo>
                <a:lnTo>
                  <a:pt x="22346" y="0"/>
                </a:lnTo>
                <a:lnTo>
                  <a:pt x="7654" y="0"/>
                </a:lnTo>
                <a:lnTo>
                  <a:pt x="0" y="12581"/>
                </a:lnTo>
                <a:lnTo>
                  <a:pt x="0" y="91765"/>
                </a:lnTo>
                <a:lnTo>
                  <a:pt x="7654" y="98043"/>
                </a:lnTo>
                <a:lnTo>
                  <a:pt x="15309" y="98043"/>
                </a:lnTo>
                <a:lnTo>
                  <a:pt x="30001" y="98043"/>
                </a:lnTo>
                <a:lnTo>
                  <a:pt x="30001" y="91765"/>
                </a:lnTo>
                <a:lnTo>
                  <a:pt x="30001" y="37086"/>
                </a:lnTo>
              </a:path>
            </a:pathLst>
          </a:custGeom>
          <a:ln w="7737">
            <a:solidFill>
              <a:srgbClr val="CCCCCC"/>
            </a:solidFill>
          </a:ln>
        </p:spPr>
        <p:txBody>
          <a:bodyPr wrap="square" lIns="0" tIns="0" rIns="0" bIns="0" rtlCol="0"/>
          <a:lstStyle/>
          <a:p>
            <a:endParaRPr/>
          </a:p>
        </p:txBody>
      </p:sp>
      <p:sp>
        <p:nvSpPr>
          <p:cNvPr id="19" name="object 19"/>
          <p:cNvSpPr/>
          <p:nvPr/>
        </p:nvSpPr>
        <p:spPr>
          <a:xfrm>
            <a:off x="6240228" y="4379788"/>
            <a:ext cx="851605" cy="952933"/>
          </a:xfrm>
          <a:custGeom>
            <a:avLst/>
            <a:gdLst/>
            <a:ahLst/>
            <a:cxnLst/>
            <a:rect l="l" t="t" r="r" b="b"/>
            <a:pathLst>
              <a:path w="781050" h="831850">
                <a:moveTo>
                  <a:pt x="104127" y="0"/>
                </a:moveTo>
                <a:lnTo>
                  <a:pt x="0" y="770435"/>
                </a:lnTo>
                <a:lnTo>
                  <a:pt x="683578" y="831392"/>
                </a:lnTo>
                <a:lnTo>
                  <a:pt x="780643" y="55286"/>
                </a:lnTo>
                <a:lnTo>
                  <a:pt x="104127" y="0"/>
                </a:lnTo>
                <a:close/>
              </a:path>
            </a:pathLst>
          </a:custGeom>
          <a:solidFill>
            <a:srgbClr val="999999"/>
          </a:solidFill>
        </p:spPr>
        <p:txBody>
          <a:bodyPr wrap="square" lIns="0" tIns="0" rIns="0" bIns="0" rtlCol="0"/>
          <a:lstStyle/>
          <a:p>
            <a:endParaRPr/>
          </a:p>
        </p:txBody>
      </p:sp>
      <p:sp>
        <p:nvSpPr>
          <p:cNvPr id="20" name="object 20"/>
          <p:cNvSpPr/>
          <p:nvPr/>
        </p:nvSpPr>
        <p:spPr>
          <a:xfrm>
            <a:off x="6240229" y="4379788"/>
            <a:ext cx="851605" cy="952933"/>
          </a:xfrm>
          <a:custGeom>
            <a:avLst/>
            <a:gdLst/>
            <a:ahLst/>
            <a:cxnLst/>
            <a:rect l="l" t="t" r="r" b="b"/>
            <a:pathLst>
              <a:path w="781050" h="831850">
                <a:moveTo>
                  <a:pt x="104126" y="0"/>
                </a:moveTo>
                <a:lnTo>
                  <a:pt x="780643" y="55287"/>
                </a:lnTo>
                <a:lnTo>
                  <a:pt x="683578" y="831392"/>
                </a:lnTo>
                <a:lnTo>
                  <a:pt x="0" y="770435"/>
                </a:lnTo>
                <a:lnTo>
                  <a:pt x="104126" y="0"/>
                </a:lnTo>
              </a:path>
            </a:pathLst>
          </a:custGeom>
          <a:ln w="7892">
            <a:solidFill>
              <a:srgbClr val="000000"/>
            </a:solidFill>
          </a:ln>
        </p:spPr>
        <p:txBody>
          <a:bodyPr wrap="square" lIns="0" tIns="0" rIns="0" bIns="0" rtlCol="0"/>
          <a:lstStyle/>
          <a:p>
            <a:endParaRPr/>
          </a:p>
        </p:txBody>
      </p:sp>
      <p:sp>
        <p:nvSpPr>
          <p:cNvPr id="21" name="object 21"/>
          <p:cNvSpPr/>
          <p:nvPr/>
        </p:nvSpPr>
        <p:spPr>
          <a:xfrm>
            <a:off x="6280639" y="4386979"/>
            <a:ext cx="802448" cy="924564"/>
          </a:xfrm>
          <a:custGeom>
            <a:avLst/>
            <a:gdLst/>
            <a:ahLst/>
            <a:cxnLst/>
            <a:rect l="l" t="t" r="r" b="b"/>
            <a:pathLst>
              <a:path w="735965" h="807085">
                <a:moveTo>
                  <a:pt x="51767" y="0"/>
                </a:moveTo>
                <a:lnTo>
                  <a:pt x="0" y="776726"/>
                </a:lnTo>
                <a:lnTo>
                  <a:pt x="684170" y="806889"/>
                </a:lnTo>
                <a:lnTo>
                  <a:pt x="735926" y="30149"/>
                </a:lnTo>
                <a:lnTo>
                  <a:pt x="51767" y="0"/>
                </a:lnTo>
                <a:close/>
              </a:path>
            </a:pathLst>
          </a:custGeom>
          <a:solidFill>
            <a:srgbClr val="CCCCCC"/>
          </a:solidFill>
        </p:spPr>
        <p:txBody>
          <a:bodyPr wrap="square" lIns="0" tIns="0" rIns="0" bIns="0" rtlCol="0"/>
          <a:lstStyle/>
          <a:p>
            <a:endParaRPr/>
          </a:p>
        </p:txBody>
      </p:sp>
      <p:sp>
        <p:nvSpPr>
          <p:cNvPr id="22" name="object 22"/>
          <p:cNvSpPr/>
          <p:nvPr/>
        </p:nvSpPr>
        <p:spPr>
          <a:xfrm>
            <a:off x="6280640" y="4386981"/>
            <a:ext cx="802448" cy="924564"/>
          </a:xfrm>
          <a:custGeom>
            <a:avLst/>
            <a:gdLst/>
            <a:ahLst/>
            <a:cxnLst/>
            <a:rect l="l" t="t" r="r" b="b"/>
            <a:pathLst>
              <a:path w="735965" h="807085">
                <a:moveTo>
                  <a:pt x="51767" y="0"/>
                </a:moveTo>
                <a:lnTo>
                  <a:pt x="735926" y="30149"/>
                </a:lnTo>
                <a:lnTo>
                  <a:pt x="684170" y="806888"/>
                </a:lnTo>
                <a:lnTo>
                  <a:pt x="0" y="776725"/>
                </a:lnTo>
                <a:lnTo>
                  <a:pt x="51767" y="0"/>
                </a:lnTo>
              </a:path>
            </a:pathLst>
          </a:custGeom>
          <a:ln w="7884">
            <a:solidFill>
              <a:srgbClr val="000000"/>
            </a:solidFill>
          </a:ln>
        </p:spPr>
        <p:txBody>
          <a:bodyPr wrap="square" lIns="0" tIns="0" rIns="0" bIns="0" rtlCol="0"/>
          <a:lstStyle/>
          <a:p>
            <a:endParaRPr/>
          </a:p>
        </p:txBody>
      </p:sp>
      <p:sp>
        <p:nvSpPr>
          <p:cNvPr id="23" name="object 23"/>
          <p:cNvSpPr/>
          <p:nvPr/>
        </p:nvSpPr>
        <p:spPr>
          <a:xfrm>
            <a:off x="6312709" y="4394181"/>
            <a:ext cx="754675" cy="889647"/>
          </a:xfrm>
          <a:custGeom>
            <a:avLst/>
            <a:gdLst/>
            <a:ahLst/>
            <a:cxnLst/>
            <a:rect l="l" t="t" r="r" b="b"/>
            <a:pathLst>
              <a:path w="692150" h="776604">
                <a:moveTo>
                  <a:pt x="0" y="776095"/>
                </a:moveTo>
                <a:lnTo>
                  <a:pt x="691825" y="776095"/>
                </a:lnTo>
                <a:lnTo>
                  <a:pt x="691825" y="0"/>
                </a:lnTo>
                <a:lnTo>
                  <a:pt x="0" y="0"/>
                </a:lnTo>
                <a:lnTo>
                  <a:pt x="0" y="776095"/>
                </a:lnTo>
                <a:close/>
              </a:path>
            </a:pathLst>
          </a:custGeom>
          <a:solidFill>
            <a:srgbClr val="FF9999"/>
          </a:solidFill>
        </p:spPr>
        <p:txBody>
          <a:bodyPr wrap="square" lIns="0" tIns="0" rIns="0" bIns="0" rtlCol="0"/>
          <a:lstStyle/>
          <a:p>
            <a:endParaRPr/>
          </a:p>
        </p:txBody>
      </p:sp>
      <p:sp>
        <p:nvSpPr>
          <p:cNvPr id="24" name="object 24"/>
          <p:cNvSpPr/>
          <p:nvPr/>
        </p:nvSpPr>
        <p:spPr>
          <a:xfrm>
            <a:off x="6312710" y="4394173"/>
            <a:ext cx="754675" cy="889647"/>
          </a:xfrm>
          <a:custGeom>
            <a:avLst/>
            <a:gdLst/>
            <a:ahLst/>
            <a:cxnLst/>
            <a:rect l="l" t="t" r="r" b="b"/>
            <a:pathLst>
              <a:path w="692150" h="776604">
                <a:moveTo>
                  <a:pt x="0" y="0"/>
                </a:moveTo>
                <a:lnTo>
                  <a:pt x="691821" y="0"/>
                </a:lnTo>
                <a:lnTo>
                  <a:pt x="691821" y="776102"/>
                </a:lnTo>
                <a:lnTo>
                  <a:pt x="0" y="776102"/>
                </a:lnTo>
                <a:lnTo>
                  <a:pt x="0" y="0"/>
                </a:lnTo>
              </a:path>
            </a:pathLst>
          </a:custGeom>
          <a:ln w="7878">
            <a:solidFill>
              <a:srgbClr val="000000"/>
            </a:solidFill>
          </a:ln>
        </p:spPr>
        <p:txBody>
          <a:bodyPr wrap="square" lIns="0" tIns="0" rIns="0" bIns="0" rtlCol="0"/>
          <a:lstStyle/>
          <a:p>
            <a:endParaRPr/>
          </a:p>
        </p:txBody>
      </p:sp>
      <p:sp>
        <p:nvSpPr>
          <p:cNvPr id="25" name="object 25"/>
          <p:cNvSpPr/>
          <p:nvPr/>
        </p:nvSpPr>
        <p:spPr>
          <a:xfrm>
            <a:off x="6442919" y="4358909"/>
            <a:ext cx="48465" cy="126572"/>
          </a:xfrm>
          <a:custGeom>
            <a:avLst/>
            <a:gdLst/>
            <a:ahLst/>
            <a:cxnLst/>
            <a:rect l="l" t="t" r="r" b="b"/>
            <a:pathLst>
              <a:path w="44450" h="110489">
                <a:moveTo>
                  <a:pt x="29418" y="103687"/>
                </a:moveTo>
                <a:lnTo>
                  <a:pt x="7059" y="103687"/>
                </a:lnTo>
                <a:lnTo>
                  <a:pt x="7059" y="109965"/>
                </a:lnTo>
                <a:lnTo>
                  <a:pt x="29418" y="109965"/>
                </a:lnTo>
                <a:lnTo>
                  <a:pt x="29418" y="103687"/>
                </a:lnTo>
                <a:close/>
              </a:path>
              <a:path w="44450" h="110489">
                <a:moveTo>
                  <a:pt x="14706" y="6277"/>
                </a:moveTo>
                <a:lnTo>
                  <a:pt x="7059" y="6277"/>
                </a:lnTo>
                <a:lnTo>
                  <a:pt x="0" y="11922"/>
                </a:lnTo>
                <a:lnTo>
                  <a:pt x="0" y="103687"/>
                </a:lnTo>
                <a:lnTo>
                  <a:pt x="7059" y="103687"/>
                </a:lnTo>
                <a:lnTo>
                  <a:pt x="7059" y="11922"/>
                </a:lnTo>
                <a:lnTo>
                  <a:pt x="14706" y="6277"/>
                </a:lnTo>
                <a:close/>
              </a:path>
              <a:path w="44450" h="110489">
                <a:moveTo>
                  <a:pt x="37072" y="42730"/>
                </a:moveTo>
                <a:lnTo>
                  <a:pt x="29418" y="42730"/>
                </a:lnTo>
                <a:lnTo>
                  <a:pt x="29418" y="103687"/>
                </a:lnTo>
                <a:lnTo>
                  <a:pt x="37072" y="98017"/>
                </a:lnTo>
                <a:lnTo>
                  <a:pt x="37072" y="42730"/>
                </a:lnTo>
                <a:close/>
              </a:path>
              <a:path w="44450" h="110489">
                <a:moveTo>
                  <a:pt x="44109" y="11922"/>
                </a:moveTo>
                <a:lnTo>
                  <a:pt x="37072" y="11922"/>
                </a:lnTo>
                <a:lnTo>
                  <a:pt x="37072" y="24503"/>
                </a:lnTo>
                <a:lnTo>
                  <a:pt x="44109" y="24503"/>
                </a:lnTo>
                <a:lnTo>
                  <a:pt x="44109" y="11922"/>
                </a:lnTo>
                <a:close/>
              </a:path>
              <a:path w="44450" h="110489">
                <a:moveTo>
                  <a:pt x="37072" y="6277"/>
                </a:moveTo>
                <a:lnTo>
                  <a:pt x="29418" y="6277"/>
                </a:lnTo>
                <a:lnTo>
                  <a:pt x="29418" y="11922"/>
                </a:lnTo>
                <a:lnTo>
                  <a:pt x="37072" y="11922"/>
                </a:lnTo>
                <a:lnTo>
                  <a:pt x="37072" y="6277"/>
                </a:lnTo>
                <a:close/>
              </a:path>
              <a:path w="44450" h="110489">
                <a:moveTo>
                  <a:pt x="21762" y="0"/>
                </a:moveTo>
                <a:lnTo>
                  <a:pt x="14706" y="6277"/>
                </a:lnTo>
                <a:lnTo>
                  <a:pt x="21762" y="6277"/>
                </a:lnTo>
                <a:lnTo>
                  <a:pt x="21762" y="0"/>
                </a:lnTo>
                <a:close/>
              </a:path>
            </a:pathLst>
          </a:custGeom>
          <a:solidFill>
            <a:srgbClr val="E5E5E5"/>
          </a:solidFill>
        </p:spPr>
        <p:txBody>
          <a:bodyPr wrap="square" lIns="0" tIns="0" rIns="0" bIns="0" rtlCol="0"/>
          <a:lstStyle/>
          <a:p>
            <a:endParaRPr/>
          </a:p>
        </p:txBody>
      </p:sp>
      <p:sp>
        <p:nvSpPr>
          <p:cNvPr id="26" name="object 26"/>
          <p:cNvSpPr/>
          <p:nvPr/>
        </p:nvSpPr>
        <p:spPr>
          <a:xfrm>
            <a:off x="6442919" y="4358909"/>
            <a:ext cx="48465" cy="126572"/>
          </a:xfrm>
          <a:custGeom>
            <a:avLst/>
            <a:gdLst/>
            <a:ahLst/>
            <a:cxnLst/>
            <a:rect l="l" t="t" r="r" b="b"/>
            <a:pathLst>
              <a:path w="44450" h="110489">
                <a:moveTo>
                  <a:pt x="44110" y="24504"/>
                </a:moveTo>
                <a:lnTo>
                  <a:pt x="37072" y="24504"/>
                </a:lnTo>
                <a:lnTo>
                  <a:pt x="37072" y="18226"/>
                </a:lnTo>
                <a:lnTo>
                  <a:pt x="29418" y="11923"/>
                </a:lnTo>
                <a:lnTo>
                  <a:pt x="21763" y="6277"/>
                </a:lnTo>
                <a:lnTo>
                  <a:pt x="7060" y="11923"/>
                </a:lnTo>
                <a:lnTo>
                  <a:pt x="7060" y="18226"/>
                </a:lnTo>
                <a:lnTo>
                  <a:pt x="7060" y="98017"/>
                </a:lnTo>
                <a:lnTo>
                  <a:pt x="7060" y="103688"/>
                </a:lnTo>
                <a:lnTo>
                  <a:pt x="14706" y="103688"/>
                </a:lnTo>
                <a:lnTo>
                  <a:pt x="21763" y="103688"/>
                </a:lnTo>
                <a:lnTo>
                  <a:pt x="29418" y="98017"/>
                </a:lnTo>
                <a:lnTo>
                  <a:pt x="29418" y="42731"/>
                </a:lnTo>
                <a:lnTo>
                  <a:pt x="37072" y="42731"/>
                </a:lnTo>
                <a:lnTo>
                  <a:pt x="37072" y="98017"/>
                </a:lnTo>
                <a:lnTo>
                  <a:pt x="29418" y="103688"/>
                </a:lnTo>
                <a:lnTo>
                  <a:pt x="14706" y="109966"/>
                </a:lnTo>
                <a:lnTo>
                  <a:pt x="7060" y="103688"/>
                </a:lnTo>
                <a:lnTo>
                  <a:pt x="0" y="98017"/>
                </a:lnTo>
                <a:lnTo>
                  <a:pt x="0" y="18226"/>
                </a:lnTo>
                <a:lnTo>
                  <a:pt x="7060" y="6277"/>
                </a:lnTo>
                <a:lnTo>
                  <a:pt x="21763" y="0"/>
                </a:lnTo>
                <a:lnTo>
                  <a:pt x="37072" y="6277"/>
                </a:lnTo>
                <a:lnTo>
                  <a:pt x="44110" y="18226"/>
                </a:lnTo>
                <a:lnTo>
                  <a:pt x="44110" y="24504"/>
                </a:lnTo>
              </a:path>
            </a:pathLst>
          </a:custGeom>
          <a:ln w="7719">
            <a:solidFill>
              <a:srgbClr val="7E7E7E"/>
            </a:solidFill>
          </a:ln>
        </p:spPr>
        <p:txBody>
          <a:bodyPr wrap="square" lIns="0" tIns="0" rIns="0" bIns="0" rtlCol="0"/>
          <a:lstStyle/>
          <a:p>
            <a:endParaRPr/>
          </a:p>
        </p:txBody>
      </p:sp>
      <p:sp>
        <p:nvSpPr>
          <p:cNvPr id="27" name="object 27"/>
          <p:cNvSpPr/>
          <p:nvPr/>
        </p:nvSpPr>
        <p:spPr>
          <a:xfrm>
            <a:off x="6442919" y="4366101"/>
            <a:ext cx="40849" cy="119297"/>
          </a:xfrm>
          <a:custGeom>
            <a:avLst/>
            <a:gdLst/>
            <a:ahLst/>
            <a:cxnLst/>
            <a:rect l="l" t="t" r="r" b="b"/>
            <a:pathLst>
              <a:path w="37465" h="104139">
                <a:moveTo>
                  <a:pt x="37072" y="18226"/>
                </a:moveTo>
                <a:lnTo>
                  <a:pt x="37072" y="11948"/>
                </a:lnTo>
                <a:lnTo>
                  <a:pt x="37072" y="0"/>
                </a:lnTo>
                <a:lnTo>
                  <a:pt x="21763" y="0"/>
                </a:lnTo>
                <a:lnTo>
                  <a:pt x="7060" y="5645"/>
                </a:lnTo>
                <a:lnTo>
                  <a:pt x="0" y="11948"/>
                </a:lnTo>
                <a:lnTo>
                  <a:pt x="0" y="91740"/>
                </a:lnTo>
                <a:lnTo>
                  <a:pt x="7060" y="97410"/>
                </a:lnTo>
                <a:lnTo>
                  <a:pt x="14706" y="103688"/>
                </a:lnTo>
                <a:lnTo>
                  <a:pt x="29418" y="97410"/>
                </a:lnTo>
                <a:lnTo>
                  <a:pt x="29418" y="91740"/>
                </a:lnTo>
                <a:lnTo>
                  <a:pt x="29418" y="42731"/>
                </a:lnTo>
              </a:path>
            </a:pathLst>
          </a:custGeom>
          <a:ln w="7706">
            <a:solidFill>
              <a:srgbClr val="999999"/>
            </a:solidFill>
          </a:ln>
        </p:spPr>
        <p:txBody>
          <a:bodyPr wrap="square" lIns="0" tIns="0" rIns="0" bIns="0" rtlCol="0"/>
          <a:lstStyle/>
          <a:p>
            <a:endParaRPr/>
          </a:p>
        </p:txBody>
      </p:sp>
      <p:sp>
        <p:nvSpPr>
          <p:cNvPr id="28" name="object 28"/>
          <p:cNvSpPr/>
          <p:nvPr/>
        </p:nvSpPr>
        <p:spPr>
          <a:xfrm>
            <a:off x="6418547" y="4533834"/>
            <a:ext cx="535196" cy="0"/>
          </a:xfrm>
          <a:custGeom>
            <a:avLst/>
            <a:gdLst/>
            <a:ahLst/>
            <a:cxnLst/>
            <a:rect l="l" t="t" r="r" b="b"/>
            <a:pathLst>
              <a:path w="490854">
                <a:moveTo>
                  <a:pt x="0" y="0"/>
                </a:moveTo>
                <a:lnTo>
                  <a:pt x="490626" y="0"/>
                </a:lnTo>
              </a:path>
            </a:pathLst>
          </a:custGeom>
          <a:ln w="8169">
            <a:solidFill>
              <a:srgbClr val="000000"/>
            </a:solidFill>
          </a:ln>
        </p:spPr>
        <p:txBody>
          <a:bodyPr wrap="square" lIns="0" tIns="0" rIns="0" bIns="0" rtlCol="0"/>
          <a:lstStyle/>
          <a:p>
            <a:endParaRPr/>
          </a:p>
        </p:txBody>
      </p:sp>
      <p:sp>
        <p:nvSpPr>
          <p:cNvPr id="29" name="object 29"/>
          <p:cNvSpPr/>
          <p:nvPr/>
        </p:nvSpPr>
        <p:spPr>
          <a:xfrm>
            <a:off x="6418547" y="4561906"/>
            <a:ext cx="543504" cy="0"/>
          </a:xfrm>
          <a:custGeom>
            <a:avLst/>
            <a:gdLst/>
            <a:ahLst/>
            <a:cxnLst/>
            <a:rect l="l" t="t" r="r" b="b"/>
            <a:pathLst>
              <a:path w="498475">
                <a:moveTo>
                  <a:pt x="0" y="0"/>
                </a:moveTo>
                <a:lnTo>
                  <a:pt x="498280" y="0"/>
                </a:lnTo>
              </a:path>
            </a:pathLst>
          </a:custGeom>
          <a:ln w="8169">
            <a:solidFill>
              <a:srgbClr val="000000"/>
            </a:solidFill>
          </a:ln>
        </p:spPr>
        <p:txBody>
          <a:bodyPr wrap="square" lIns="0" tIns="0" rIns="0" bIns="0" rtlCol="0"/>
          <a:lstStyle/>
          <a:p>
            <a:endParaRPr/>
          </a:p>
        </p:txBody>
      </p:sp>
      <p:sp>
        <p:nvSpPr>
          <p:cNvPr id="30" name="object 30"/>
          <p:cNvSpPr/>
          <p:nvPr/>
        </p:nvSpPr>
        <p:spPr>
          <a:xfrm>
            <a:off x="6418547" y="4597197"/>
            <a:ext cx="389108" cy="0"/>
          </a:xfrm>
          <a:custGeom>
            <a:avLst/>
            <a:gdLst/>
            <a:ahLst/>
            <a:cxnLst/>
            <a:rect l="l" t="t" r="r" b="b"/>
            <a:pathLst>
              <a:path w="356870">
                <a:moveTo>
                  <a:pt x="0" y="0"/>
                </a:moveTo>
                <a:lnTo>
                  <a:pt x="356498" y="0"/>
                </a:lnTo>
              </a:path>
            </a:pathLst>
          </a:custGeom>
          <a:ln w="8169">
            <a:solidFill>
              <a:srgbClr val="000000"/>
            </a:solidFill>
          </a:ln>
        </p:spPr>
        <p:txBody>
          <a:bodyPr wrap="square" lIns="0" tIns="0" rIns="0" bIns="0" rtlCol="0"/>
          <a:lstStyle/>
          <a:p>
            <a:endParaRPr/>
          </a:p>
        </p:txBody>
      </p:sp>
      <p:sp>
        <p:nvSpPr>
          <p:cNvPr id="31" name="object 31"/>
          <p:cNvSpPr/>
          <p:nvPr/>
        </p:nvSpPr>
        <p:spPr>
          <a:xfrm>
            <a:off x="6418547" y="4659808"/>
            <a:ext cx="559429" cy="0"/>
          </a:xfrm>
          <a:custGeom>
            <a:avLst/>
            <a:gdLst/>
            <a:ahLst/>
            <a:cxnLst/>
            <a:rect l="l" t="t" r="r" b="b"/>
            <a:pathLst>
              <a:path w="513079">
                <a:moveTo>
                  <a:pt x="0" y="0"/>
                </a:moveTo>
                <a:lnTo>
                  <a:pt x="512973" y="0"/>
                </a:lnTo>
              </a:path>
            </a:pathLst>
          </a:custGeom>
          <a:ln w="8169">
            <a:solidFill>
              <a:srgbClr val="000000"/>
            </a:solidFill>
          </a:ln>
        </p:spPr>
        <p:txBody>
          <a:bodyPr wrap="square" lIns="0" tIns="0" rIns="0" bIns="0" rtlCol="0"/>
          <a:lstStyle/>
          <a:p>
            <a:endParaRPr/>
          </a:p>
        </p:txBody>
      </p:sp>
      <p:sp>
        <p:nvSpPr>
          <p:cNvPr id="32" name="object 32"/>
          <p:cNvSpPr/>
          <p:nvPr/>
        </p:nvSpPr>
        <p:spPr>
          <a:xfrm>
            <a:off x="6418547" y="4695099"/>
            <a:ext cx="535196" cy="0"/>
          </a:xfrm>
          <a:custGeom>
            <a:avLst/>
            <a:gdLst/>
            <a:ahLst/>
            <a:cxnLst/>
            <a:rect l="l" t="t" r="r" b="b"/>
            <a:pathLst>
              <a:path w="490854">
                <a:moveTo>
                  <a:pt x="0" y="0"/>
                </a:moveTo>
                <a:lnTo>
                  <a:pt x="490626" y="0"/>
                </a:lnTo>
              </a:path>
            </a:pathLst>
          </a:custGeom>
          <a:ln w="8169">
            <a:solidFill>
              <a:srgbClr val="000000"/>
            </a:solidFill>
          </a:ln>
        </p:spPr>
        <p:txBody>
          <a:bodyPr wrap="square" lIns="0" tIns="0" rIns="0" bIns="0" rtlCol="0"/>
          <a:lstStyle/>
          <a:p>
            <a:endParaRPr/>
          </a:p>
        </p:txBody>
      </p:sp>
      <p:sp>
        <p:nvSpPr>
          <p:cNvPr id="33" name="object 33"/>
          <p:cNvSpPr/>
          <p:nvPr/>
        </p:nvSpPr>
        <p:spPr>
          <a:xfrm>
            <a:off x="6418547" y="4730363"/>
            <a:ext cx="543504" cy="0"/>
          </a:xfrm>
          <a:custGeom>
            <a:avLst/>
            <a:gdLst/>
            <a:ahLst/>
            <a:cxnLst/>
            <a:rect l="l" t="t" r="r" b="b"/>
            <a:pathLst>
              <a:path w="498475">
                <a:moveTo>
                  <a:pt x="0" y="0"/>
                </a:moveTo>
                <a:lnTo>
                  <a:pt x="498280" y="0"/>
                </a:lnTo>
              </a:path>
            </a:pathLst>
          </a:custGeom>
          <a:ln w="8169">
            <a:solidFill>
              <a:srgbClr val="000000"/>
            </a:solidFill>
          </a:ln>
        </p:spPr>
        <p:txBody>
          <a:bodyPr wrap="square" lIns="0" tIns="0" rIns="0" bIns="0" rtlCol="0"/>
          <a:lstStyle/>
          <a:p>
            <a:endParaRPr/>
          </a:p>
        </p:txBody>
      </p:sp>
      <p:sp>
        <p:nvSpPr>
          <p:cNvPr id="34" name="object 34"/>
          <p:cNvSpPr/>
          <p:nvPr/>
        </p:nvSpPr>
        <p:spPr>
          <a:xfrm>
            <a:off x="6418547" y="4758435"/>
            <a:ext cx="389108" cy="0"/>
          </a:xfrm>
          <a:custGeom>
            <a:avLst/>
            <a:gdLst/>
            <a:ahLst/>
            <a:cxnLst/>
            <a:rect l="l" t="t" r="r" b="b"/>
            <a:pathLst>
              <a:path w="356870">
                <a:moveTo>
                  <a:pt x="0" y="0"/>
                </a:moveTo>
                <a:lnTo>
                  <a:pt x="356498" y="0"/>
                </a:lnTo>
              </a:path>
            </a:pathLst>
          </a:custGeom>
          <a:ln w="8169">
            <a:solidFill>
              <a:srgbClr val="000000"/>
            </a:solidFill>
          </a:ln>
        </p:spPr>
        <p:txBody>
          <a:bodyPr wrap="square" lIns="0" tIns="0" rIns="0" bIns="0" rtlCol="0"/>
          <a:lstStyle/>
          <a:p>
            <a:endParaRPr/>
          </a:p>
        </p:txBody>
      </p:sp>
      <p:sp>
        <p:nvSpPr>
          <p:cNvPr id="35" name="object 35"/>
          <p:cNvSpPr/>
          <p:nvPr/>
        </p:nvSpPr>
        <p:spPr>
          <a:xfrm>
            <a:off x="6418547" y="4828264"/>
            <a:ext cx="559429" cy="0"/>
          </a:xfrm>
          <a:custGeom>
            <a:avLst/>
            <a:gdLst/>
            <a:ahLst/>
            <a:cxnLst/>
            <a:rect l="l" t="t" r="r" b="b"/>
            <a:pathLst>
              <a:path w="513079">
                <a:moveTo>
                  <a:pt x="0" y="0"/>
                </a:moveTo>
                <a:lnTo>
                  <a:pt x="512973" y="0"/>
                </a:lnTo>
              </a:path>
            </a:pathLst>
          </a:custGeom>
          <a:ln w="8169">
            <a:solidFill>
              <a:srgbClr val="000000"/>
            </a:solidFill>
          </a:ln>
        </p:spPr>
        <p:txBody>
          <a:bodyPr wrap="square" lIns="0" tIns="0" rIns="0" bIns="0" rtlCol="0"/>
          <a:lstStyle/>
          <a:p>
            <a:endParaRPr/>
          </a:p>
        </p:txBody>
      </p:sp>
      <p:sp>
        <p:nvSpPr>
          <p:cNvPr id="36" name="object 36"/>
          <p:cNvSpPr/>
          <p:nvPr/>
        </p:nvSpPr>
        <p:spPr>
          <a:xfrm>
            <a:off x="6418547" y="4856335"/>
            <a:ext cx="535196" cy="0"/>
          </a:xfrm>
          <a:custGeom>
            <a:avLst/>
            <a:gdLst/>
            <a:ahLst/>
            <a:cxnLst/>
            <a:rect l="l" t="t" r="r" b="b"/>
            <a:pathLst>
              <a:path w="490854">
                <a:moveTo>
                  <a:pt x="0" y="0"/>
                </a:moveTo>
                <a:lnTo>
                  <a:pt x="490626" y="0"/>
                </a:lnTo>
              </a:path>
            </a:pathLst>
          </a:custGeom>
          <a:ln w="8169">
            <a:solidFill>
              <a:srgbClr val="000000"/>
            </a:solidFill>
          </a:ln>
        </p:spPr>
        <p:txBody>
          <a:bodyPr wrap="square" lIns="0" tIns="0" rIns="0" bIns="0" rtlCol="0"/>
          <a:lstStyle/>
          <a:p>
            <a:endParaRPr/>
          </a:p>
        </p:txBody>
      </p:sp>
      <p:sp>
        <p:nvSpPr>
          <p:cNvPr id="37" name="object 37"/>
          <p:cNvSpPr/>
          <p:nvPr/>
        </p:nvSpPr>
        <p:spPr>
          <a:xfrm>
            <a:off x="6418547" y="4890904"/>
            <a:ext cx="543504" cy="0"/>
          </a:xfrm>
          <a:custGeom>
            <a:avLst/>
            <a:gdLst/>
            <a:ahLst/>
            <a:cxnLst/>
            <a:rect l="l" t="t" r="r" b="b"/>
            <a:pathLst>
              <a:path w="498475">
                <a:moveTo>
                  <a:pt x="0" y="0"/>
                </a:moveTo>
                <a:lnTo>
                  <a:pt x="498280" y="0"/>
                </a:lnTo>
              </a:path>
            </a:pathLst>
          </a:custGeom>
          <a:ln w="8169">
            <a:solidFill>
              <a:srgbClr val="000000"/>
            </a:solidFill>
          </a:ln>
        </p:spPr>
        <p:txBody>
          <a:bodyPr wrap="square" lIns="0" tIns="0" rIns="0" bIns="0" rtlCol="0"/>
          <a:lstStyle/>
          <a:p>
            <a:endParaRPr/>
          </a:p>
        </p:txBody>
      </p:sp>
      <p:sp>
        <p:nvSpPr>
          <p:cNvPr id="38" name="object 38"/>
          <p:cNvSpPr/>
          <p:nvPr/>
        </p:nvSpPr>
        <p:spPr>
          <a:xfrm>
            <a:off x="6418547" y="4918974"/>
            <a:ext cx="543504" cy="0"/>
          </a:xfrm>
          <a:custGeom>
            <a:avLst/>
            <a:gdLst/>
            <a:ahLst/>
            <a:cxnLst/>
            <a:rect l="l" t="t" r="r" b="b"/>
            <a:pathLst>
              <a:path w="498475">
                <a:moveTo>
                  <a:pt x="0" y="0"/>
                </a:moveTo>
                <a:lnTo>
                  <a:pt x="498280" y="0"/>
                </a:lnTo>
              </a:path>
            </a:pathLst>
          </a:custGeom>
          <a:ln w="8169">
            <a:solidFill>
              <a:srgbClr val="000000"/>
            </a:solidFill>
          </a:ln>
        </p:spPr>
        <p:txBody>
          <a:bodyPr wrap="square" lIns="0" tIns="0" rIns="0" bIns="0" rtlCol="0"/>
          <a:lstStyle/>
          <a:p>
            <a:endParaRPr/>
          </a:p>
        </p:txBody>
      </p:sp>
      <p:sp>
        <p:nvSpPr>
          <p:cNvPr id="39" name="object 39"/>
          <p:cNvSpPr/>
          <p:nvPr/>
        </p:nvSpPr>
        <p:spPr>
          <a:xfrm>
            <a:off x="6418547" y="4989530"/>
            <a:ext cx="559429" cy="0"/>
          </a:xfrm>
          <a:custGeom>
            <a:avLst/>
            <a:gdLst/>
            <a:ahLst/>
            <a:cxnLst/>
            <a:rect l="l" t="t" r="r" b="b"/>
            <a:pathLst>
              <a:path w="513079">
                <a:moveTo>
                  <a:pt x="0" y="0"/>
                </a:moveTo>
                <a:lnTo>
                  <a:pt x="512973" y="0"/>
                </a:lnTo>
              </a:path>
            </a:pathLst>
          </a:custGeom>
          <a:ln w="8169">
            <a:solidFill>
              <a:srgbClr val="000000"/>
            </a:solidFill>
          </a:ln>
        </p:spPr>
        <p:txBody>
          <a:bodyPr wrap="square" lIns="0" tIns="0" rIns="0" bIns="0" rtlCol="0"/>
          <a:lstStyle/>
          <a:p>
            <a:endParaRPr/>
          </a:p>
        </p:txBody>
      </p:sp>
      <p:sp>
        <p:nvSpPr>
          <p:cNvPr id="40" name="object 40"/>
          <p:cNvSpPr/>
          <p:nvPr/>
        </p:nvSpPr>
        <p:spPr>
          <a:xfrm>
            <a:off x="6418547" y="5017601"/>
            <a:ext cx="535196" cy="0"/>
          </a:xfrm>
          <a:custGeom>
            <a:avLst/>
            <a:gdLst/>
            <a:ahLst/>
            <a:cxnLst/>
            <a:rect l="l" t="t" r="r" b="b"/>
            <a:pathLst>
              <a:path w="490854">
                <a:moveTo>
                  <a:pt x="0" y="0"/>
                </a:moveTo>
                <a:lnTo>
                  <a:pt x="490626" y="0"/>
                </a:lnTo>
              </a:path>
            </a:pathLst>
          </a:custGeom>
          <a:ln w="8169">
            <a:solidFill>
              <a:srgbClr val="000000"/>
            </a:solidFill>
          </a:ln>
        </p:spPr>
        <p:txBody>
          <a:bodyPr wrap="square" lIns="0" tIns="0" rIns="0" bIns="0" rtlCol="0"/>
          <a:lstStyle/>
          <a:p>
            <a:endParaRPr/>
          </a:p>
        </p:txBody>
      </p:sp>
      <p:sp>
        <p:nvSpPr>
          <p:cNvPr id="41" name="object 41"/>
          <p:cNvSpPr/>
          <p:nvPr/>
        </p:nvSpPr>
        <p:spPr>
          <a:xfrm>
            <a:off x="6418547" y="5052168"/>
            <a:ext cx="543504" cy="0"/>
          </a:xfrm>
          <a:custGeom>
            <a:avLst/>
            <a:gdLst/>
            <a:ahLst/>
            <a:cxnLst/>
            <a:rect l="l" t="t" r="r" b="b"/>
            <a:pathLst>
              <a:path w="498475">
                <a:moveTo>
                  <a:pt x="0" y="0"/>
                </a:moveTo>
                <a:lnTo>
                  <a:pt x="498280" y="0"/>
                </a:lnTo>
              </a:path>
            </a:pathLst>
          </a:custGeom>
          <a:ln w="8169">
            <a:solidFill>
              <a:srgbClr val="000000"/>
            </a:solidFill>
          </a:ln>
        </p:spPr>
        <p:txBody>
          <a:bodyPr wrap="square" lIns="0" tIns="0" rIns="0" bIns="0" rtlCol="0"/>
          <a:lstStyle/>
          <a:p>
            <a:endParaRPr/>
          </a:p>
        </p:txBody>
      </p:sp>
      <p:sp>
        <p:nvSpPr>
          <p:cNvPr id="42" name="object 42"/>
          <p:cNvSpPr/>
          <p:nvPr/>
        </p:nvSpPr>
        <p:spPr>
          <a:xfrm>
            <a:off x="6418547" y="5087432"/>
            <a:ext cx="543504" cy="0"/>
          </a:xfrm>
          <a:custGeom>
            <a:avLst/>
            <a:gdLst/>
            <a:ahLst/>
            <a:cxnLst/>
            <a:rect l="l" t="t" r="r" b="b"/>
            <a:pathLst>
              <a:path w="498475">
                <a:moveTo>
                  <a:pt x="0" y="0"/>
                </a:moveTo>
                <a:lnTo>
                  <a:pt x="498280" y="0"/>
                </a:lnTo>
              </a:path>
            </a:pathLst>
          </a:custGeom>
          <a:ln w="8169">
            <a:solidFill>
              <a:srgbClr val="000000"/>
            </a:solidFill>
          </a:ln>
        </p:spPr>
        <p:txBody>
          <a:bodyPr wrap="square" lIns="0" tIns="0" rIns="0" bIns="0" rtlCol="0"/>
          <a:lstStyle/>
          <a:p>
            <a:endParaRPr/>
          </a:p>
        </p:txBody>
      </p:sp>
      <p:sp>
        <p:nvSpPr>
          <p:cNvPr id="43" name="object 43"/>
          <p:cNvSpPr/>
          <p:nvPr/>
        </p:nvSpPr>
        <p:spPr>
          <a:xfrm>
            <a:off x="6418547" y="5115509"/>
            <a:ext cx="551119" cy="0"/>
          </a:xfrm>
          <a:custGeom>
            <a:avLst/>
            <a:gdLst/>
            <a:ahLst/>
            <a:cxnLst/>
            <a:rect l="l" t="t" r="r" b="b"/>
            <a:pathLst>
              <a:path w="505459">
                <a:moveTo>
                  <a:pt x="0" y="0"/>
                </a:moveTo>
                <a:lnTo>
                  <a:pt x="505318" y="0"/>
                </a:lnTo>
              </a:path>
            </a:pathLst>
          </a:custGeom>
          <a:ln w="8169">
            <a:solidFill>
              <a:srgbClr val="000000"/>
            </a:solidFill>
          </a:ln>
        </p:spPr>
        <p:txBody>
          <a:bodyPr wrap="square" lIns="0" tIns="0" rIns="0" bIns="0" rtlCol="0"/>
          <a:lstStyle/>
          <a:p>
            <a:endParaRPr/>
          </a:p>
        </p:txBody>
      </p:sp>
      <p:sp>
        <p:nvSpPr>
          <p:cNvPr id="44" name="object 44"/>
          <p:cNvSpPr/>
          <p:nvPr/>
        </p:nvSpPr>
        <p:spPr>
          <a:xfrm>
            <a:off x="6418547" y="5150065"/>
            <a:ext cx="162013" cy="0"/>
          </a:xfrm>
          <a:custGeom>
            <a:avLst/>
            <a:gdLst/>
            <a:ahLst/>
            <a:cxnLst/>
            <a:rect l="l" t="t" r="r" b="b"/>
            <a:pathLst>
              <a:path w="148590">
                <a:moveTo>
                  <a:pt x="0" y="0"/>
                </a:moveTo>
                <a:lnTo>
                  <a:pt x="148244" y="0"/>
                </a:lnTo>
              </a:path>
            </a:pathLst>
          </a:custGeom>
          <a:ln w="8169">
            <a:solidFill>
              <a:srgbClr val="000000"/>
            </a:solidFill>
          </a:ln>
        </p:spPr>
        <p:txBody>
          <a:bodyPr wrap="square" lIns="0" tIns="0" rIns="0" bIns="0" rtlCol="0"/>
          <a:lstStyle/>
          <a:p>
            <a:endParaRPr/>
          </a:p>
        </p:txBody>
      </p:sp>
      <p:sp>
        <p:nvSpPr>
          <p:cNvPr id="45" name="object 45"/>
          <p:cNvSpPr/>
          <p:nvPr/>
        </p:nvSpPr>
        <p:spPr>
          <a:xfrm>
            <a:off x="11296183" y="3525178"/>
            <a:ext cx="218626" cy="358164"/>
          </a:xfrm>
          <a:prstGeom prst="rect">
            <a:avLst/>
          </a:prstGeom>
          <a:blipFill>
            <a:blip r:embed="rId4" cstate="print"/>
            <a:stretch>
              <a:fillRect/>
            </a:stretch>
          </a:blipFill>
        </p:spPr>
        <p:txBody>
          <a:bodyPr wrap="square" lIns="0" tIns="0" rIns="0" bIns="0" rtlCol="0"/>
          <a:lstStyle/>
          <a:p>
            <a:endParaRPr/>
          </a:p>
        </p:txBody>
      </p:sp>
      <p:sp>
        <p:nvSpPr>
          <p:cNvPr id="46" name="object 46"/>
          <p:cNvSpPr/>
          <p:nvPr/>
        </p:nvSpPr>
        <p:spPr>
          <a:xfrm>
            <a:off x="11256929" y="3754223"/>
            <a:ext cx="297716" cy="727"/>
          </a:xfrm>
          <a:custGeom>
            <a:avLst/>
            <a:gdLst/>
            <a:ahLst/>
            <a:cxnLst/>
            <a:rect l="l" t="t" r="r" b="b"/>
            <a:pathLst>
              <a:path w="273050" h="635">
                <a:moveTo>
                  <a:pt x="0" y="0"/>
                </a:moveTo>
                <a:lnTo>
                  <a:pt x="272518" y="589"/>
                </a:lnTo>
              </a:path>
            </a:pathLst>
          </a:custGeom>
          <a:ln w="28574">
            <a:solidFill>
              <a:srgbClr val="000000"/>
            </a:solidFill>
          </a:ln>
        </p:spPr>
        <p:txBody>
          <a:bodyPr wrap="square" lIns="0" tIns="0" rIns="0" bIns="0" rtlCol="0"/>
          <a:lstStyle/>
          <a:p>
            <a:endParaRPr/>
          </a:p>
        </p:txBody>
      </p:sp>
      <p:sp>
        <p:nvSpPr>
          <p:cNvPr id="47" name="object 47"/>
          <p:cNvSpPr/>
          <p:nvPr/>
        </p:nvSpPr>
        <p:spPr>
          <a:xfrm>
            <a:off x="11199874" y="3866974"/>
            <a:ext cx="410571" cy="184040"/>
          </a:xfrm>
          <a:custGeom>
            <a:avLst/>
            <a:gdLst/>
            <a:ahLst/>
            <a:cxnLst/>
            <a:rect l="l" t="t" r="r" b="b"/>
            <a:pathLst>
              <a:path w="376554" h="160655">
                <a:moveTo>
                  <a:pt x="0" y="160310"/>
                </a:moveTo>
                <a:lnTo>
                  <a:pt x="188248" y="0"/>
                </a:lnTo>
                <a:lnTo>
                  <a:pt x="376495" y="160310"/>
                </a:lnTo>
              </a:path>
            </a:pathLst>
          </a:custGeom>
          <a:ln w="28574">
            <a:solidFill>
              <a:srgbClr val="000000"/>
            </a:solidFill>
          </a:ln>
        </p:spPr>
        <p:txBody>
          <a:bodyPr wrap="square" lIns="0" tIns="0" rIns="0" bIns="0" rtlCol="0"/>
          <a:lstStyle/>
          <a:p>
            <a:endParaRPr/>
          </a:p>
        </p:txBody>
      </p:sp>
      <p:sp>
        <p:nvSpPr>
          <p:cNvPr id="48" name="object 48"/>
          <p:cNvSpPr txBox="1"/>
          <p:nvPr/>
        </p:nvSpPr>
        <p:spPr>
          <a:xfrm>
            <a:off x="11001172" y="4067045"/>
            <a:ext cx="819064" cy="30843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参与者2</a:t>
            </a:r>
            <a:endParaRPr sz="1600">
              <a:latin typeface="华文新魏" panose="02010800040101010101" charset="-122"/>
              <a:cs typeface="华文新魏" panose="02010800040101010101" charset="-122"/>
            </a:endParaRPr>
          </a:p>
        </p:txBody>
      </p:sp>
      <p:sp>
        <p:nvSpPr>
          <p:cNvPr id="49" name="object 49"/>
          <p:cNvSpPr/>
          <p:nvPr/>
        </p:nvSpPr>
        <p:spPr>
          <a:xfrm>
            <a:off x="7735330" y="3217841"/>
            <a:ext cx="2589434" cy="2571465"/>
          </a:xfrm>
          <a:custGeom>
            <a:avLst/>
            <a:gdLst/>
            <a:ahLst/>
            <a:cxnLst/>
            <a:rect l="l" t="t" r="r" b="b"/>
            <a:pathLst>
              <a:path w="2374900" h="2244725">
                <a:moveTo>
                  <a:pt x="0" y="0"/>
                </a:moveTo>
                <a:lnTo>
                  <a:pt x="2374898" y="0"/>
                </a:lnTo>
                <a:lnTo>
                  <a:pt x="2374898" y="2244724"/>
                </a:lnTo>
                <a:lnTo>
                  <a:pt x="0" y="2244724"/>
                </a:lnTo>
                <a:lnTo>
                  <a:pt x="0" y="0"/>
                </a:lnTo>
                <a:close/>
              </a:path>
            </a:pathLst>
          </a:custGeom>
          <a:ln w="28574">
            <a:solidFill>
              <a:srgbClr val="ECEBEB"/>
            </a:solidFill>
          </a:ln>
        </p:spPr>
        <p:txBody>
          <a:bodyPr wrap="square" lIns="0" tIns="0" rIns="0" bIns="0" rtlCol="0"/>
          <a:lstStyle/>
          <a:p>
            <a:endParaRPr/>
          </a:p>
        </p:txBody>
      </p:sp>
      <p:sp>
        <p:nvSpPr>
          <p:cNvPr id="50" name="object 50"/>
          <p:cNvSpPr/>
          <p:nvPr/>
        </p:nvSpPr>
        <p:spPr>
          <a:xfrm>
            <a:off x="8180748" y="3530636"/>
            <a:ext cx="1643668" cy="384083"/>
          </a:xfrm>
          <a:custGeom>
            <a:avLst/>
            <a:gdLst/>
            <a:ahLst/>
            <a:cxnLst/>
            <a:rect l="l" t="t" r="r" b="b"/>
            <a:pathLst>
              <a:path w="1507490" h="335280">
                <a:moveTo>
                  <a:pt x="753532" y="0"/>
                </a:moveTo>
                <a:lnTo>
                  <a:pt x="680962" y="766"/>
                </a:lnTo>
                <a:lnTo>
                  <a:pt x="610344" y="3019"/>
                </a:lnTo>
                <a:lnTo>
                  <a:pt x="541992" y="6689"/>
                </a:lnTo>
                <a:lnTo>
                  <a:pt x="476225" y="11705"/>
                </a:lnTo>
                <a:lnTo>
                  <a:pt x="413356" y="17997"/>
                </a:lnTo>
                <a:lnTo>
                  <a:pt x="353702" y="25494"/>
                </a:lnTo>
                <a:lnTo>
                  <a:pt x="297578" y="34128"/>
                </a:lnTo>
                <a:lnTo>
                  <a:pt x="245301" y="43826"/>
                </a:lnTo>
                <a:lnTo>
                  <a:pt x="197187" y="54520"/>
                </a:lnTo>
                <a:lnTo>
                  <a:pt x="153550" y="66140"/>
                </a:lnTo>
                <a:lnTo>
                  <a:pt x="114707" y="78614"/>
                </a:lnTo>
                <a:lnTo>
                  <a:pt x="52665" y="105846"/>
                </a:lnTo>
                <a:lnTo>
                  <a:pt x="13587" y="135655"/>
                </a:lnTo>
                <a:lnTo>
                  <a:pt x="0" y="167481"/>
                </a:lnTo>
                <a:lnTo>
                  <a:pt x="3449" y="183610"/>
                </a:lnTo>
                <a:lnTo>
                  <a:pt x="30097" y="214498"/>
                </a:lnTo>
                <a:lnTo>
                  <a:pt x="80973" y="243089"/>
                </a:lnTo>
                <a:lnTo>
                  <a:pt x="153550" y="268822"/>
                </a:lnTo>
                <a:lnTo>
                  <a:pt x="197187" y="280442"/>
                </a:lnTo>
                <a:lnTo>
                  <a:pt x="245301" y="291136"/>
                </a:lnTo>
                <a:lnTo>
                  <a:pt x="297578" y="300835"/>
                </a:lnTo>
                <a:lnTo>
                  <a:pt x="353702" y="309468"/>
                </a:lnTo>
                <a:lnTo>
                  <a:pt x="413356" y="316966"/>
                </a:lnTo>
                <a:lnTo>
                  <a:pt x="476225" y="323258"/>
                </a:lnTo>
                <a:lnTo>
                  <a:pt x="541992" y="328274"/>
                </a:lnTo>
                <a:lnTo>
                  <a:pt x="610344" y="331943"/>
                </a:lnTo>
                <a:lnTo>
                  <a:pt x="680962" y="334197"/>
                </a:lnTo>
                <a:lnTo>
                  <a:pt x="753532" y="334963"/>
                </a:lnTo>
                <a:lnTo>
                  <a:pt x="826103" y="334197"/>
                </a:lnTo>
                <a:lnTo>
                  <a:pt x="896721" y="331943"/>
                </a:lnTo>
                <a:lnTo>
                  <a:pt x="965072" y="328274"/>
                </a:lnTo>
                <a:lnTo>
                  <a:pt x="1030840" y="323258"/>
                </a:lnTo>
                <a:lnTo>
                  <a:pt x="1093709" y="316966"/>
                </a:lnTo>
                <a:lnTo>
                  <a:pt x="1153363" y="309468"/>
                </a:lnTo>
                <a:lnTo>
                  <a:pt x="1209487" y="300835"/>
                </a:lnTo>
                <a:lnTo>
                  <a:pt x="1261764" y="291136"/>
                </a:lnTo>
                <a:lnTo>
                  <a:pt x="1309879" y="280442"/>
                </a:lnTo>
                <a:lnTo>
                  <a:pt x="1353516" y="268822"/>
                </a:lnTo>
                <a:lnTo>
                  <a:pt x="1392359" y="256348"/>
                </a:lnTo>
                <a:lnTo>
                  <a:pt x="1454401" y="229116"/>
                </a:lnTo>
                <a:lnTo>
                  <a:pt x="1493479" y="199306"/>
                </a:lnTo>
                <a:lnTo>
                  <a:pt x="1507067" y="167481"/>
                </a:lnTo>
                <a:lnTo>
                  <a:pt x="1503617" y="151351"/>
                </a:lnTo>
                <a:lnTo>
                  <a:pt x="1476969" y="120463"/>
                </a:lnTo>
                <a:lnTo>
                  <a:pt x="1426093" y="91872"/>
                </a:lnTo>
                <a:lnTo>
                  <a:pt x="1353516" y="66140"/>
                </a:lnTo>
                <a:lnTo>
                  <a:pt x="1309879" y="54520"/>
                </a:lnTo>
                <a:lnTo>
                  <a:pt x="1261764" y="43826"/>
                </a:lnTo>
                <a:lnTo>
                  <a:pt x="1209487" y="34128"/>
                </a:lnTo>
                <a:lnTo>
                  <a:pt x="1153363" y="25494"/>
                </a:lnTo>
                <a:lnTo>
                  <a:pt x="1093709" y="17997"/>
                </a:lnTo>
                <a:lnTo>
                  <a:pt x="1030840" y="11705"/>
                </a:lnTo>
                <a:lnTo>
                  <a:pt x="965072" y="6689"/>
                </a:lnTo>
                <a:lnTo>
                  <a:pt x="896721" y="3019"/>
                </a:lnTo>
                <a:lnTo>
                  <a:pt x="826103" y="766"/>
                </a:lnTo>
                <a:lnTo>
                  <a:pt x="753532" y="0"/>
                </a:lnTo>
                <a:close/>
              </a:path>
            </a:pathLst>
          </a:custGeom>
          <a:solidFill>
            <a:srgbClr val="F2913F"/>
          </a:solidFill>
        </p:spPr>
        <p:txBody>
          <a:bodyPr wrap="square" lIns="0" tIns="0" rIns="0" bIns="0" rtlCol="0"/>
          <a:lstStyle/>
          <a:p>
            <a:endParaRPr/>
          </a:p>
        </p:txBody>
      </p:sp>
      <p:sp>
        <p:nvSpPr>
          <p:cNvPr id="51" name="object 51"/>
          <p:cNvSpPr/>
          <p:nvPr/>
        </p:nvSpPr>
        <p:spPr>
          <a:xfrm>
            <a:off x="8180748" y="3530636"/>
            <a:ext cx="1643668" cy="384083"/>
          </a:xfrm>
          <a:custGeom>
            <a:avLst/>
            <a:gdLst/>
            <a:ahLst/>
            <a:cxnLst/>
            <a:rect l="l" t="t" r="r" b="b"/>
            <a:pathLst>
              <a:path w="1507490" h="335280">
                <a:moveTo>
                  <a:pt x="0" y="167481"/>
                </a:moveTo>
                <a:lnTo>
                  <a:pt x="30097" y="120464"/>
                </a:lnTo>
                <a:lnTo>
                  <a:pt x="80973" y="91873"/>
                </a:lnTo>
                <a:lnTo>
                  <a:pt x="153550" y="66140"/>
                </a:lnTo>
                <a:lnTo>
                  <a:pt x="197187" y="54521"/>
                </a:lnTo>
                <a:lnTo>
                  <a:pt x="245302" y="43827"/>
                </a:lnTo>
                <a:lnTo>
                  <a:pt x="297579" y="34128"/>
                </a:lnTo>
                <a:lnTo>
                  <a:pt x="353702" y="25495"/>
                </a:lnTo>
                <a:lnTo>
                  <a:pt x="413356" y="17997"/>
                </a:lnTo>
                <a:lnTo>
                  <a:pt x="476225" y="11705"/>
                </a:lnTo>
                <a:lnTo>
                  <a:pt x="541993" y="6689"/>
                </a:lnTo>
                <a:lnTo>
                  <a:pt x="610344" y="3019"/>
                </a:lnTo>
                <a:lnTo>
                  <a:pt x="680963" y="766"/>
                </a:lnTo>
                <a:lnTo>
                  <a:pt x="753533" y="0"/>
                </a:lnTo>
                <a:lnTo>
                  <a:pt x="826104" y="766"/>
                </a:lnTo>
                <a:lnTo>
                  <a:pt x="896722" y="3019"/>
                </a:lnTo>
                <a:lnTo>
                  <a:pt x="965073" y="6689"/>
                </a:lnTo>
                <a:lnTo>
                  <a:pt x="1030841" y="11705"/>
                </a:lnTo>
                <a:lnTo>
                  <a:pt x="1093710" y="17997"/>
                </a:lnTo>
                <a:lnTo>
                  <a:pt x="1153364" y="25495"/>
                </a:lnTo>
                <a:lnTo>
                  <a:pt x="1209488" y="34128"/>
                </a:lnTo>
                <a:lnTo>
                  <a:pt x="1261765" y="43827"/>
                </a:lnTo>
                <a:lnTo>
                  <a:pt x="1309880" y="54521"/>
                </a:lnTo>
                <a:lnTo>
                  <a:pt x="1353517" y="66140"/>
                </a:lnTo>
                <a:lnTo>
                  <a:pt x="1392360" y="78614"/>
                </a:lnTo>
                <a:lnTo>
                  <a:pt x="1454402" y="105846"/>
                </a:lnTo>
                <a:lnTo>
                  <a:pt x="1493480" y="135656"/>
                </a:lnTo>
                <a:lnTo>
                  <a:pt x="1507067" y="167481"/>
                </a:lnTo>
                <a:lnTo>
                  <a:pt x="1503618" y="183611"/>
                </a:lnTo>
                <a:lnTo>
                  <a:pt x="1476969" y="214499"/>
                </a:lnTo>
                <a:lnTo>
                  <a:pt x="1426094" y="243090"/>
                </a:lnTo>
                <a:lnTo>
                  <a:pt x="1353517" y="268823"/>
                </a:lnTo>
                <a:lnTo>
                  <a:pt x="1309880" y="280442"/>
                </a:lnTo>
                <a:lnTo>
                  <a:pt x="1261765" y="291136"/>
                </a:lnTo>
                <a:lnTo>
                  <a:pt x="1209488" y="300835"/>
                </a:lnTo>
                <a:lnTo>
                  <a:pt x="1153364" y="309468"/>
                </a:lnTo>
                <a:lnTo>
                  <a:pt x="1093710" y="316966"/>
                </a:lnTo>
                <a:lnTo>
                  <a:pt x="1030841" y="323258"/>
                </a:lnTo>
                <a:lnTo>
                  <a:pt x="965073" y="328274"/>
                </a:lnTo>
                <a:lnTo>
                  <a:pt x="896722" y="331944"/>
                </a:lnTo>
                <a:lnTo>
                  <a:pt x="826104" y="334197"/>
                </a:lnTo>
                <a:lnTo>
                  <a:pt x="753533" y="334964"/>
                </a:lnTo>
                <a:lnTo>
                  <a:pt x="680963" y="334197"/>
                </a:lnTo>
                <a:lnTo>
                  <a:pt x="610344" y="331944"/>
                </a:lnTo>
                <a:lnTo>
                  <a:pt x="541993" y="328274"/>
                </a:lnTo>
                <a:lnTo>
                  <a:pt x="476225" y="323258"/>
                </a:lnTo>
                <a:lnTo>
                  <a:pt x="413356" y="316966"/>
                </a:lnTo>
                <a:lnTo>
                  <a:pt x="353702" y="309468"/>
                </a:lnTo>
                <a:lnTo>
                  <a:pt x="297579" y="300835"/>
                </a:lnTo>
                <a:lnTo>
                  <a:pt x="245302" y="291136"/>
                </a:lnTo>
                <a:lnTo>
                  <a:pt x="197187" y="280442"/>
                </a:lnTo>
                <a:lnTo>
                  <a:pt x="153550" y="268823"/>
                </a:lnTo>
                <a:lnTo>
                  <a:pt x="114707" y="256349"/>
                </a:lnTo>
                <a:lnTo>
                  <a:pt x="52665" y="229117"/>
                </a:lnTo>
                <a:lnTo>
                  <a:pt x="13587" y="199307"/>
                </a:lnTo>
                <a:lnTo>
                  <a:pt x="0" y="167481"/>
                </a:lnTo>
                <a:close/>
              </a:path>
            </a:pathLst>
          </a:custGeom>
          <a:ln w="28574">
            <a:solidFill>
              <a:srgbClr val="ECEBEB"/>
            </a:solidFill>
          </a:ln>
        </p:spPr>
        <p:txBody>
          <a:bodyPr wrap="square" lIns="0" tIns="0" rIns="0" bIns="0" rtlCol="0"/>
          <a:lstStyle/>
          <a:p>
            <a:endParaRPr/>
          </a:p>
        </p:txBody>
      </p:sp>
      <p:sp>
        <p:nvSpPr>
          <p:cNvPr id="52" name="object 52"/>
          <p:cNvSpPr txBox="1"/>
          <p:nvPr/>
        </p:nvSpPr>
        <p:spPr>
          <a:xfrm>
            <a:off x="8714952" y="3585738"/>
            <a:ext cx="561505" cy="273514"/>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用例</a:t>
            </a:r>
            <a:r>
              <a:rPr sz="1400" b="1" spc="-80" dirty="0">
                <a:latin typeface="华文新魏" panose="02010800040101010101" charset="-122"/>
                <a:cs typeface="华文新魏" panose="02010800040101010101" charset="-122"/>
              </a:rPr>
              <a:t> </a:t>
            </a:r>
            <a:r>
              <a:rPr sz="1400" b="1" dirty="0">
                <a:latin typeface="Calibri" panose="020F0502020204030204"/>
                <a:cs typeface="Calibri" panose="020F0502020204030204"/>
              </a:rPr>
              <a:t>1</a:t>
            </a:r>
            <a:endParaRPr sz="1400">
              <a:latin typeface="Calibri" panose="020F0502020204030204"/>
              <a:cs typeface="Calibri" panose="020F0502020204030204"/>
            </a:endParaRPr>
          </a:p>
        </p:txBody>
      </p:sp>
      <p:sp>
        <p:nvSpPr>
          <p:cNvPr id="53" name="object 53"/>
          <p:cNvSpPr/>
          <p:nvPr/>
        </p:nvSpPr>
        <p:spPr>
          <a:xfrm>
            <a:off x="9860044" y="3961636"/>
            <a:ext cx="1226866" cy="453189"/>
          </a:xfrm>
          <a:custGeom>
            <a:avLst/>
            <a:gdLst/>
            <a:ahLst/>
            <a:cxnLst/>
            <a:rect l="l" t="t" r="r" b="b"/>
            <a:pathLst>
              <a:path w="1125220" h="395604">
                <a:moveTo>
                  <a:pt x="0" y="395409"/>
                </a:moveTo>
                <a:lnTo>
                  <a:pt x="1124980" y="0"/>
                </a:lnTo>
              </a:path>
            </a:pathLst>
          </a:custGeom>
          <a:ln w="28574">
            <a:solidFill>
              <a:srgbClr val="A76585"/>
            </a:solidFill>
          </a:ln>
        </p:spPr>
        <p:txBody>
          <a:bodyPr wrap="square" lIns="0" tIns="0" rIns="0" bIns="0" rtlCol="0"/>
          <a:lstStyle/>
          <a:p>
            <a:endParaRPr/>
          </a:p>
        </p:txBody>
      </p:sp>
      <p:sp>
        <p:nvSpPr>
          <p:cNvPr id="54" name="object 54"/>
          <p:cNvSpPr/>
          <p:nvPr/>
        </p:nvSpPr>
        <p:spPr>
          <a:xfrm>
            <a:off x="9830877" y="4309670"/>
            <a:ext cx="152351" cy="144192"/>
          </a:xfrm>
          <a:prstGeom prst="rect">
            <a:avLst/>
          </a:prstGeom>
          <a:blipFill>
            <a:blip r:embed="rId5" cstate="print"/>
            <a:stretch>
              <a:fillRect/>
            </a:stretch>
          </a:blipFill>
        </p:spPr>
        <p:txBody>
          <a:bodyPr wrap="square" lIns="0" tIns="0" rIns="0" bIns="0" rtlCol="0"/>
          <a:lstStyle/>
          <a:p>
            <a:endParaRPr/>
          </a:p>
        </p:txBody>
      </p:sp>
      <p:sp>
        <p:nvSpPr>
          <p:cNvPr id="55" name="object 55"/>
          <p:cNvSpPr/>
          <p:nvPr/>
        </p:nvSpPr>
        <p:spPr>
          <a:xfrm>
            <a:off x="7168737" y="4612686"/>
            <a:ext cx="1086316" cy="424092"/>
          </a:xfrm>
          <a:custGeom>
            <a:avLst/>
            <a:gdLst/>
            <a:ahLst/>
            <a:cxnLst/>
            <a:rect l="l" t="t" r="r" b="b"/>
            <a:pathLst>
              <a:path w="996315" h="370204">
                <a:moveTo>
                  <a:pt x="996163" y="0"/>
                </a:moveTo>
                <a:lnTo>
                  <a:pt x="850906" y="99218"/>
                </a:lnTo>
                <a:lnTo>
                  <a:pt x="708031" y="192881"/>
                </a:lnTo>
                <a:lnTo>
                  <a:pt x="637388" y="234156"/>
                </a:lnTo>
                <a:lnTo>
                  <a:pt x="569125" y="271462"/>
                </a:lnTo>
                <a:lnTo>
                  <a:pt x="502450" y="304006"/>
                </a:lnTo>
                <a:lnTo>
                  <a:pt x="438156" y="330200"/>
                </a:lnTo>
                <a:lnTo>
                  <a:pt x="372275" y="349249"/>
                </a:lnTo>
                <a:lnTo>
                  <a:pt x="304806" y="361156"/>
                </a:lnTo>
                <a:lnTo>
                  <a:pt x="236544" y="367506"/>
                </a:lnTo>
                <a:lnTo>
                  <a:pt x="170663" y="369887"/>
                </a:lnTo>
                <a:lnTo>
                  <a:pt x="108750" y="369093"/>
                </a:lnTo>
                <a:lnTo>
                  <a:pt x="53188" y="367506"/>
                </a:lnTo>
                <a:lnTo>
                  <a:pt x="7150" y="366712"/>
                </a:lnTo>
                <a:lnTo>
                  <a:pt x="0" y="366871"/>
                </a:lnTo>
              </a:path>
            </a:pathLst>
          </a:custGeom>
          <a:ln w="28574">
            <a:solidFill>
              <a:srgbClr val="FF9292"/>
            </a:solidFill>
          </a:ln>
        </p:spPr>
        <p:txBody>
          <a:bodyPr wrap="square" lIns="0" tIns="0" rIns="0" bIns="0" rtlCol="0"/>
          <a:lstStyle/>
          <a:p>
            <a:endParaRPr/>
          </a:p>
        </p:txBody>
      </p:sp>
      <p:sp>
        <p:nvSpPr>
          <p:cNvPr id="56" name="object 56"/>
          <p:cNvSpPr/>
          <p:nvPr/>
        </p:nvSpPr>
        <p:spPr>
          <a:xfrm>
            <a:off x="7137588" y="4982415"/>
            <a:ext cx="94854" cy="98203"/>
          </a:xfrm>
          <a:custGeom>
            <a:avLst/>
            <a:gdLst/>
            <a:ahLst/>
            <a:cxnLst/>
            <a:rect l="l" t="t" r="r" b="b"/>
            <a:pathLst>
              <a:path w="86995" h="85725">
                <a:moveTo>
                  <a:pt x="84752" y="0"/>
                </a:moveTo>
                <a:lnTo>
                  <a:pt x="0" y="44756"/>
                </a:lnTo>
                <a:lnTo>
                  <a:pt x="86655" y="85703"/>
                </a:lnTo>
                <a:lnTo>
                  <a:pt x="84752" y="0"/>
                </a:lnTo>
                <a:close/>
              </a:path>
            </a:pathLst>
          </a:custGeom>
          <a:solidFill>
            <a:srgbClr val="FF9292"/>
          </a:solidFill>
        </p:spPr>
        <p:txBody>
          <a:bodyPr wrap="square" lIns="0" tIns="0" rIns="0" bIns="0" rtlCol="0"/>
          <a:lstStyle/>
          <a:p>
            <a:endParaRPr/>
          </a:p>
        </p:txBody>
      </p:sp>
      <p:sp>
        <p:nvSpPr>
          <p:cNvPr id="57" name="object 57"/>
          <p:cNvSpPr txBox="1"/>
          <p:nvPr/>
        </p:nvSpPr>
        <p:spPr>
          <a:xfrm>
            <a:off x="8503850" y="2881405"/>
            <a:ext cx="1135474" cy="378264"/>
          </a:xfrm>
          <a:prstGeom prst="rect">
            <a:avLst/>
          </a:prstGeom>
        </p:spPr>
        <p:txBody>
          <a:bodyPr vert="horz" wrap="square" lIns="0" tIns="12700" rIns="0" bIns="0" rtlCol="0">
            <a:spAutoFit/>
          </a:bodyPr>
          <a:lstStyle/>
          <a:p>
            <a:pPr marL="12700">
              <a:lnSpc>
                <a:spcPct val="100000"/>
              </a:lnSpc>
              <a:spcBef>
                <a:spcPts val="100"/>
              </a:spcBef>
            </a:pPr>
            <a:r>
              <a:rPr sz="2000" dirty="0">
                <a:latin typeface="华文新魏" panose="02010800040101010101" charset="-122"/>
                <a:cs typeface="华文新魏" panose="02010800040101010101" charset="-122"/>
              </a:rPr>
              <a:t>用例模型</a:t>
            </a:r>
            <a:endParaRPr sz="2000">
              <a:latin typeface="华文新魏" panose="02010800040101010101" charset="-122"/>
              <a:cs typeface="华文新魏" panose="02010800040101010101" charset="-122"/>
            </a:endParaRPr>
          </a:p>
        </p:txBody>
      </p:sp>
      <p:sp>
        <p:nvSpPr>
          <p:cNvPr id="58" name="object 58"/>
          <p:cNvSpPr/>
          <p:nvPr/>
        </p:nvSpPr>
        <p:spPr>
          <a:xfrm>
            <a:off x="8194595" y="4305349"/>
            <a:ext cx="1643668" cy="384083"/>
          </a:xfrm>
          <a:custGeom>
            <a:avLst/>
            <a:gdLst/>
            <a:ahLst/>
            <a:cxnLst/>
            <a:rect l="l" t="t" r="r" b="b"/>
            <a:pathLst>
              <a:path w="1507490" h="335279">
                <a:moveTo>
                  <a:pt x="753532" y="0"/>
                </a:moveTo>
                <a:lnTo>
                  <a:pt x="680962" y="766"/>
                </a:lnTo>
                <a:lnTo>
                  <a:pt x="610344" y="3019"/>
                </a:lnTo>
                <a:lnTo>
                  <a:pt x="541992" y="6689"/>
                </a:lnTo>
                <a:lnTo>
                  <a:pt x="476225" y="11705"/>
                </a:lnTo>
                <a:lnTo>
                  <a:pt x="413356" y="17997"/>
                </a:lnTo>
                <a:lnTo>
                  <a:pt x="353702" y="25495"/>
                </a:lnTo>
                <a:lnTo>
                  <a:pt x="297578" y="34128"/>
                </a:lnTo>
                <a:lnTo>
                  <a:pt x="245301" y="43827"/>
                </a:lnTo>
                <a:lnTo>
                  <a:pt x="197187" y="54521"/>
                </a:lnTo>
                <a:lnTo>
                  <a:pt x="153550" y="66140"/>
                </a:lnTo>
                <a:lnTo>
                  <a:pt x="114707" y="78615"/>
                </a:lnTo>
                <a:lnTo>
                  <a:pt x="52665" y="105847"/>
                </a:lnTo>
                <a:lnTo>
                  <a:pt x="13587" y="135656"/>
                </a:lnTo>
                <a:lnTo>
                  <a:pt x="0" y="167482"/>
                </a:lnTo>
                <a:lnTo>
                  <a:pt x="3449" y="183611"/>
                </a:lnTo>
                <a:lnTo>
                  <a:pt x="30097" y="214499"/>
                </a:lnTo>
                <a:lnTo>
                  <a:pt x="80973" y="243090"/>
                </a:lnTo>
                <a:lnTo>
                  <a:pt x="153550" y="268823"/>
                </a:lnTo>
                <a:lnTo>
                  <a:pt x="197187" y="280442"/>
                </a:lnTo>
                <a:lnTo>
                  <a:pt x="245301" y="291136"/>
                </a:lnTo>
                <a:lnTo>
                  <a:pt x="297578" y="300835"/>
                </a:lnTo>
                <a:lnTo>
                  <a:pt x="353702" y="309468"/>
                </a:lnTo>
                <a:lnTo>
                  <a:pt x="413356" y="316966"/>
                </a:lnTo>
                <a:lnTo>
                  <a:pt x="476225" y="323258"/>
                </a:lnTo>
                <a:lnTo>
                  <a:pt x="541992" y="328274"/>
                </a:lnTo>
                <a:lnTo>
                  <a:pt x="610344" y="331943"/>
                </a:lnTo>
                <a:lnTo>
                  <a:pt x="680962" y="334197"/>
                </a:lnTo>
                <a:lnTo>
                  <a:pt x="753532" y="334963"/>
                </a:lnTo>
                <a:lnTo>
                  <a:pt x="826103" y="334197"/>
                </a:lnTo>
                <a:lnTo>
                  <a:pt x="896721" y="331943"/>
                </a:lnTo>
                <a:lnTo>
                  <a:pt x="965072" y="328274"/>
                </a:lnTo>
                <a:lnTo>
                  <a:pt x="1030840" y="323258"/>
                </a:lnTo>
                <a:lnTo>
                  <a:pt x="1093709" y="316966"/>
                </a:lnTo>
                <a:lnTo>
                  <a:pt x="1153363" y="309468"/>
                </a:lnTo>
                <a:lnTo>
                  <a:pt x="1209487" y="300835"/>
                </a:lnTo>
                <a:lnTo>
                  <a:pt x="1261764" y="291136"/>
                </a:lnTo>
                <a:lnTo>
                  <a:pt x="1309879" y="280442"/>
                </a:lnTo>
                <a:lnTo>
                  <a:pt x="1353516" y="268823"/>
                </a:lnTo>
                <a:lnTo>
                  <a:pt x="1392359" y="256349"/>
                </a:lnTo>
                <a:lnTo>
                  <a:pt x="1454401" y="229117"/>
                </a:lnTo>
                <a:lnTo>
                  <a:pt x="1493479" y="199307"/>
                </a:lnTo>
                <a:lnTo>
                  <a:pt x="1507067" y="167482"/>
                </a:lnTo>
                <a:lnTo>
                  <a:pt x="1503617" y="151352"/>
                </a:lnTo>
                <a:lnTo>
                  <a:pt x="1476969" y="120465"/>
                </a:lnTo>
                <a:lnTo>
                  <a:pt x="1426093" y="91873"/>
                </a:lnTo>
                <a:lnTo>
                  <a:pt x="1353516" y="66140"/>
                </a:lnTo>
                <a:lnTo>
                  <a:pt x="1309879" y="54521"/>
                </a:lnTo>
                <a:lnTo>
                  <a:pt x="1261764" y="43827"/>
                </a:lnTo>
                <a:lnTo>
                  <a:pt x="1209487" y="34128"/>
                </a:lnTo>
                <a:lnTo>
                  <a:pt x="1153363" y="25495"/>
                </a:lnTo>
                <a:lnTo>
                  <a:pt x="1093709" y="17997"/>
                </a:lnTo>
                <a:lnTo>
                  <a:pt x="1030840" y="11705"/>
                </a:lnTo>
                <a:lnTo>
                  <a:pt x="965072" y="6689"/>
                </a:lnTo>
                <a:lnTo>
                  <a:pt x="896721" y="3019"/>
                </a:lnTo>
                <a:lnTo>
                  <a:pt x="826103" y="766"/>
                </a:lnTo>
                <a:lnTo>
                  <a:pt x="753532" y="0"/>
                </a:lnTo>
                <a:close/>
              </a:path>
            </a:pathLst>
          </a:custGeom>
          <a:solidFill>
            <a:srgbClr val="F2913F"/>
          </a:solidFill>
        </p:spPr>
        <p:txBody>
          <a:bodyPr wrap="square" lIns="0" tIns="0" rIns="0" bIns="0" rtlCol="0"/>
          <a:lstStyle/>
          <a:p>
            <a:endParaRPr/>
          </a:p>
        </p:txBody>
      </p:sp>
      <p:sp>
        <p:nvSpPr>
          <p:cNvPr id="59" name="object 59"/>
          <p:cNvSpPr/>
          <p:nvPr/>
        </p:nvSpPr>
        <p:spPr>
          <a:xfrm>
            <a:off x="8194595" y="4305349"/>
            <a:ext cx="1643668" cy="384083"/>
          </a:xfrm>
          <a:custGeom>
            <a:avLst/>
            <a:gdLst/>
            <a:ahLst/>
            <a:cxnLst/>
            <a:rect l="l" t="t" r="r" b="b"/>
            <a:pathLst>
              <a:path w="1507490" h="335279">
                <a:moveTo>
                  <a:pt x="0" y="167481"/>
                </a:moveTo>
                <a:lnTo>
                  <a:pt x="30097" y="120464"/>
                </a:lnTo>
                <a:lnTo>
                  <a:pt x="80973" y="91873"/>
                </a:lnTo>
                <a:lnTo>
                  <a:pt x="153550" y="66140"/>
                </a:lnTo>
                <a:lnTo>
                  <a:pt x="197187" y="54521"/>
                </a:lnTo>
                <a:lnTo>
                  <a:pt x="245302" y="43827"/>
                </a:lnTo>
                <a:lnTo>
                  <a:pt x="297579" y="34128"/>
                </a:lnTo>
                <a:lnTo>
                  <a:pt x="353702" y="25495"/>
                </a:lnTo>
                <a:lnTo>
                  <a:pt x="413356" y="17997"/>
                </a:lnTo>
                <a:lnTo>
                  <a:pt x="476225" y="11705"/>
                </a:lnTo>
                <a:lnTo>
                  <a:pt x="541993" y="6689"/>
                </a:lnTo>
                <a:lnTo>
                  <a:pt x="610344" y="3019"/>
                </a:lnTo>
                <a:lnTo>
                  <a:pt x="680963" y="766"/>
                </a:lnTo>
                <a:lnTo>
                  <a:pt x="753533" y="0"/>
                </a:lnTo>
                <a:lnTo>
                  <a:pt x="826104" y="766"/>
                </a:lnTo>
                <a:lnTo>
                  <a:pt x="896722" y="3019"/>
                </a:lnTo>
                <a:lnTo>
                  <a:pt x="965073" y="6689"/>
                </a:lnTo>
                <a:lnTo>
                  <a:pt x="1030841" y="11705"/>
                </a:lnTo>
                <a:lnTo>
                  <a:pt x="1093710" y="17997"/>
                </a:lnTo>
                <a:lnTo>
                  <a:pt x="1153364" y="25495"/>
                </a:lnTo>
                <a:lnTo>
                  <a:pt x="1209488" y="34128"/>
                </a:lnTo>
                <a:lnTo>
                  <a:pt x="1261765" y="43827"/>
                </a:lnTo>
                <a:lnTo>
                  <a:pt x="1309880" y="54521"/>
                </a:lnTo>
                <a:lnTo>
                  <a:pt x="1353517" y="66140"/>
                </a:lnTo>
                <a:lnTo>
                  <a:pt x="1392360" y="78614"/>
                </a:lnTo>
                <a:lnTo>
                  <a:pt x="1454402" y="105846"/>
                </a:lnTo>
                <a:lnTo>
                  <a:pt x="1493480" y="135656"/>
                </a:lnTo>
                <a:lnTo>
                  <a:pt x="1507067" y="167481"/>
                </a:lnTo>
                <a:lnTo>
                  <a:pt x="1503618" y="183611"/>
                </a:lnTo>
                <a:lnTo>
                  <a:pt x="1476969" y="214499"/>
                </a:lnTo>
                <a:lnTo>
                  <a:pt x="1426094" y="243090"/>
                </a:lnTo>
                <a:lnTo>
                  <a:pt x="1353517" y="268823"/>
                </a:lnTo>
                <a:lnTo>
                  <a:pt x="1309880" y="280442"/>
                </a:lnTo>
                <a:lnTo>
                  <a:pt x="1261765" y="291136"/>
                </a:lnTo>
                <a:lnTo>
                  <a:pt x="1209488" y="300835"/>
                </a:lnTo>
                <a:lnTo>
                  <a:pt x="1153364" y="309468"/>
                </a:lnTo>
                <a:lnTo>
                  <a:pt x="1093710" y="316966"/>
                </a:lnTo>
                <a:lnTo>
                  <a:pt x="1030841" y="323258"/>
                </a:lnTo>
                <a:lnTo>
                  <a:pt x="965073" y="328274"/>
                </a:lnTo>
                <a:lnTo>
                  <a:pt x="896722" y="331943"/>
                </a:lnTo>
                <a:lnTo>
                  <a:pt x="826104" y="334197"/>
                </a:lnTo>
                <a:lnTo>
                  <a:pt x="753533" y="334963"/>
                </a:lnTo>
                <a:lnTo>
                  <a:pt x="680963" y="334197"/>
                </a:lnTo>
                <a:lnTo>
                  <a:pt x="610344" y="331943"/>
                </a:lnTo>
                <a:lnTo>
                  <a:pt x="541993" y="328274"/>
                </a:lnTo>
                <a:lnTo>
                  <a:pt x="476225" y="323258"/>
                </a:lnTo>
                <a:lnTo>
                  <a:pt x="413356" y="316966"/>
                </a:lnTo>
                <a:lnTo>
                  <a:pt x="353702" y="309468"/>
                </a:lnTo>
                <a:lnTo>
                  <a:pt x="297579" y="300835"/>
                </a:lnTo>
                <a:lnTo>
                  <a:pt x="245302" y="291136"/>
                </a:lnTo>
                <a:lnTo>
                  <a:pt x="197187" y="280442"/>
                </a:lnTo>
                <a:lnTo>
                  <a:pt x="153550" y="268823"/>
                </a:lnTo>
                <a:lnTo>
                  <a:pt x="114707" y="256349"/>
                </a:lnTo>
                <a:lnTo>
                  <a:pt x="52665" y="229116"/>
                </a:lnTo>
                <a:lnTo>
                  <a:pt x="13587" y="199307"/>
                </a:lnTo>
                <a:lnTo>
                  <a:pt x="0" y="167481"/>
                </a:lnTo>
                <a:close/>
              </a:path>
            </a:pathLst>
          </a:custGeom>
          <a:ln w="28574">
            <a:solidFill>
              <a:srgbClr val="ECEBEB"/>
            </a:solidFill>
          </a:ln>
        </p:spPr>
        <p:txBody>
          <a:bodyPr wrap="square" lIns="0" tIns="0" rIns="0" bIns="0" rtlCol="0"/>
          <a:lstStyle/>
          <a:p>
            <a:endParaRPr/>
          </a:p>
        </p:txBody>
      </p:sp>
      <p:sp>
        <p:nvSpPr>
          <p:cNvPr id="60" name="object 60"/>
          <p:cNvSpPr txBox="1"/>
          <p:nvPr/>
        </p:nvSpPr>
        <p:spPr>
          <a:xfrm>
            <a:off x="8728799" y="4360451"/>
            <a:ext cx="561505" cy="273514"/>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用例</a:t>
            </a:r>
            <a:r>
              <a:rPr sz="1400" b="1" spc="-80" dirty="0">
                <a:latin typeface="华文新魏" panose="02010800040101010101" charset="-122"/>
                <a:cs typeface="华文新魏" panose="02010800040101010101" charset="-122"/>
              </a:rPr>
              <a:t> </a:t>
            </a:r>
            <a:r>
              <a:rPr sz="1400" b="1" dirty="0">
                <a:latin typeface="Calibri" panose="020F0502020204030204"/>
                <a:cs typeface="Calibri" panose="020F0502020204030204"/>
              </a:rPr>
              <a:t>2</a:t>
            </a:r>
            <a:endParaRPr sz="1400">
              <a:latin typeface="Calibri" panose="020F0502020204030204"/>
              <a:cs typeface="Calibri" panose="020F0502020204030204"/>
            </a:endParaRPr>
          </a:p>
        </p:txBody>
      </p:sp>
      <p:sp>
        <p:nvSpPr>
          <p:cNvPr id="61" name="object 61"/>
          <p:cNvSpPr/>
          <p:nvPr/>
        </p:nvSpPr>
        <p:spPr>
          <a:xfrm>
            <a:off x="8180748" y="5080062"/>
            <a:ext cx="1643668" cy="384083"/>
          </a:xfrm>
          <a:custGeom>
            <a:avLst/>
            <a:gdLst/>
            <a:ahLst/>
            <a:cxnLst/>
            <a:rect l="l" t="t" r="r" b="b"/>
            <a:pathLst>
              <a:path w="1507490" h="335279">
                <a:moveTo>
                  <a:pt x="753532" y="0"/>
                </a:moveTo>
                <a:lnTo>
                  <a:pt x="680962" y="766"/>
                </a:lnTo>
                <a:lnTo>
                  <a:pt x="610344" y="3019"/>
                </a:lnTo>
                <a:lnTo>
                  <a:pt x="541992" y="6689"/>
                </a:lnTo>
                <a:lnTo>
                  <a:pt x="476225" y="11705"/>
                </a:lnTo>
                <a:lnTo>
                  <a:pt x="413356" y="17997"/>
                </a:lnTo>
                <a:lnTo>
                  <a:pt x="353702" y="25494"/>
                </a:lnTo>
                <a:lnTo>
                  <a:pt x="297578" y="34128"/>
                </a:lnTo>
                <a:lnTo>
                  <a:pt x="245301" y="43826"/>
                </a:lnTo>
                <a:lnTo>
                  <a:pt x="197187" y="54520"/>
                </a:lnTo>
                <a:lnTo>
                  <a:pt x="153550" y="66140"/>
                </a:lnTo>
                <a:lnTo>
                  <a:pt x="114707" y="78614"/>
                </a:lnTo>
                <a:lnTo>
                  <a:pt x="52665" y="105846"/>
                </a:lnTo>
                <a:lnTo>
                  <a:pt x="13587" y="135655"/>
                </a:lnTo>
                <a:lnTo>
                  <a:pt x="0" y="167481"/>
                </a:lnTo>
                <a:lnTo>
                  <a:pt x="3449" y="183610"/>
                </a:lnTo>
                <a:lnTo>
                  <a:pt x="30097" y="214498"/>
                </a:lnTo>
                <a:lnTo>
                  <a:pt x="80973" y="243089"/>
                </a:lnTo>
                <a:lnTo>
                  <a:pt x="153550" y="268822"/>
                </a:lnTo>
                <a:lnTo>
                  <a:pt x="197187" y="280442"/>
                </a:lnTo>
                <a:lnTo>
                  <a:pt x="245301" y="291136"/>
                </a:lnTo>
                <a:lnTo>
                  <a:pt x="297578" y="300835"/>
                </a:lnTo>
                <a:lnTo>
                  <a:pt x="353702" y="309468"/>
                </a:lnTo>
                <a:lnTo>
                  <a:pt x="413356" y="316966"/>
                </a:lnTo>
                <a:lnTo>
                  <a:pt x="476225" y="323258"/>
                </a:lnTo>
                <a:lnTo>
                  <a:pt x="541992" y="328274"/>
                </a:lnTo>
                <a:lnTo>
                  <a:pt x="610344" y="331943"/>
                </a:lnTo>
                <a:lnTo>
                  <a:pt x="680962" y="334197"/>
                </a:lnTo>
                <a:lnTo>
                  <a:pt x="753532" y="334963"/>
                </a:lnTo>
                <a:lnTo>
                  <a:pt x="826103" y="334197"/>
                </a:lnTo>
                <a:lnTo>
                  <a:pt x="896721" y="331943"/>
                </a:lnTo>
                <a:lnTo>
                  <a:pt x="965072" y="328274"/>
                </a:lnTo>
                <a:lnTo>
                  <a:pt x="1030840" y="323258"/>
                </a:lnTo>
                <a:lnTo>
                  <a:pt x="1093709" y="316966"/>
                </a:lnTo>
                <a:lnTo>
                  <a:pt x="1153363" y="309468"/>
                </a:lnTo>
                <a:lnTo>
                  <a:pt x="1209487" y="300835"/>
                </a:lnTo>
                <a:lnTo>
                  <a:pt x="1261764" y="291136"/>
                </a:lnTo>
                <a:lnTo>
                  <a:pt x="1309879" y="280442"/>
                </a:lnTo>
                <a:lnTo>
                  <a:pt x="1353516" y="268822"/>
                </a:lnTo>
                <a:lnTo>
                  <a:pt x="1392359" y="256348"/>
                </a:lnTo>
                <a:lnTo>
                  <a:pt x="1454401" y="229116"/>
                </a:lnTo>
                <a:lnTo>
                  <a:pt x="1493479" y="199306"/>
                </a:lnTo>
                <a:lnTo>
                  <a:pt x="1507067" y="167481"/>
                </a:lnTo>
                <a:lnTo>
                  <a:pt x="1503617" y="151351"/>
                </a:lnTo>
                <a:lnTo>
                  <a:pt x="1476969" y="120463"/>
                </a:lnTo>
                <a:lnTo>
                  <a:pt x="1426093" y="91872"/>
                </a:lnTo>
                <a:lnTo>
                  <a:pt x="1353516" y="66140"/>
                </a:lnTo>
                <a:lnTo>
                  <a:pt x="1309879" y="54520"/>
                </a:lnTo>
                <a:lnTo>
                  <a:pt x="1261764" y="43826"/>
                </a:lnTo>
                <a:lnTo>
                  <a:pt x="1209487" y="34128"/>
                </a:lnTo>
                <a:lnTo>
                  <a:pt x="1153363" y="25494"/>
                </a:lnTo>
                <a:lnTo>
                  <a:pt x="1093709" y="17997"/>
                </a:lnTo>
                <a:lnTo>
                  <a:pt x="1030840" y="11705"/>
                </a:lnTo>
                <a:lnTo>
                  <a:pt x="965072" y="6689"/>
                </a:lnTo>
                <a:lnTo>
                  <a:pt x="896721" y="3019"/>
                </a:lnTo>
                <a:lnTo>
                  <a:pt x="826103" y="766"/>
                </a:lnTo>
                <a:lnTo>
                  <a:pt x="753532" y="0"/>
                </a:lnTo>
                <a:close/>
              </a:path>
            </a:pathLst>
          </a:custGeom>
          <a:solidFill>
            <a:srgbClr val="F2913F"/>
          </a:solidFill>
        </p:spPr>
        <p:txBody>
          <a:bodyPr wrap="square" lIns="0" tIns="0" rIns="0" bIns="0" rtlCol="0"/>
          <a:lstStyle/>
          <a:p>
            <a:endParaRPr/>
          </a:p>
        </p:txBody>
      </p:sp>
      <p:sp>
        <p:nvSpPr>
          <p:cNvPr id="62" name="object 62"/>
          <p:cNvSpPr/>
          <p:nvPr/>
        </p:nvSpPr>
        <p:spPr>
          <a:xfrm>
            <a:off x="8180748" y="5080062"/>
            <a:ext cx="1643668" cy="384083"/>
          </a:xfrm>
          <a:custGeom>
            <a:avLst/>
            <a:gdLst/>
            <a:ahLst/>
            <a:cxnLst/>
            <a:rect l="l" t="t" r="r" b="b"/>
            <a:pathLst>
              <a:path w="1507490" h="335279">
                <a:moveTo>
                  <a:pt x="0" y="167481"/>
                </a:moveTo>
                <a:lnTo>
                  <a:pt x="30097" y="120464"/>
                </a:lnTo>
                <a:lnTo>
                  <a:pt x="80973" y="91873"/>
                </a:lnTo>
                <a:lnTo>
                  <a:pt x="153550" y="66140"/>
                </a:lnTo>
                <a:lnTo>
                  <a:pt x="197187" y="54521"/>
                </a:lnTo>
                <a:lnTo>
                  <a:pt x="245302" y="43827"/>
                </a:lnTo>
                <a:lnTo>
                  <a:pt x="297579" y="34128"/>
                </a:lnTo>
                <a:lnTo>
                  <a:pt x="353702" y="25495"/>
                </a:lnTo>
                <a:lnTo>
                  <a:pt x="413356" y="17997"/>
                </a:lnTo>
                <a:lnTo>
                  <a:pt x="476225" y="11705"/>
                </a:lnTo>
                <a:lnTo>
                  <a:pt x="541993" y="6689"/>
                </a:lnTo>
                <a:lnTo>
                  <a:pt x="610344" y="3019"/>
                </a:lnTo>
                <a:lnTo>
                  <a:pt x="680963" y="766"/>
                </a:lnTo>
                <a:lnTo>
                  <a:pt x="753533" y="0"/>
                </a:lnTo>
                <a:lnTo>
                  <a:pt x="826104" y="766"/>
                </a:lnTo>
                <a:lnTo>
                  <a:pt x="896722" y="3019"/>
                </a:lnTo>
                <a:lnTo>
                  <a:pt x="965073" y="6689"/>
                </a:lnTo>
                <a:lnTo>
                  <a:pt x="1030841" y="11705"/>
                </a:lnTo>
                <a:lnTo>
                  <a:pt x="1093710" y="17997"/>
                </a:lnTo>
                <a:lnTo>
                  <a:pt x="1153364" y="25495"/>
                </a:lnTo>
                <a:lnTo>
                  <a:pt x="1209488" y="34128"/>
                </a:lnTo>
                <a:lnTo>
                  <a:pt x="1261765" y="43827"/>
                </a:lnTo>
                <a:lnTo>
                  <a:pt x="1309880" y="54521"/>
                </a:lnTo>
                <a:lnTo>
                  <a:pt x="1353517" y="66140"/>
                </a:lnTo>
                <a:lnTo>
                  <a:pt x="1392360" y="78614"/>
                </a:lnTo>
                <a:lnTo>
                  <a:pt x="1454402" y="105846"/>
                </a:lnTo>
                <a:lnTo>
                  <a:pt x="1493480" y="135656"/>
                </a:lnTo>
                <a:lnTo>
                  <a:pt x="1507067" y="167481"/>
                </a:lnTo>
                <a:lnTo>
                  <a:pt x="1503618" y="183611"/>
                </a:lnTo>
                <a:lnTo>
                  <a:pt x="1476969" y="214499"/>
                </a:lnTo>
                <a:lnTo>
                  <a:pt x="1426094" y="243090"/>
                </a:lnTo>
                <a:lnTo>
                  <a:pt x="1353517" y="268823"/>
                </a:lnTo>
                <a:lnTo>
                  <a:pt x="1309880" y="280442"/>
                </a:lnTo>
                <a:lnTo>
                  <a:pt x="1261765" y="291136"/>
                </a:lnTo>
                <a:lnTo>
                  <a:pt x="1209488" y="300835"/>
                </a:lnTo>
                <a:lnTo>
                  <a:pt x="1153364" y="309468"/>
                </a:lnTo>
                <a:lnTo>
                  <a:pt x="1093710" y="316966"/>
                </a:lnTo>
                <a:lnTo>
                  <a:pt x="1030841" y="323258"/>
                </a:lnTo>
                <a:lnTo>
                  <a:pt x="965073" y="328274"/>
                </a:lnTo>
                <a:lnTo>
                  <a:pt x="896722" y="331943"/>
                </a:lnTo>
                <a:lnTo>
                  <a:pt x="826104" y="334197"/>
                </a:lnTo>
                <a:lnTo>
                  <a:pt x="753533" y="334963"/>
                </a:lnTo>
                <a:lnTo>
                  <a:pt x="680963" y="334197"/>
                </a:lnTo>
                <a:lnTo>
                  <a:pt x="610344" y="331943"/>
                </a:lnTo>
                <a:lnTo>
                  <a:pt x="541993" y="328274"/>
                </a:lnTo>
                <a:lnTo>
                  <a:pt x="476225" y="323258"/>
                </a:lnTo>
                <a:lnTo>
                  <a:pt x="413356" y="316966"/>
                </a:lnTo>
                <a:lnTo>
                  <a:pt x="353702" y="309468"/>
                </a:lnTo>
                <a:lnTo>
                  <a:pt x="297579" y="300835"/>
                </a:lnTo>
                <a:lnTo>
                  <a:pt x="245302" y="291136"/>
                </a:lnTo>
                <a:lnTo>
                  <a:pt x="197187" y="280442"/>
                </a:lnTo>
                <a:lnTo>
                  <a:pt x="153550" y="268823"/>
                </a:lnTo>
                <a:lnTo>
                  <a:pt x="114707" y="256349"/>
                </a:lnTo>
                <a:lnTo>
                  <a:pt x="52665" y="229117"/>
                </a:lnTo>
                <a:lnTo>
                  <a:pt x="13587" y="199307"/>
                </a:lnTo>
                <a:lnTo>
                  <a:pt x="0" y="167481"/>
                </a:lnTo>
                <a:close/>
              </a:path>
            </a:pathLst>
          </a:custGeom>
          <a:ln w="28574">
            <a:solidFill>
              <a:srgbClr val="ECEBEB"/>
            </a:solidFill>
          </a:ln>
        </p:spPr>
        <p:txBody>
          <a:bodyPr wrap="square" lIns="0" tIns="0" rIns="0" bIns="0" rtlCol="0"/>
          <a:lstStyle/>
          <a:p>
            <a:endParaRPr/>
          </a:p>
        </p:txBody>
      </p:sp>
      <p:sp>
        <p:nvSpPr>
          <p:cNvPr id="63" name="object 63"/>
          <p:cNvSpPr txBox="1"/>
          <p:nvPr/>
        </p:nvSpPr>
        <p:spPr>
          <a:xfrm>
            <a:off x="8742646" y="5135164"/>
            <a:ext cx="513733" cy="273514"/>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华文新魏" panose="02010800040101010101" charset="-122"/>
                <a:cs typeface="华文新魏" panose="02010800040101010101" charset="-122"/>
              </a:rPr>
              <a:t>用例</a:t>
            </a:r>
            <a:r>
              <a:rPr sz="1400" b="1" spc="-5" dirty="0">
                <a:latin typeface="Calibri" panose="020F0502020204030204"/>
                <a:cs typeface="Calibri" panose="020F0502020204030204"/>
              </a:rPr>
              <a:t>3</a:t>
            </a:r>
            <a:endParaRPr sz="1400">
              <a:latin typeface="Calibri" panose="020F0502020204030204"/>
              <a:cs typeface="Calibri" panose="020F0502020204030204"/>
            </a:endParaRPr>
          </a:p>
        </p:txBody>
      </p:sp>
      <p:sp>
        <p:nvSpPr>
          <p:cNvPr id="66" name="标题 65"/>
          <p:cNvSpPr>
            <a:spLocks noGrp="1"/>
          </p:cNvSpPr>
          <p:nvPr>
            <p:ph type="title"/>
          </p:nvPr>
        </p:nvSpPr>
        <p:spPr>
          <a:xfrm>
            <a:off x="53231" y="405131"/>
            <a:ext cx="12085538" cy="1325563"/>
          </a:xfrm>
        </p:spPr>
        <p:txBody>
          <a:bodyPr/>
          <a:lstStyle/>
          <a:p>
            <a:r>
              <a:rPr lang="zh-CN" altLang="en-US" dirty="0"/>
              <a:t>为什么需要用例建模</a:t>
            </a:r>
            <a:r>
              <a:rPr lang="en-US" altLang="zh-CN" dirty="0"/>
              <a:t>——</a:t>
            </a:r>
            <a:r>
              <a:rPr lang="zh-CN" altLang="en-US" dirty="0"/>
              <a:t>描述系统的</a:t>
            </a:r>
            <a:r>
              <a:rPr lang="zh-CN" altLang="en-US" dirty="0">
                <a:solidFill>
                  <a:srgbClr val="FF0000"/>
                </a:solidFill>
              </a:rPr>
              <a:t>功能性需求</a:t>
            </a:r>
          </a:p>
        </p:txBody>
      </p:sp>
      <p:sp>
        <p:nvSpPr>
          <p:cNvPr id="68" name="灯片编号占位符 67"/>
          <p:cNvSpPr>
            <a:spLocks noGrp="1"/>
          </p:cNvSpPr>
          <p:nvPr>
            <p:ph type="sldNum" sz="quarter" idx="12"/>
          </p:nvPr>
        </p:nvSpPr>
        <p:spPr/>
        <p:txBody>
          <a:bodyPr/>
          <a:lstStyle/>
          <a:p>
            <a:fld id="{74D2AB8B-5816-41F2-8B4B-CA5C3E4E6A65}" type="slidenum">
              <a:rPr lang="zh-CN" altLang="en-US" smtClean="0"/>
              <a:t>21</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2670"/>
    </mc:Choice>
    <mc:Fallback xmlns="">
      <p:transition spd="slow" advTm="726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p:bldP spid="53" grpId="0" animBg="1"/>
      <p:bldP spid="54" grpId="0" animBg="1"/>
      <p:bldP spid="55" grpId="0" animBg="1"/>
      <p:bldP spid="5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6247159" y="1626566"/>
            <a:ext cx="3454400" cy="2825750"/>
          </a:xfrm>
          <a:custGeom>
            <a:avLst/>
            <a:gdLst/>
            <a:ahLst/>
            <a:cxnLst/>
            <a:rect l="l" t="t" r="r" b="b"/>
            <a:pathLst>
              <a:path w="3454400" h="2825750">
                <a:moveTo>
                  <a:pt x="0" y="0"/>
                </a:moveTo>
                <a:lnTo>
                  <a:pt x="3454400" y="0"/>
                </a:lnTo>
                <a:lnTo>
                  <a:pt x="3454400" y="2825748"/>
                </a:lnTo>
                <a:lnTo>
                  <a:pt x="0" y="2825748"/>
                </a:lnTo>
                <a:lnTo>
                  <a:pt x="0" y="0"/>
                </a:lnTo>
                <a:close/>
              </a:path>
            </a:pathLst>
          </a:custGeom>
          <a:solidFill>
            <a:srgbClr val="EEEEEE"/>
          </a:solidFill>
        </p:spPr>
        <p:txBody>
          <a:bodyPr wrap="square" lIns="0" tIns="0" rIns="0" bIns="0" rtlCol="0"/>
          <a:lstStyle/>
          <a:p>
            <a:endParaRPr/>
          </a:p>
        </p:txBody>
      </p:sp>
      <p:sp>
        <p:nvSpPr>
          <p:cNvPr id="7" name="object 7"/>
          <p:cNvSpPr/>
          <p:nvPr/>
        </p:nvSpPr>
        <p:spPr>
          <a:xfrm>
            <a:off x="6247159" y="1626566"/>
            <a:ext cx="3454400" cy="2825750"/>
          </a:xfrm>
          <a:custGeom>
            <a:avLst/>
            <a:gdLst/>
            <a:ahLst/>
            <a:cxnLst/>
            <a:rect l="l" t="t" r="r" b="b"/>
            <a:pathLst>
              <a:path w="3454400" h="2825750">
                <a:moveTo>
                  <a:pt x="0" y="0"/>
                </a:moveTo>
                <a:lnTo>
                  <a:pt x="3454399" y="0"/>
                </a:lnTo>
                <a:lnTo>
                  <a:pt x="3454399" y="2825749"/>
                </a:lnTo>
                <a:lnTo>
                  <a:pt x="0" y="2825749"/>
                </a:lnTo>
                <a:lnTo>
                  <a:pt x="0" y="0"/>
                </a:lnTo>
                <a:close/>
              </a:path>
            </a:pathLst>
          </a:custGeom>
          <a:ln w="19049">
            <a:solidFill>
              <a:srgbClr val="ECEBEB"/>
            </a:solidFill>
          </a:ln>
        </p:spPr>
        <p:txBody>
          <a:bodyPr wrap="square" lIns="0" tIns="0" rIns="0" bIns="0" rtlCol="0"/>
          <a:lstStyle/>
          <a:p>
            <a:endParaRPr/>
          </a:p>
        </p:txBody>
      </p:sp>
      <p:sp>
        <p:nvSpPr>
          <p:cNvPr id="8" name="object 8"/>
          <p:cNvSpPr/>
          <p:nvPr/>
        </p:nvSpPr>
        <p:spPr>
          <a:xfrm>
            <a:off x="7095942" y="1848893"/>
            <a:ext cx="1733550" cy="421005"/>
          </a:xfrm>
          <a:custGeom>
            <a:avLst/>
            <a:gdLst/>
            <a:ahLst/>
            <a:cxnLst/>
            <a:rect l="l" t="t" r="r" b="b"/>
            <a:pathLst>
              <a:path w="1733550" h="421005">
                <a:moveTo>
                  <a:pt x="866776" y="0"/>
                </a:moveTo>
                <a:lnTo>
                  <a:pt x="795687" y="697"/>
                </a:lnTo>
                <a:lnTo>
                  <a:pt x="726180" y="2753"/>
                </a:lnTo>
                <a:lnTo>
                  <a:pt x="658479" y="6113"/>
                </a:lnTo>
                <a:lnTo>
                  <a:pt x="592807" y="10723"/>
                </a:lnTo>
                <a:lnTo>
                  <a:pt x="529387" y="16529"/>
                </a:lnTo>
                <a:lnTo>
                  <a:pt x="468442" y="23477"/>
                </a:lnTo>
                <a:lnTo>
                  <a:pt x="410195" y="31514"/>
                </a:lnTo>
                <a:lnTo>
                  <a:pt x="354869" y="40583"/>
                </a:lnTo>
                <a:lnTo>
                  <a:pt x="302687" y="50633"/>
                </a:lnTo>
                <a:lnTo>
                  <a:pt x="253872" y="61607"/>
                </a:lnTo>
                <a:lnTo>
                  <a:pt x="208648" y="73453"/>
                </a:lnTo>
                <a:lnTo>
                  <a:pt x="167237" y="86117"/>
                </a:lnTo>
                <a:lnTo>
                  <a:pt x="129862" y="99543"/>
                </a:lnTo>
                <a:lnTo>
                  <a:pt x="68115" y="128468"/>
                </a:lnTo>
                <a:lnTo>
                  <a:pt x="25190" y="159795"/>
                </a:lnTo>
                <a:lnTo>
                  <a:pt x="2873" y="193092"/>
                </a:lnTo>
                <a:lnTo>
                  <a:pt x="0" y="210343"/>
                </a:lnTo>
                <a:lnTo>
                  <a:pt x="2873" y="227595"/>
                </a:lnTo>
                <a:lnTo>
                  <a:pt x="25190" y="260891"/>
                </a:lnTo>
                <a:lnTo>
                  <a:pt x="68115" y="292218"/>
                </a:lnTo>
                <a:lnTo>
                  <a:pt x="129862" y="321143"/>
                </a:lnTo>
                <a:lnTo>
                  <a:pt x="167237" y="334569"/>
                </a:lnTo>
                <a:lnTo>
                  <a:pt x="208648" y="347233"/>
                </a:lnTo>
                <a:lnTo>
                  <a:pt x="253872" y="359079"/>
                </a:lnTo>
                <a:lnTo>
                  <a:pt x="302687" y="370053"/>
                </a:lnTo>
                <a:lnTo>
                  <a:pt x="354869" y="380103"/>
                </a:lnTo>
                <a:lnTo>
                  <a:pt x="410195" y="389173"/>
                </a:lnTo>
                <a:lnTo>
                  <a:pt x="468442" y="397209"/>
                </a:lnTo>
                <a:lnTo>
                  <a:pt x="529387" y="404157"/>
                </a:lnTo>
                <a:lnTo>
                  <a:pt x="592807" y="409964"/>
                </a:lnTo>
                <a:lnTo>
                  <a:pt x="658479" y="414574"/>
                </a:lnTo>
                <a:lnTo>
                  <a:pt x="726180" y="417934"/>
                </a:lnTo>
                <a:lnTo>
                  <a:pt x="795687" y="419990"/>
                </a:lnTo>
                <a:lnTo>
                  <a:pt x="866776" y="420687"/>
                </a:lnTo>
                <a:lnTo>
                  <a:pt x="937865" y="419990"/>
                </a:lnTo>
                <a:lnTo>
                  <a:pt x="1007371" y="417934"/>
                </a:lnTo>
                <a:lnTo>
                  <a:pt x="1075072" y="414574"/>
                </a:lnTo>
                <a:lnTo>
                  <a:pt x="1140744" y="409964"/>
                </a:lnTo>
                <a:lnTo>
                  <a:pt x="1204164" y="404157"/>
                </a:lnTo>
                <a:lnTo>
                  <a:pt x="1265109" y="397209"/>
                </a:lnTo>
                <a:lnTo>
                  <a:pt x="1323356" y="389173"/>
                </a:lnTo>
                <a:lnTo>
                  <a:pt x="1378682" y="380103"/>
                </a:lnTo>
                <a:lnTo>
                  <a:pt x="1430864" y="370053"/>
                </a:lnTo>
                <a:lnTo>
                  <a:pt x="1479679" y="359079"/>
                </a:lnTo>
                <a:lnTo>
                  <a:pt x="1524903" y="347233"/>
                </a:lnTo>
                <a:lnTo>
                  <a:pt x="1566314" y="334569"/>
                </a:lnTo>
                <a:lnTo>
                  <a:pt x="1603688" y="321143"/>
                </a:lnTo>
                <a:lnTo>
                  <a:pt x="1665435" y="292218"/>
                </a:lnTo>
                <a:lnTo>
                  <a:pt x="1708360" y="260891"/>
                </a:lnTo>
                <a:lnTo>
                  <a:pt x="1730677" y="227595"/>
                </a:lnTo>
                <a:lnTo>
                  <a:pt x="1733551" y="210343"/>
                </a:lnTo>
                <a:lnTo>
                  <a:pt x="1730677" y="193092"/>
                </a:lnTo>
                <a:lnTo>
                  <a:pt x="1708360" y="159795"/>
                </a:lnTo>
                <a:lnTo>
                  <a:pt x="1665435" y="128468"/>
                </a:lnTo>
                <a:lnTo>
                  <a:pt x="1603688" y="99543"/>
                </a:lnTo>
                <a:lnTo>
                  <a:pt x="1566314" y="86117"/>
                </a:lnTo>
                <a:lnTo>
                  <a:pt x="1524903" y="73453"/>
                </a:lnTo>
                <a:lnTo>
                  <a:pt x="1479679" y="61607"/>
                </a:lnTo>
                <a:lnTo>
                  <a:pt x="1430864" y="50633"/>
                </a:lnTo>
                <a:lnTo>
                  <a:pt x="1378682" y="40583"/>
                </a:lnTo>
                <a:lnTo>
                  <a:pt x="1323356" y="31514"/>
                </a:lnTo>
                <a:lnTo>
                  <a:pt x="1265109" y="23477"/>
                </a:lnTo>
                <a:lnTo>
                  <a:pt x="1204164" y="16529"/>
                </a:lnTo>
                <a:lnTo>
                  <a:pt x="1140744" y="10723"/>
                </a:lnTo>
                <a:lnTo>
                  <a:pt x="1075072" y="6113"/>
                </a:lnTo>
                <a:lnTo>
                  <a:pt x="1007371" y="2753"/>
                </a:lnTo>
                <a:lnTo>
                  <a:pt x="937865" y="697"/>
                </a:lnTo>
                <a:lnTo>
                  <a:pt x="866776" y="0"/>
                </a:lnTo>
                <a:close/>
              </a:path>
            </a:pathLst>
          </a:custGeom>
          <a:solidFill>
            <a:srgbClr val="F2913F"/>
          </a:solidFill>
        </p:spPr>
        <p:txBody>
          <a:bodyPr wrap="square" lIns="0" tIns="0" rIns="0" bIns="0" rtlCol="0"/>
          <a:lstStyle/>
          <a:p>
            <a:endParaRPr/>
          </a:p>
        </p:txBody>
      </p:sp>
      <p:sp>
        <p:nvSpPr>
          <p:cNvPr id="9" name="object 9"/>
          <p:cNvSpPr/>
          <p:nvPr/>
        </p:nvSpPr>
        <p:spPr>
          <a:xfrm>
            <a:off x="7095941" y="1848893"/>
            <a:ext cx="1733550" cy="421005"/>
          </a:xfrm>
          <a:custGeom>
            <a:avLst/>
            <a:gdLst/>
            <a:ahLst/>
            <a:cxnLst/>
            <a:rect l="l" t="t" r="r" b="b"/>
            <a:pathLst>
              <a:path w="1733550" h="421005">
                <a:moveTo>
                  <a:pt x="0" y="210344"/>
                </a:moveTo>
                <a:lnTo>
                  <a:pt x="25190" y="159795"/>
                </a:lnTo>
                <a:lnTo>
                  <a:pt x="68115" y="128468"/>
                </a:lnTo>
                <a:lnTo>
                  <a:pt x="129862" y="99543"/>
                </a:lnTo>
                <a:lnTo>
                  <a:pt x="167237" y="86117"/>
                </a:lnTo>
                <a:lnTo>
                  <a:pt x="208648" y="73454"/>
                </a:lnTo>
                <a:lnTo>
                  <a:pt x="253872" y="61608"/>
                </a:lnTo>
                <a:lnTo>
                  <a:pt x="302687" y="50633"/>
                </a:lnTo>
                <a:lnTo>
                  <a:pt x="354869" y="40584"/>
                </a:lnTo>
                <a:lnTo>
                  <a:pt x="410195" y="31514"/>
                </a:lnTo>
                <a:lnTo>
                  <a:pt x="468442" y="23478"/>
                </a:lnTo>
                <a:lnTo>
                  <a:pt x="529387" y="16529"/>
                </a:lnTo>
                <a:lnTo>
                  <a:pt x="592807" y="10723"/>
                </a:lnTo>
                <a:lnTo>
                  <a:pt x="658479" y="6113"/>
                </a:lnTo>
                <a:lnTo>
                  <a:pt x="726180" y="2753"/>
                </a:lnTo>
                <a:lnTo>
                  <a:pt x="795686" y="697"/>
                </a:lnTo>
                <a:lnTo>
                  <a:pt x="866775" y="0"/>
                </a:lnTo>
                <a:lnTo>
                  <a:pt x="937864" y="697"/>
                </a:lnTo>
                <a:lnTo>
                  <a:pt x="1007371" y="2753"/>
                </a:lnTo>
                <a:lnTo>
                  <a:pt x="1075072" y="6113"/>
                </a:lnTo>
                <a:lnTo>
                  <a:pt x="1140743" y="10723"/>
                </a:lnTo>
                <a:lnTo>
                  <a:pt x="1204164" y="16529"/>
                </a:lnTo>
                <a:lnTo>
                  <a:pt x="1265109" y="23478"/>
                </a:lnTo>
                <a:lnTo>
                  <a:pt x="1323356" y="31514"/>
                </a:lnTo>
                <a:lnTo>
                  <a:pt x="1378682" y="40584"/>
                </a:lnTo>
                <a:lnTo>
                  <a:pt x="1430864" y="50633"/>
                </a:lnTo>
                <a:lnTo>
                  <a:pt x="1479678" y="61608"/>
                </a:lnTo>
                <a:lnTo>
                  <a:pt x="1524903" y="73454"/>
                </a:lnTo>
                <a:lnTo>
                  <a:pt x="1566314" y="86117"/>
                </a:lnTo>
                <a:lnTo>
                  <a:pt x="1603688" y="99543"/>
                </a:lnTo>
                <a:lnTo>
                  <a:pt x="1665436" y="128468"/>
                </a:lnTo>
                <a:lnTo>
                  <a:pt x="1708360" y="159795"/>
                </a:lnTo>
                <a:lnTo>
                  <a:pt x="1730678" y="193092"/>
                </a:lnTo>
                <a:lnTo>
                  <a:pt x="1733551" y="210344"/>
                </a:lnTo>
                <a:lnTo>
                  <a:pt x="1730678" y="227595"/>
                </a:lnTo>
                <a:lnTo>
                  <a:pt x="1708360" y="260892"/>
                </a:lnTo>
                <a:lnTo>
                  <a:pt x="1665436" y="292219"/>
                </a:lnTo>
                <a:lnTo>
                  <a:pt x="1603688" y="321144"/>
                </a:lnTo>
                <a:lnTo>
                  <a:pt x="1566314" y="334570"/>
                </a:lnTo>
                <a:lnTo>
                  <a:pt x="1524903" y="347233"/>
                </a:lnTo>
                <a:lnTo>
                  <a:pt x="1479678" y="359079"/>
                </a:lnTo>
                <a:lnTo>
                  <a:pt x="1430864" y="370054"/>
                </a:lnTo>
                <a:lnTo>
                  <a:pt x="1378682" y="380103"/>
                </a:lnTo>
                <a:lnTo>
                  <a:pt x="1323356" y="389173"/>
                </a:lnTo>
                <a:lnTo>
                  <a:pt x="1265109" y="397209"/>
                </a:lnTo>
                <a:lnTo>
                  <a:pt x="1204164" y="404158"/>
                </a:lnTo>
                <a:lnTo>
                  <a:pt x="1140743" y="409964"/>
                </a:lnTo>
                <a:lnTo>
                  <a:pt x="1075072" y="414574"/>
                </a:lnTo>
                <a:lnTo>
                  <a:pt x="1007371" y="417934"/>
                </a:lnTo>
                <a:lnTo>
                  <a:pt x="937864" y="419990"/>
                </a:lnTo>
                <a:lnTo>
                  <a:pt x="866775" y="420687"/>
                </a:lnTo>
                <a:lnTo>
                  <a:pt x="795686" y="419990"/>
                </a:lnTo>
                <a:lnTo>
                  <a:pt x="726180" y="417934"/>
                </a:lnTo>
                <a:lnTo>
                  <a:pt x="658479" y="414574"/>
                </a:lnTo>
                <a:lnTo>
                  <a:pt x="592807" y="409964"/>
                </a:lnTo>
                <a:lnTo>
                  <a:pt x="529387" y="404158"/>
                </a:lnTo>
                <a:lnTo>
                  <a:pt x="468442" y="397209"/>
                </a:lnTo>
                <a:lnTo>
                  <a:pt x="410195" y="389173"/>
                </a:lnTo>
                <a:lnTo>
                  <a:pt x="354869" y="380103"/>
                </a:lnTo>
                <a:lnTo>
                  <a:pt x="302687" y="370054"/>
                </a:lnTo>
                <a:lnTo>
                  <a:pt x="253872" y="359079"/>
                </a:lnTo>
                <a:lnTo>
                  <a:pt x="208648" y="347233"/>
                </a:lnTo>
                <a:lnTo>
                  <a:pt x="167237" y="334570"/>
                </a:lnTo>
                <a:lnTo>
                  <a:pt x="129862" y="321144"/>
                </a:lnTo>
                <a:lnTo>
                  <a:pt x="68115" y="292219"/>
                </a:lnTo>
                <a:lnTo>
                  <a:pt x="25190" y="260892"/>
                </a:lnTo>
                <a:lnTo>
                  <a:pt x="2873" y="227595"/>
                </a:lnTo>
                <a:lnTo>
                  <a:pt x="0" y="210344"/>
                </a:lnTo>
                <a:close/>
              </a:path>
            </a:pathLst>
          </a:custGeom>
          <a:ln w="28574">
            <a:solidFill>
              <a:srgbClr val="ECEBEB"/>
            </a:solidFill>
          </a:ln>
        </p:spPr>
        <p:txBody>
          <a:bodyPr wrap="square" lIns="0" tIns="0" rIns="0" bIns="0" rtlCol="0"/>
          <a:lstStyle/>
          <a:p>
            <a:endParaRPr/>
          </a:p>
        </p:txBody>
      </p:sp>
      <p:sp>
        <p:nvSpPr>
          <p:cNvPr id="10" name="object 10"/>
          <p:cNvSpPr/>
          <p:nvPr/>
        </p:nvSpPr>
        <p:spPr>
          <a:xfrm>
            <a:off x="7112876" y="2699793"/>
            <a:ext cx="1697989" cy="421005"/>
          </a:xfrm>
          <a:custGeom>
            <a:avLst/>
            <a:gdLst/>
            <a:ahLst/>
            <a:cxnLst/>
            <a:rect l="l" t="t" r="r" b="b"/>
            <a:pathLst>
              <a:path w="1697990" h="421005">
                <a:moveTo>
                  <a:pt x="848784" y="0"/>
                </a:moveTo>
                <a:lnTo>
                  <a:pt x="775547" y="772"/>
                </a:lnTo>
                <a:lnTo>
                  <a:pt x="704041" y="3046"/>
                </a:lnTo>
                <a:lnTo>
                  <a:pt x="634519" y="6759"/>
                </a:lnTo>
                <a:lnTo>
                  <a:pt x="567237" y="11848"/>
                </a:lnTo>
                <a:lnTo>
                  <a:pt x="502449" y="18249"/>
                </a:lnTo>
                <a:lnTo>
                  <a:pt x="440410" y="25900"/>
                </a:lnTo>
                <a:lnTo>
                  <a:pt x="381376" y="34738"/>
                </a:lnTo>
                <a:lnTo>
                  <a:pt x="325599" y="44698"/>
                </a:lnTo>
                <a:lnTo>
                  <a:pt x="273337" y="55719"/>
                </a:lnTo>
                <a:lnTo>
                  <a:pt x="224842" y="67737"/>
                </a:lnTo>
                <a:lnTo>
                  <a:pt x="180371" y="80689"/>
                </a:lnTo>
                <a:lnTo>
                  <a:pt x="140177" y="94511"/>
                </a:lnTo>
                <a:lnTo>
                  <a:pt x="104516" y="109141"/>
                </a:lnTo>
                <a:lnTo>
                  <a:pt x="47810" y="140571"/>
                </a:lnTo>
                <a:lnTo>
                  <a:pt x="12292" y="174473"/>
                </a:lnTo>
                <a:lnTo>
                  <a:pt x="0" y="210343"/>
                </a:lnTo>
                <a:lnTo>
                  <a:pt x="3115" y="228492"/>
                </a:lnTo>
                <a:lnTo>
                  <a:pt x="27275" y="263442"/>
                </a:lnTo>
                <a:lnTo>
                  <a:pt x="73642" y="296171"/>
                </a:lnTo>
                <a:lnTo>
                  <a:pt x="140177" y="326175"/>
                </a:lnTo>
                <a:lnTo>
                  <a:pt x="180371" y="339997"/>
                </a:lnTo>
                <a:lnTo>
                  <a:pt x="224842" y="352949"/>
                </a:lnTo>
                <a:lnTo>
                  <a:pt x="273337" y="364967"/>
                </a:lnTo>
                <a:lnTo>
                  <a:pt x="325599" y="375988"/>
                </a:lnTo>
                <a:lnTo>
                  <a:pt x="381376" y="385948"/>
                </a:lnTo>
                <a:lnTo>
                  <a:pt x="440410" y="394786"/>
                </a:lnTo>
                <a:lnTo>
                  <a:pt x="502449" y="402437"/>
                </a:lnTo>
                <a:lnTo>
                  <a:pt x="567237" y="408839"/>
                </a:lnTo>
                <a:lnTo>
                  <a:pt x="634519" y="413928"/>
                </a:lnTo>
                <a:lnTo>
                  <a:pt x="704041" y="417641"/>
                </a:lnTo>
                <a:lnTo>
                  <a:pt x="775547" y="419915"/>
                </a:lnTo>
                <a:lnTo>
                  <a:pt x="848784" y="420687"/>
                </a:lnTo>
                <a:lnTo>
                  <a:pt x="922020" y="419915"/>
                </a:lnTo>
                <a:lnTo>
                  <a:pt x="993526" y="417641"/>
                </a:lnTo>
                <a:lnTo>
                  <a:pt x="1063048" y="413928"/>
                </a:lnTo>
                <a:lnTo>
                  <a:pt x="1130330" y="408839"/>
                </a:lnTo>
                <a:lnTo>
                  <a:pt x="1195117" y="402437"/>
                </a:lnTo>
                <a:lnTo>
                  <a:pt x="1257156" y="394786"/>
                </a:lnTo>
                <a:lnTo>
                  <a:pt x="1316191" y="385948"/>
                </a:lnTo>
                <a:lnTo>
                  <a:pt x="1371967" y="375988"/>
                </a:lnTo>
                <a:lnTo>
                  <a:pt x="1424230" y="364967"/>
                </a:lnTo>
                <a:lnTo>
                  <a:pt x="1472724" y="352949"/>
                </a:lnTo>
                <a:lnTo>
                  <a:pt x="1517196" y="339997"/>
                </a:lnTo>
                <a:lnTo>
                  <a:pt x="1557389" y="326175"/>
                </a:lnTo>
                <a:lnTo>
                  <a:pt x="1593051" y="311545"/>
                </a:lnTo>
                <a:lnTo>
                  <a:pt x="1649756" y="280115"/>
                </a:lnTo>
                <a:lnTo>
                  <a:pt x="1685274" y="246213"/>
                </a:lnTo>
                <a:lnTo>
                  <a:pt x="1697567" y="210343"/>
                </a:lnTo>
                <a:lnTo>
                  <a:pt x="1694451" y="192194"/>
                </a:lnTo>
                <a:lnTo>
                  <a:pt x="1670291" y="157244"/>
                </a:lnTo>
                <a:lnTo>
                  <a:pt x="1623924" y="124515"/>
                </a:lnTo>
                <a:lnTo>
                  <a:pt x="1557389" y="94511"/>
                </a:lnTo>
                <a:lnTo>
                  <a:pt x="1517196" y="80689"/>
                </a:lnTo>
                <a:lnTo>
                  <a:pt x="1472724" y="67737"/>
                </a:lnTo>
                <a:lnTo>
                  <a:pt x="1424230" y="55719"/>
                </a:lnTo>
                <a:lnTo>
                  <a:pt x="1371967" y="44698"/>
                </a:lnTo>
                <a:lnTo>
                  <a:pt x="1316191" y="34738"/>
                </a:lnTo>
                <a:lnTo>
                  <a:pt x="1257156" y="25900"/>
                </a:lnTo>
                <a:lnTo>
                  <a:pt x="1195117" y="18249"/>
                </a:lnTo>
                <a:lnTo>
                  <a:pt x="1130330" y="11848"/>
                </a:lnTo>
                <a:lnTo>
                  <a:pt x="1063048" y="6759"/>
                </a:lnTo>
                <a:lnTo>
                  <a:pt x="993526" y="3046"/>
                </a:lnTo>
                <a:lnTo>
                  <a:pt x="922020" y="772"/>
                </a:lnTo>
                <a:lnTo>
                  <a:pt x="848784" y="0"/>
                </a:lnTo>
                <a:close/>
              </a:path>
            </a:pathLst>
          </a:custGeom>
          <a:solidFill>
            <a:srgbClr val="F2913F"/>
          </a:solidFill>
        </p:spPr>
        <p:txBody>
          <a:bodyPr wrap="square" lIns="0" tIns="0" rIns="0" bIns="0" rtlCol="0"/>
          <a:lstStyle/>
          <a:p>
            <a:endParaRPr/>
          </a:p>
        </p:txBody>
      </p:sp>
      <p:sp>
        <p:nvSpPr>
          <p:cNvPr id="11" name="object 11"/>
          <p:cNvSpPr/>
          <p:nvPr/>
        </p:nvSpPr>
        <p:spPr>
          <a:xfrm>
            <a:off x="7112876" y="2699793"/>
            <a:ext cx="1697989" cy="421005"/>
          </a:xfrm>
          <a:custGeom>
            <a:avLst/>
            <a:gdLst/>
            <a:ahLst/>
            <a:cxnLst/>
            <a:rect l="l" t="t" r="r" b="b"/>
            <a:pathLst>
              <a:path w="1697990" h="421005">
                <a:moveTo>
                  <a:pt x="0" y="210344"/>
                </a:moveTo>
                <a:lnTo>
                  <a:pt x="27275" y="157245"/>
                </a:lnTo>
                <a:lnTo>
                  <a:pt x="73642" y="124516"/>
                </a:lnTo>
                <a:lnTo>
                  <a:pt x="140177" y="94511"/>
                </a:lnTo>
                <a:lnTo>
                  <a:pt x="180371" y="80689"/>
                </a:lnTo>
                <a:lnTo>
                  <a:pt x="224842" y="67737"/>
                </a:lnTo>
                <a:lnTo>
                  <a:pt x="273337" y="55720"/>
                </a:lnTo>
                <a:lnTo>
                  <a:pt x="325599" y="44699"/>
                </a:lnTo>
                <a:lnTo>
                  <a:pt x="381376" y="34738"/>
                </a:lnTo>
                <a:lnTo>
                  <a:pt x="440410" y="25900"/>
                </a:lnTo>
                <a:lnTo>
                  <a:pt x="502449" y="18249"/>
                </a:lnTo>
                <a:lnTo>
                  <a:pt x="567237" y="11848"/>
                </a:lnTo>
                <a:lnTo>
                  <a:pt x="634519" y="6759"/>
                </a:lnTo>
                <a:lnTo>
                  <a:pt x="704041" y="3046"/>
                </a:lnTo>
                <a:lnTo>
                  <a:pt x="775547" y="772"/>
                </a:lnTo>
                <a:lnTo>
                  <a:pt x="848783" y="0"/>
                </a:lnTo>
                <a:lnTo>
                  <a:pt x="922020" y="772"/>
                </a:lnTo>
                <a:lnTo>
                  <a:pt x="993526" y="3046"/>
                </a:lnTo>
                <a:lnTo>
                  <a:pt x="1063048" y="6759"/>
                </a:lnTo>
                <a:lnTo>
                  <a:pt x="1130330" y="11848"/>
                </a:lnTo>
                <a:lnTo>
                  <a:pt x="1195118" y="18249"/>
                </a:lnTo>
                <a:lnTo>
                  <a:pt x="1257156" y="25900"/>
                </a:lnTo>
                <a:lnTo>
                  <a:pt x="1316191" y="34738"/>
                </a:lnTo>
                <a:lnTo>
                  <a:pt x="1371967" y="44699"/>
                </a:lnTo>
                <a:lnTo>
                  <a:pt x="1424230" y="55720"/>
                </a:lnTo>
                <a:lnTo>
                  <a:pt x="1472724" y="67737"/>
                </a:lnTo>
                <a:lnTo>
                  <a:pt x="1517196" y="80689"/>
                </a:lnTo>
                <a:lnTo>
                  <a:pt x="1557390" y="94511"/>
                </a:lnTo>
                <a:lnTo>
                  <a:pt x="1593051" y="109141"/>
                </a:lnTo>
                <a:lnTo>
                  <a:pt x="1649757" y="140571"/>
                </a:lnTo>
                <a:lnTo>
                  <a:pt x="1685275" y="174474"/>
                </a:lnTo>
                <a:lnTo>
                  <a:pt x="1697567" y="210344"/>
                </a:lnTo>
                <a:lnTo>
                  <a:pt x="1694451" y="228493"/>
                </a:lnTo>
                <a:lnTo>
                  <a:pt x="1670291" y="263442"/>
                </a:lnTo>
                <a:lnTo>
                  <a:pt x="1623925" y="296171"/>
                </a:lnTo>
                <a:lnTo>
                  <a:pt x="1557390" y="326176"/>
                </a:lnTo>
                <a:lnTo>
                  <a:pt x="1517196" y="339998"/>
                </a:lnTo>
                <a:lnTo>
                  <a:pt x="1472724" y="352950"/>
                </a:lnTo>
                <a:lnTo>
                  <a:pt x="1424230" y="364967"/>
                </a:lnTo>
                <a:lnTo>
                  <a:pt x="1371967" y="375988"/>
                </a:lnTo>
                <a:lnTo>
                  <a:pt x="1316191" y="385949"/>
                </a:lnTo>
                <a:lnTo>
                  <a:pt x="1257156" y="394786"/>
                </a:lnTo>
                <a:lnTo>
                  <a:pt x="1195118" y="402437"/>
                </a:lnTo>
                <a:lnTo>
                  <a:pt x="1130330" y="408839"/>
                </a:lnTo>
                <a:lnTo>
                  <a:pt x="1063048" y="413928"/>
                </a:lnTo>
                <a:lnTo>
                  <a:pt x="993526" y="417641"/>
                </a:lnTo>
                <a:lnTo>
                  <a:pt x="922020" y="419915"/>
                </a:lnTo>
                <a:lnTo>
                  <a:pt x="848783" y="420687"/>
                </a:lnTo>
                <a:lnTo>
                  <a:pt x="775547" y="419915"/>
                </a:lnTo>
                <a:lnTo>
                  <a:pt x="704041" y="417641"/>
                </a:lnTo>
                <a:lnTo>
                  <a:pt x="634519" y="413928"/>
                </a:lnTo>
                <a:lnTo>
                  <a:pt x="567237" y="408839"/>
                </a:lnTo>
                <a:lnTo>
                  <a:pt x="502449" y="402437"/>
                </a:lnTo>
                <a:lnTo>
                  <a:pt x="440410" y="394786"/>
                </a:lnTo>
                <a:lnTo>
                  <a:pt x="381376" y="385949"/>
                </a:lnTo>
                <a:lnTo>
                  <a:pt x="325599" y="375988"/>
                </a:lnTo>
                <a:lnTo>
                  <a:pt x="273337" y="364967"/>
                </a:lnTo>
                <a:lnTo>
                  <a:pt x="224842" y="352950"/>
                </a:lnTo>
                <a:lnTo>
                  <a:pt x="180371" y="339998"/>
                </a:lnTo>
                <a:lnTo>
                  <a:pt x="140177" y="326176"/>
                </a:lnTo>
                <a:lnTo>
                  <a:pt x="104516" y="311546"/>
                </a:lnTo>
                <a:lnTo>
                  <a:pt x="47810" y="280116"/>
                </a:lnTo>
                <a:lnTo>
                  <a:pt x="12292" y="246213"/>
                </a:lnTo>
                <a:lnTo>
                  <a:pt x="0" y="210344"/>
                </a:lnTo>
                <a:close/>
              </a:path>
            </a:pathLst>
          </a:custGeom>
          <a:ln w="28574">
            <a:solidFill>
              <a:srgbClr val="ECEBEB"/>
            </a:solidFill>
          </a:ln>
        </p:spPr>
        <p:txBody>
          <a:bodyPr wrap="square" lIns="0" tIns="0" rIns="0" bIns="0" rtlCol="0"/>
          <a:lstStyle/>
          <a:p>
            <a:endParaRPr/>
          </a:p>
        </p:txBody>
      </p:sp>
      <p:sp>
        <p:nvSpPr>
          <p:cNvPr id="12" name="object 12"/>
          <p:cNvSpPr txBox="1"/>
          <p:nvPr/>
        </p:nvSpPr>
        <p:spPr>
          <a:xfrm>
            <a:off x="7567218" y="2790755"/>
            <a:ext cx="79565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Calibri" panose="020F0502020204030204"/>
                <a:cs typeface="Calibri" panose="020F0502020204030204"/>
              </a:rPr>
              <a:t>Use case</a:t>
            </a:r>
            <a:r>
              <a:rPr sz="1400" b="1" spc="-90" dirty="0">
                <a:latin typeface="Calibri" panose="020F0502020204030204"/>
                <a:cs typeface="Calibri" panose="020F0502020204030204"/>
              </a:rPr>
              <a:t> </a:t>
            </a:r>
            <a:r>
              <a:rPr sz="1400" b="1" dirty="0">
                <a:latin typeface="Calibri" panose="020F0502020204030204"/>
                <a:cs typeface="Calibri" panose="020F0502020204030204"/>
              </a:rPr>
              <a:t>2</a:t>
            </a:r>
            <a:endParaRPr sz="1400">
              <a:latin typeface="Calibri" panose="020F0502020204030204"/>
              <a:cs typeface="Calibri" panose="020F0502020204030204"/>
            </a:endParaRPr>
          </a:p>
        </p:txBody>
      </p:sp>
      <p:sp>
        <p:nvSpPr>
          <p:cNvPr id="13" name="object 13"/>
          <p:cNvSpPr/>
          <p:nvPr/>
        </p:nvSpPr>
        <p:spPr>
          <a:xfrm>
            <a:off x="7095942" y="3550693"/>
            <a:ext cx="1771650" cy="422275"/>
          </a:xfrm>
          <a:custGeom>
            <a:avLst/>
            <a:gdLst/>
            <a:ahLst/>
            <a:cxnLst/>
            <a:rect l="l" t="t" r="r" b="b"/>
            <a:pathLst>
              <a:path w="1771650" h="422275">
                <a:moveTo>
                  <a:pt x="885826" y="0"/>
                </a:moveTo>
                <a:lnTo>
                  <a:pt x="813174" y="699"/>
                </a:lnTo>
                <a:lnTo>
                  <a:pt x="742140" y="2763"/>
                </a:lnTo>
                <a:lnTo>
                  <a:pt x="672952" y="6136"/>
                </a:lnTo>
                <a:lnTo>
                  <a:pt x="605836" y="10763"/>
                </a:lnTo>
                <a:lnTo>
                  <a:pt x="541022" y="16592"/>
                </a:lnTo>
                <a:lnTo>
                  <a:pt x="478738" y="23566"/>
                </a:lnTo>
                <a:lnTo>
                  <a:pt x="419210" y="31633"/>
                </a:lnTo>
                <a:lnTo>
                  <a:pt x="362668" y="40737"/>
                </a:lnTo>
                <a:lnTo>
                  <a:pt x="309340" y="50824"/>
                </a:lnTo>
                <a:lnTo>
                  <a:pt x="259452" y="61840"/>
                </a:lnTo>
                <a:lnTo>
                  <a:pt x="213234" y="73731"/>
                </a:lnTo>
                <a:lnTo>
                  <a:pt x="170913" y="86442"/>
                </a:lnTo>
                <a:lnTo>
                  <a:pt x="132717" y="99918"/>
                </a:lnTo>
                <a:lnTo>
                  <a:pt x="69612" y="128952"/>
                </a:lnTo>
                <a:lnTo>
                  <a:pt x="25744" y="160398"/>
                </a:lnTo>
                <a:lnTo>
                  <a:pt x="2936" y="193820"/>
                </a:lnTo>
                <a:lnTo>
                  <a:pt x="0" y="211137"/>
                </a:lnTo>
                <a:lnTo>
                  <a:pt x="2936" y="228453"/>
                </a:lnTo>
                <a:lnTo>
                  <a:pt x="25744" y="261876"/>
                </a:lnTo>
                <a:lnTo>
                  <a:pt x="69612" y="293321"/>
                </a:lnTo>
                <a:lnTo>
                  <a:pt x="132717" y="322355"/>
                </a:lnTo>
                <a:lnTo>
                  <a:pt x="170913" y="335832"/>
                </a:lnTo>
                <a:lnTo>
                  <a:pt x="213234" y="348543"/>
                </a:lnTo>
                <a:lnTo>
                  <a:pt x="259452" y="360434"/>
                </a:lnTo>
                <a:lnTo>
                  <a:pt x="309340" y="371450"/>
                </a:lnTo>
                <a:lnTo>
                  <a:pt x="362668" y="381537"/>
                </a:lnTo>
                <a:lnTo>
                  <a:pt x="419210" y="390641"/>
                </a:lnTo>
                <a:lnTo>
                  <a:pt x="478738" y="398708"/>
                </a:lnTo>
                <a:lnTo>
                  <a:pt x="541022" y="405682"/>
                </a:lnTo>
                <a:lnTo>
                  <a:pt x="605836" y="411511"/>
                </a:lnTo>
                <a:lnTo>
                  <a:pt x="672952" y="416138"/>
                </a:lnTo>
                <a:lnTo>
                  <a:pt x="742140" y="419511"/>
                </a:lnTo>
                <a:lnTo>
                  <a:pt x="813174" y="421575"/>
                </a:lnTo>
                <a:lnTo>
                  <a:pt x="885826" y="422275"/>
                </a:lnTo>
                <a:lnTo>
                  <a:pt x="958477" y="421575"/>
                </a:lnTo>
                <a:lnTo>
                  <a:pt x="1029511" y="419511"/>
                </a:lnTo>
                <a:lnTo>
                  <a:pt x="1098700" y="416138"/>
                </a:lnTo>
                <a:lnTo>
                  <a:pt x="1165815" y="411511"/>
                </a:lnTo>
                <a:lnTo>
                  <a:pt x="1230629" y="405682"/>
                </a:lnTo>
                <a:lnTo>
                  <a:pt x="1292914" y="398708"/>
                </a:lnTo>
                <a:lnTo>
                  <a:pt x="1352441" y="390641"/>
                </a:lnTo>
                <a:lnTo>
                  <a:pt x="1408983" y="381537"/>
                </a:lnTo>
                <a:lnTo>
                  <a:pt x="1462311" y="371450"/>
                </a:lnTo>
                <a:lnTo>
                  <a:pt x="1512199" y="360434"/>
                </a:lnTo>
                <a:lnTo>
                  <a:pt x="1558417" y="348543"/>
                </a:lnTo>
                <a:lnTo>
                  <a:pt x="1600738" y="335832"/>
                </a:lnTo>
                <a:lnTo>
                  <a:pt x="1638934" y="322355"/>
                </a:lnTo>
                <a:lnTo>
                  <a:pt x="1702038" y="293321"/>
                </a:lnTo>
                <a:lnTo>
                  <a:pt x="1745906" y="261876"/>
                </a:lnTo>
                <a:lnTo>
                  <a:pt x="1768714" y="228453"/>
                </a:lnTo>
                <a:lnTo>
                  <a:pt x="1771651" y="211137"/>
                </a:lnTo>
                <a:lnTo>
                  <a:pt x="1768714" y="193820"/>
                </a:lnTo>
                <a:lnTo>
                  <a:pt x="1745906" y="160398"/>
                </a:lnTo>
                <a:lnTo>
                  <a:pt x="1702038" y="128952"/>
                </a:lnTo>
                <a:lnTo>
                  <a:pt x="1638934" y="99918"/>
                </a:lnTo>
                <a:lnTo>
                  <a:pt x="1600738" y="86442"/>
                </a:lnTo>
                <a:lnTo>
                  <a:pt x="1558417" y="73731"/>
                </a:lnTo>
                <a:lnTo>
                  <a:pt x="1512199" y="61840"/>
                </a:lnTo>
                <a:lnTo>
                  <a:pt x="1462311" y="50824"/>
                </a:lnTo>
                <a:lnTo>
                  <a:pt x="1408983" y="40737"/>
                </a:lnTo>
                <a:lnTo>
                  <a:pt x="1352441" y="31633"/>
                </a:lnTo>
                <a:lnTo>
                  <a:pt x="1292914" y="23566"/>
                </a:lnTo>
                <a:lnTo>
                  <a:pt x="1230629" y="16592"/>
                </a:lnTo>
                <a:lnTo>
                  <a:pt x="1165815" y="10763"/>
                </a:lnTo>
                <a:lnTo>
                  <a:pt x="1098700" y="6136"/>
                </a:lnTo>
                <a:lnTo>
                  <a:pt x="1029511" y="2763"/>
                </a:lnTo>
                <a:lnTo>
                  <a:pt x="958477" y="699"/>
                </a:lnTo>
                <a:lnTo>
                  <a:pt x="885826" y="0"/>
                </a:lnTo>
                <a:close/>
              </a:path>
            </a:pathLst>
          </a:custGeom>
          <a:solidFill>
            <a:srgbClr val="F2913F"/>
          </a:solidFill>
        </p:spPr>
        <p:txBody>
          <a:bodyPr wrap="square" lIns="0" tIns="0" rIns="0" bIns="0" rtlCol="0"/>
          <a:lstStyle/>
          <a:p>
            <a:endParaRPr/>
          </a:p>
        </p:txBody>
      </p:sp>
      <p:sp>
        <p:nvSpPr>
          <p:cNvPr id="14" name="object 14"/>
          <p:cNvSpPr/>
          <p:nvPr/>
        </p:nvSpPr>
        <p:spPr>
          <a:xfrm>
            <a:off x="7095941" y="3550693"/>
            <a:ext cx="1771650" cy="422275"/>
          </a:xfrm>
          <a:custGeom>
            <a:avLst/>
            <a:gdLst/>
            <a:ahLst/>
            <a:cxnLst/>
            <a:rect l="l" t="t" r="r" b="b"/>
            <a:pathLst>
              <a:path w="1771650" h="422275">
                <a:moveTo>
                  <a:pt x="0" y="211137"/>
                </a:moveTo>
                <a:lnTo>
                  <a:pt x="25744" y="160398"/>
                </a:lnTo>
                <a:lnTo>
                  <a:pt x="69612" y="128953"/>
                </a:lnTo>
                <a:lnTo>
                  <a:pt x="132716" y="99919"/>
                </a:lnTo>
                <a:lnTo>
                  <a:pt x="170912" y="86442"/>
                </a:lnTo>
                <a:lnTo>
                  <a:pt x="213233" y="73731"/>
                </a:lnTo>
                <a:lnTo>
                  <a:pt x="259452" y="61840"/>
                </a:lnTo>
                <a:lnTo>
                  <a:pt x="309339" y="50824"/>
                </a:lnTo>
                <a:lnTo>
                  <a:pt x="362668" y="40737"/>
                </a:lnTo>
                <a:lnTo>
                  <a:pt x="419210" y="31633"/>
                </a:lnTo>
                <a:lnTo>
                  <a:pt x="478737" y="23566"/>
                </a:lnTo>
                <a:lnTo>
                  <a:pt x="541022" y="16592"/>
                </a:lnTo>
                <a:lnTo>
                  <a:pt x="605836" y="10763"/>
                </a:lnTo>
                <a:lnTo>
                  <a:pt x="672951" y="6136"/>
                </a:lnTo>
                <a:lnTo>
                  <a:pt x="742140" y="2763"/>
                </a:lnTo>
                <a:lnTo>
                  <a:pt x="813174" y="699"/>
                </a:lnTo>
                <a:lnTo>
                  <a:pt x="885825" y="0"/>
                </a:lnTo>
                <a:lnTo>
                  <a:pt x="958477" y="699"/>
                </a:lnTo>
                <a:lnTo>
                  <a:pt x="1029511" y="2763"/>
                </a:lnTo>
                <a:lnTo>
                  <a:pt x="1098699" y="6136"/>
                </a:lnTo>
                <a:lnTo>
                  <a:pt x="1165815" y="10763"/>
                </a:lnTo>
                <a:lnTo>
                  <a:pt x="1230629" y="16592"/>
                </a:lnTo>
                <a:lnTo>
                  <a:pt x="1292913" y="23566"/>
                </a:lnTo>
                <a:lnTo>
                  <a:pt x="1352441" y="31633"/>
                </a:lnTo>
                <a:lnTo>
                  <a:pt x="1408983" y="40737"/>
                </a:lnTo>
                <a:lnTo>
                  <a:pt x="1462311" y="50824"/>
                </a:lnTo>
                <a:lnTo>
                  <a:pt x="1512199" y="61840"/>
                </a:lnTo>
                <a:lnTo>
                  <a:pt x="1558417" y="73731"/>
                </a:lnTo>
                <a:lnTo>
                  <a:pt x="1600738" y="86442"/>
                </a:lnTo>
                <a:lnTo>
                  <a:pt x="1638934" y="99919"/>
                </a:lnTo>
                <a:lnTo>
                  <a:pt x="1702039" y="128953"/>
                </a:lnTo>
                <a:lnTo>
                  <a:pt x="1745907" y="160398"/>
                </a:lnTo>
                <a:lnTo>
                  <a:pt x="1768715" y="193821"/>
                </a:lnTo>
                <a:lnTo>
                  <a:pt x="1771651" y="211137"/>
                </a:lnTo>
                <a:lnTo>
                  <a:pt x="1768715" y="228454"/>
                </a:lnTo>
                <a:lnTo>
                  <a:pt x="1745907" y="261876"/>
                </a:lnTo>
                <a:lnTo>
                  <a:pt x="1702039" y="293322"/>
                </a:lnTo>
                <a:lnTo>
                  <a:pt x="1638934" y="322356"/>
                </a:lnTo>
                <a:lnTo>
                  <a:pt x="1600738" y="335833"/>
                </a:lnTo>
                <a:lnTo>
                  <a:pt x="1558417" y="348544"/>
                </a:lnTo>
                <a:lnTo>
                  <a:pt x="1512199" y="360435"/>
                </a:lnTo>
                <a:lnTo>
                  <a:pt x="1462311" y="371451"/>
                </a:lnTo>
                <a:lnTo>
                  <a:pt x="1408983" y="381538"/>
                </a:lnTo>
                <a:lnTo>
                  <a:pt x="1352441" y="390642"/>
                </a:lnTo>
                <a:lnTo>
                  <a:pt x="1292913" y="398709"/>
                </a:lnTo>
                <a:lnTo>
                  <a:pt x="1230629" y="405683"/>
                </a:lnTo>
                <a:lnTo>
                  <a:pt x="1165815" y="411511"/>
                </a:lnTo>
                <a:lnTo>
                  <a:pt x="1098699" y="416139"/>
                </a:lnTo>
                <a:lnTo>
                  <a:pt x="1029511" y="419512"/>
                </a:lnTo>
                <a:lnTo>
                  <a:pt x="958477" y="421576"/>
                </a:lnTo>
                <a:lnTo>
                  <a:pt x="885825" y="422275"/>
                </a:lnTo>
                <a:lnTo>
                  <a:pt x="813174" y="421576"/>
                </a:lnTo>
                <a:lnTo>
                  <a:pt x="742140" y="419512"/>
                </a:lnTo>
                <a:lnTo>
                  <a:pt x="672951" y="416139"/>
                </a:lnTo>
                <a:lnTo>
                  <a:pt x="605836" y="411511"/>
                </a:lnTo>
                <a:lnTo>
                  <a:pt x="541022" y="405683"/>
                </a:lnTo>
                <a:lnTo>
                  <a:pt x="478737" y="398709"/>
                </a:lnTo>
                <a:lnTo>
                  <a:pt x="419210" y="390642"/>
                </a:lnTo>
                <a:lnTo>
                  <a:pt x="362668" y="381538"/>
                </a:lnTo>
                <a:lnTo>
                  <a:pt x="309339" y="371451"/>
                </a:lnTo>
                <a:lnTo>
                  <a:pt x="259452" y="360435"/>
                </a:lnTo>
                <a:lnTo>
                  <a:pt x="213233" y="348544"/>
                </a:lnTo>
                <a:lnTo>
                  <a:pt x="170912" y="335833"/>
                </a:lnTo>
                <a:lnTo>
                  <a:pt x="132716" y="322356"/>
                </a:lnTo>
                <a:lnTo>
                  <a:pt x="69612" y="293322"/>
                </a:lnTo>
                <a:lnTo>
                  <a:pt x="25744" y="261876"/>
                </a:lnTo>
                <a:lnTo>
                  <a:pt x="2936" y="228454"/>
                </a:lnTo>
                <a:lnTo>
                  <a:pt x="0" y="211137"/>
                </a:lnTo>
                <a:close/>
              </a:path>
            </a:pathLst>
          </a:custGeom>
          <a:ln w="28574">
            <a:solidFill>
              <a:srgbClr val="ECEBEB"/>
            </a:solidFill>
          </a:ln>
        </p:spPr>
        <p:txBody>
          <a:bodyPr wrap="square" lIns="0" tIns="0" rIns="0" bIns="0" rtlCol="0"/>
          <a:lstStyle/>
          <a:p>
            <a:endParaRPr/>
          </a:p>
        </p:txBody>
      </p:sp>
      <p:sp>
        <p:nvSpPr>
          <p:cNvPr id="15" name="object 15"/>
          <p:cNvSpPr txBox="1"/>
          <p:nvPr/>
        </p:nvSpPr>
        <p:spPr>
          <a:xfrm>
            <a:off x="7586533" y="3642449"/>
            <a:ext cx="79565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Calibri" panose="020F0502020204030204"/>
                <a:cs typeface="Calibri" panose="020F0502020204030204"/>
              </a:rPr>
              <a:t>Use case</a:t>
            </a:r>
            <a:r>
              <a:rPr sz="1400" b="1" spc="-90" dirty="0">
                <a:latin typeface="Calibri" panose="020F0502020204030204"/>
                <a:cs typeface="Calibri" panose="020F0502020204030204"/>
              </a:rPr>
              <a:t> </a:t>
            </a:r>
            <a:r>
              <a:rPr sz="1400" b="1" dirty="0">
                <a:latin typeface="Calibri" panose="020F0502020204030204"/>
                <a:cs typeface="Calibri" panose="020F0502020204030204"/>
              </a:rPr>
              <a:t>3</a:t>
            </a:r>
            <a:endParaRPr sz="1400">
              <a:latin typeface="Calibri" panose="020F0502020204030204"/>
              <a:cs typeface="Calibri" panose="020F0502020204030204"/>
            </a:endParaRPr>
          </a:p>
        </p:txBody>
      </p:sp>
      <p:sp>
        <p:nvSpPr>
          <p:cNvPr id="17" name="object 17"/>
          <p:cNvSpPr txBox="1"/>
          <p:nvPr/>
        </p:nvSpPr>
        <p:spPr>
          <a:xfrm>
            <a:off x="927539" y="2690454"/>
            <a:ext cx="3041650" cy="1112520"/>
          </a:xfrm>
          <a:prstGeom prst="rect">
            <a:avLst/>
          </a:prstGeom>
        </p:spPr>
        <p:txBody>
          <a:bodyPr vert="horz" wrap="square" lIns="0" tIns="12700" rIns="0" bIns="0" rtlCol="0">
            <a:spAutoFit/>
          </a:bodyPr>
          <a:lstStyle/>
          <a:p>
            <a:pPr marL="12700">
              <a:lnSpc>
                <a:spcPts val="2130"/>
              </a:lnSpc>
              <a:spcBef>
                <a:spcPts val="100"/>
              </a:spcBef>
            </a:pPr>
            <a:r>
              <a:rPr sz="1800" dirty="0">
                <a:latin typeface="华文新魏" panose="02010800040101010101" charset="-122"/>
                <a:cs typeface="华文新魏" panose="02010800040101010101" charset="-122"/>
              </a:rPr>
              <a:t>用例模型概要</a:t>
            </a:r>
            <a:r>
              <a:rPr sz="1800" spc="-105" dirty="0">
                <a:latin typeface="Calibri" panose="020F0502020204030204"/>
                <a:cs typeface="Calibri" panose="020F0502020204030204"/>
              </a:rPr>
              <a:t>(Use-­‐case</a:t>
            </a:r>
            <a:r>
              <a:rPr sz="1800" spc="-30" dirty="0">
                <a:latin typeface="Calibri" panose="020F0502020204030204"/>
                <a:cs typeface="Calibri" panose="020F0502020204030204"/>
              </a:rPr>
              <a:t> </a:t>
            </a:r>
            <a:r>
              <a:rPr sz="1800" spc="-5" dirty="0">
                <a:latin typeface="Calibri" panose="020F0502020204030204"/>
                <a:cs typeface="Calibri" panose="020F0502020204030204"/>
              </a:rPr>
              <a:t>Survey)</a:t>
            </a:r>
            <a:endParaRPr sz="1800" dirty="0">
              <a:latin typeface="Calibri" panose="020F0502020204030204"/>
              <a:cs typeface="Calibri" panose="020F0502020204030204"/>
            </a:endParaRPr>
          </a:p>
          <a:p>
            <a:pPr marL="12700">
              <a:lnSpc>
                <a:spcPts val="2130"/>
              </a:lnSpc>
            </a:pPr>
            <a:r>
              <a:rPr sz="1800" spc="-370" dirty="0">
                <a:latin typeface="Calibri" panose="020F0502020204030204"/>
                <a:cs typeface="Calibri" panose="020F0502020204030204"/>
              </a:rPr>
              <a:t>-­‐</a:t>
            </a:r>
            <a:r>
              <a:rPr sz="1800" spc="-335" dirty="0">
                <a:latin typeface="Calibri" panose="020F0502020204030204"/>
                <a:cs typeface="Calibri" panose="020F0502020204030204"/>
              </a:rPr>
              <a:t> </a:t>
            </a:r>
            <a:r>
              <a:rPr sz="1800" dirty="0">
                <a:latin typeface="华文新魏" panose="02010800040101010101" charset="-122"/>
                <a:cs typeface="华文新魏" panose="02010800040101010101" charset="-122"/>
              </a:rPr>
              <a:t>概要描述</a:t>
            </a:r>
          </a:p>
          <a:p>
            <a:pPr marL="12700">
              <a:lnSpc>
                <a:spcPts val="2130"/>
              </a:lnSpc>
              <a:spcBef>
                <a:spcPts val="40"/>
              </a:spcBef>
            </a:pPr>
            <a:r>
              <a:rPr sz="1800" spc="-370" dirty="0">
                <a:latin typeface="Calibri" panose="020F0502020204030204"/>
                <a:cs typeface="Calibri" panose="020F0502020204030204"/>
              </a:rPr>
              <a:t>-­‐</a:t>
            </a:r>
            <a:r>
              <a:rPr sz="1800" spc="-340" dirty="0">
                <a:latin typeface="Calibri" panose="020F0502020204030204"/>
                <a:cs typeface="Calibri" panose="020F0502020204030204"/>
              </a:rPr>
              <a:t> </a:t>
            </a:r>
            <a:r>
              <a:rPr sz="1800" dirty="0">
                <a:latin typeface="华文新魏" panose="02010800040101010101" charset="-122"/>
                <a:cs typeface="华文新魏" panose="02010800040101010101" charset="-122"/>
              </a:rPr>
              <a:t>参与者</a:t>
            </a:r>
            <a:r>
              <a:rPr sz="1800" spc="-5" dirty="0">
                <a:latin typeface="Calibri" panose="020F0502020204030204"/>
                <a:cs typeface="Calibri" panose="020F0502020204030204"/>
              </a:rPr>
              <a:t>(Actors)</a:t>
            </a:r>
            <a:r>
              <a:rPr sz="1800" dirty="0">
                <a:latin typeface="华文新魏" panose="02010800040101010101" charset="-122"/>
                <a:cs typeface="华文新魏" panose="02010800040101010101" charset="-122"/>
              </a:rPr>
              <a:t>列表</a:t>
            </a:r>
          </a:p>
          <a:p>
            <a:pPr marL="12700">
              <a:lnSpc>
                <a:spcPts val="2130"/>
              </a:lnSpc>
            </a:pPr>
            <a:r>
              <a:rPr sz="1800" spc="-370" dirty="0">
                <a:latin typeface="Calibri" panose="020F0502020204030204"/>
                <a:cs typeface="Calibri" panose="020F0502020204030204"/>
              </a:rPr>
              <a:t>-­‐</a:t>
            </a:r>
            <a:r>
              <a:rPr sz="1800" spc="-335" dirty="0">
                <a:latin typeface="Calibri" panose="020F0502020204030204"/>
                <a:cs typeface="Calibri" panose="020F0502020204030204"/>
              </a:rPr>
              <a:t> </a:t>
            </a:r>
            <a:r>
              <a:rPr sz="1800" dirty="0">
                <a:latin typeface="华文新魏" panose="02010800040101010101" charset="-122"/>
                <a:cs typeface="华文新魏" panose="02010800040101010101" charset="-122"/>
              </a:rPr>
              <a:t>用例</a:t>
            </a:r>
            <a:r>
              <a:rPr sz="1800" spc="-90" dirty="0">
                <a:latin typeface="Calibri" panose="020F0502020204030204"/>
                <a:cs typeface="Calibri" panose="020F0502020204030204"/>
              </a:rPr>
              <a:t>(User-­‐case)</a:t>
            </a:r>
            <a:r>
              <a:rPr sz="1800" dirty="0">
                <a:latin typeface="华文新魏" panose="02010800040101010101" charset="-122"/>
                <a:cs typeface="华文新魏" panose="02010800040101010101" charset="-122"/>
              </a:rPr>
              <a:t>列表</a:t>
            </a:r>
          </a:p>
        </p:txBody>
      </p:sp>
      <p:sp>
        <p:nvSpPr>
          <p:cNvPr id="18" name="object 18"/>
          <p:cNvSpPr/>
          <p:nvPr/>
        </p:nvSpPr>
        <p:spPr>
          <a:xfrm>
            <a:off x="2010540" y="1991775"/>
            <a:ext cx="650875" cy="630555"/>
          </a:xfrm>
          <a:custGeom>
            <a:avLst/>
            <a:gdLst/>
            <a:ahLst/>
            <a:cxnLst/>
            <a:rect l="l" t="t" r="r" b="b"/>
            <a:pathLst>
              <a:path w="650875" h="630555">
                <a:moveTo>
                  <a:pt x="80437" y="0"/>
                </a:moveTo>
                <a:lnTo>
                  <a:pt x="0" y="584572"/>
                </a:lnTo>
                <a:lnTo>
                  <a:pt x="564038" y="630448"/>
                </a:lnTo>
                <a:lnTo>
                  <a:pt x="650853" y="45877"/>
                </a:lnTo>
                <a:lnTo>
                  <a:pt x="80437" y="0"/>
                </a:lnTo>
                <a:close/>
              </a:path>
            </a:pathLst>
          </a:custGeom>
          <a:solidFill>
            <a:srgbClr val="CCCCCC"/>
          </a:solidFill>
        </p:spPr>
        <p:txBody>
          <a:bodyPr wrap="square" lIns="0" tIns="0" rIns="0" bIns="0" rtlCol="0"/>
          <a:lstStyle/>
          <a:p>
            <a:endParaRPr/>
          </a:p>
        </p:txBody>
      </p:sp>
      <p:sp>
        <p:nvSpPr>
          <p:cNvPr id="19" name="object 19"/>
          <p:cNvSpPr/>
          <p:nvPr/>
        </p:nvSpPr>
        <p:spPr>
          <a:xfrm>
            <a:off x="2010540" y="1991774"/>
            <a:ext cx="650875" cy="630555"/>
          </a:xfrm>
          <a:custGeom>
            <a:avLst/>
            <a:gdLst/>
            <a:ahLst/>
            <a:cxnLst/>
            <a:rect l="l" t="t" r="r" b="b"/>
            <a:pathLst>
              <a:path w="650875" h="630555">
                <a:moveTo>
                  <a:pt x="80437" y="0"/>
                </a:moveTo>
                <a:lnTo>
                  <a:pt x="650853" y="45877"/>
                </a:lnTo>
                <a:lnTo>
                  <a:pt x="564038" y="630449"/>
                </a:lnTo>
                <a:lnTo>
                  <a:pt x="0" y="584572"/>
                </a:lnTo>
                <a:lnTo>
                  <a:pt x="80437" y="0"/>
                </a:lnTo>
              </a:path>
            </a:pathLst>
          </a:custGeom>
          <a:ln w="6258">
            <a:solidFill>
              <a:srgbClr val="CCCCCC"/>
            </a:solidFill>
          </a:ln>
        </p:spPr>
        <p:txBody>
          <a:bodyPr wrap="square" lIns="0" tIns="0" rIns="0" bIns="0" rtlCol="0"/>
          <a:lstStyle/>
          <a:p>
            <a:endParaRPr/>
          </a:p>
        </p:txBody>
      </p:sp>
      <p:sp>
        <p:nvSpPr>
          <p:cNvPr id="20" name="object 20"/>
          <p:cNvSpPr/>
          <p:nvPr/>
        </p:nvSpPr>
        <p:spPr>
          <a:xfrm>
            <a:off x="2035553" y="2000748"/>
            <a:ext cx="614045" cy="608330"/>
          </a:xfrm>
          <a:custGeom>
            <a:avLst/>
            <a:gdLst/>
            <a:ahLst/>
            <a:cxnLst/>
            <a:rect l="l" t="t" r="r" b="b"/>
            <a:pathLst>
              <a:path w="614044" h="608330">
                <a:moveTo>
                  <a:pt x="43163" y="0"/>
                </a:moveTo>
                <a:lnTo>
                  <a:pt x="0" y="584584"/>
                </a:lnTo>
                <a:lnTo>
                  <a:pt x="570420" y="607759"/>
                </a:lnTo>
                <a:lnTo>
                  <a:pt x="613591" y="23187"/>
                </a:lnTo>
                <a:lnTo>
                  <a:pt x="43163" y="0"/>
                </a:lnTo>
                <a:close/>
              </a:path>
            </a:pathLst>
          </a:custGeom>
          <a:solidFill>
            <a:srgbClr val="CCCCCC"/>
          </a:solidFill>
        </p:spPr>
        <p:txBody>
          <a:bodyPr wrap="square" lIns="0" tIns="0" rIns="0" bIns="0" rtlCol="0"/>
          <a:lstStyle/>
          <a:p>
            <a:endParaRPr/>
          </a:p>
        </p:txBody>
      </p:sp>
      <p:sp>
        <p:nvSpPr>
          <p:cNvPr id="21" name="object 21"/>
          <p:cNvSpPr/>
          <p:nvPr/>
        </p:nvSpPr>
        <p:spPr>
          <a:xfrm>
            <a:off x="2035553" y="2000748"/>
            <a:ext cx="614045" cy="608330"/>
          </a:xfrm>
          <a:custGeom>
            <a:avLst/>
            <a:gdLst/>
            <a:ahLst/>
            <a:cxnLst/>
            <a:rect l="l" t="t" r="r" b="b"/>
            <a:pathLst>
              <a:path w="614044" h="608330">
                <a:moveTo>
                  <a:pt x="43162" y="0"/>
                </a:moveTo>
                <a:lnTo>
                  <a:pt x="613590" y="23186"/>
                </a:lnTo>
                <a:lnTo>
                  <a:pt x="570420" y="607759"/>
                </a:lnTo>
                <a:lnTo>
                  <a:pt x="0" y="584584"/>
                </a:lnTo>
                <a:lnTo>
                  <a:pt x="43162" y="0"/>
                </a:lnTo>
              </a:path>
            </a:pathLst>
          </a:custGeom>
          <a:ln w="6261">
            <a:solidFill>
              <a:srgbClr val="CCCCCC"/>
            </a:solidFill>
          </a:ln>
        </p:spPr>
        <p:txBody>
          <a:bodyPr wrap="square" lIns="0" tIns="0" rIns="0" bIns="0" rtlCol="0"/>
          <a:lstStyle/>
          <a:p>
            <a:endParaRPr/>
          </a:p>
        </p:txBody>
      </p:sp>
      <p:sp>
        <p:nvSpPr>
          <p:cNvPr id="22" name="object 22"/>
          <p:cNvSpPr/>
          <p:nvPr/>
        </p:nvSpPr>
        <p:spPr>
          <a:xfrm>
            <a:off x="2066454" y="2005486"/>
            <a:ext cx="570865" cy="584835"/>
          </a:xfrm>
          <a:custGeom>
            <a:avLst/>
            <a:gdLst/>
            <a:ahLst/>
            <a:cxnLst/>
            <a:rect l="l" t="t" r="r" b="b"/>
            <a:pathLst>
              <a:path w="570864" h="584835">
                <a:moveTo>
                  <a:pt x="0" y="584576"/>
                </a:moveTo>
                <a:lnTo>
                  <a:pt x="570426" y="584576"/>
                </a:lnTo>
                <a:lnTo>
                  <a:pt x="570426" y="0"/>
                </a:lnTo>
                <a:lnTo>
                  <a:pt x="0" y="0"/>
                </a:lnTo>
                <a:lnTo>
                  <a:pt x="0" y="584576"/>
                </a:lnTo>
                <a:close/>
              </a:path>
            </a:pathLst>
          </a:custGeom>
          <a:solidFill>
            <a:srgbClr val="CCCCCC"/>
          </a:solidFill>
        </p:spPr>
        <p:txBody>
          <a:bodyPr wrap="square" lIns="0" tIns="0" rIns="0" bIns="0" rtlCol="0"/>
          <a:lstStyle/>
          <a:p>
            <a:endParaRPr/>
          </a:p>
        </p:txBody>
      </p:sp>
      <p:sp>
        <p:nvSpPr>
          <p:cNvPr id="23" name="object 23"/>
          <p:cNvSpPr/>
          <p:nvPr/>
        </p:nvSpPr>
        <p:spPr>
          <a:xfrm>
            <a:off x="2066454" y="2005492"/>
            <a:ext cx="570865" cy="584835"/>
          </a:xfrm>
          <a:custGeom>
            <a:avLst/>
            <a:gdLst/>
            <a:ahLst/>
            <a:cxnLst/>
            <a:rect l="l" t="t" r="r" b="b"/>
            <a:pathLst>
              <a:path w="570864" h="584835">
                <a:moveTo>
                  <a:pt x="0" y="0"/>
                </a:moveTo>
                <a:lnTo>
                  <a:pt x="570419" y="0"/>
                </a:lnTo>
                <a:lnTo>
                  <a:pt x="570419" y="584570"/>
                </a:lnTo>
                <a:lnTo>
                  <a:pt x="0" y="584570"/>
                </a:lnTo>
                <a:lnTo>
                  <a:pt x="0" y="0"/>
                </a:lnTo>
              </a:path>
            </a:pathLst>
          </a:custGeom>
          <a:ln w="6265">
            <a:solidFill>
              <a:srgbClr val="CCCCCC"/>
            </a:solidFill>
          </a:ln>
        </p:spPr>
        <p:txBody>
          <a:bodyPr wrap="square" lIns="0" tIns="0" rIns="0" bIns="0" rtlCol="0"/>
          <a:lstStyle/>
          <a:p>
            <a:endParaRPr/>
          </a:p>
        </p:txBody>
      </p:sp>
      <p:sp>
        <p:nvSpPr>
          <p:cNvPr id="24" name="object 24"/>
          <p:cNvSpPr/>
          <p:nvPr/>
        </p:nvSpPr>
        <p:spPr>
          <a:xfrm>
            <a:off x="2159152" y="1982782"/>
            <a:ext cx="37465" cy="83185"/>
          </a:xfrm>
          <a:custGeom>
            <a:avLst/>
            <a:gdLst/>
            <a:ahLst/>
            <a:cxnLst/>
            <a:rect l="l" t="t" r="r" b="b"/>
            <a:pathLst>
              <a:path w="37464" h="83185">
                <a:moveTo>
                  <a:pt x="25013" y="78037"/>
                </a:moveTo>
                <a:lnTo>
                  <a:pt x="6381" y="78037"/>
                </a:lnTo>
                <a:lnTo>
                  <a:pt x="12763" y="82762"/>
                </a:lnTo>
                <a:lnTo>
                  <a:pt x="25013" y="82762"/>
                </a:lnTo>
                <a:lnTo>
                  <a:pt x="25013" y="78037"/>
                </a:lnTo>
                <a:close/>
              </a:path>
              <a:path w="37464" h="83185">
                <a:moveTo>
                  <a:pt x="6381" y="8992"/>
                </a:moveTo>
                <a:lnTo>
                  <a:pt x="0" y="8992"/>
                </a:lnTo>
                <a:lnTo>
                  <a:pt x="0" y="78037"/>
                </a:lnTo>
                <a:lnTo>
                  <a:pt x="6381" y="78037"/>
                </a:lnTo>
                <a:lnTo>
                  <a:pt x="6381" y="8992"/>
                </a:lnTo>
                <a:close/>
              </a:path>
              <a:path w="37464" h="83185">
                <a:moveTo>
                  <a:pt x="31395" y="32160"/>
                </a:moveTo>
                <a:lnTo>
                  <a:pt x="25013" y="32160"/>
                </a:lnTo>
                <a:lnTo>
                  <a:pt x="25013" y="78037"/>
                </a:lnTo>
                <a:lnTo>
                  <a:pt x="31395" y="78037"/>
                </a:lnTo>
                <a:lnTo>
                  <a:pt x="31395" y="32160"/>
                </a:lnTo>
                <a:close/>
              </a:path>
              <a:path w="37464" h="83185">
                <a:moveTo>
                  <a:pt x="37283" y="4248"/>
                </a:moveTo>
                <a:lnTo>
                  <a:pt x="31395" y="4248"/>
                </a:lnTo>
                <a:lnTo>
                  <a:pt x="31395" y="17965"/>
                </a:lnTo>
                <a:lnTo>
                  <a:pt x="37283" y="17965"/>
                </a:lnTo>
                <a:lnTo>
                  <a:pt x="37283" y="4248"/>
                </a:lnTo>
                <a:close/>
              </a:path>
              <a:path w="37464" h="83185">
                <a:moveTo>
                  <a:pt x="12763" y="4248"/>
                </a:moveTo>
                <a:lnTo>
                  <a:pt x="6381" y="4248"/>
                </a:lnTo>
                <a:lnTo>
                  <a:pt x="6381" y="8992"/>
                </a:lnTo>
                <a:lnTo>
                  <a:pt x="12763" y="4248"/>
                </a:lnTo>
                <a:close/>
              </a:path>
              <a:path w="37464" h="83185">
                <a:moveTo>
                  <a:pt x="25013" y="0"/>
                </a:moveTo>
                <a:lnTo>
                  <a:pt x="12763" y="0"/>
                </a:lnTo>
                <a:lnTo>
                  <a:pt x="12763" y="4248"/>
                </a:lnTo>
                <a:lnTo>
                  <a:pt x="31395" y="4248"/>
                </a:lnTo>
                <a:lnTo>
                  <a:pt x="25013" y="0"/>
                </a:lnTo>
                <a:close/>
              </a:path>
            </a:pathLst>
          </a:custGeom>
          <a:solidFill>
            <a:srgbClr val="CCCCCC"/>
          </a:solidFill>
        </p:spPr>
        <p:txBody>
          <a:bodyPr wrap="square" lIns="0" tIns="0" rIns="0" bIns="0" rtlCol="0"/>
          <a:lstStyle/>
          <a:p>
            <a:endParaRPr/>
          </a:p>
        </p:txBody>
      </p:sp>
      <p:sp>
        <p:nvSpPr>
          <p:cNvPr id="25" name="object 25"/>
          <p:cNvSpPr/>
          <p:nvPr/>
        </p:nvSpPr>
        <p:spPr>
          <a:xfrm>
            <a:off x="2159152" y="1982782"/>
            <a:ext cx="37465" cy="83185"/>
          </a:xfrm>
          <a:custGeom>
            <a:avLst/>
            <a:gdLst/>
            <a:ahLst/>
            <a:cxnLst/>
            <a:rect l="l" t="t" r="r" b="b"/>
            <a:pathLst>
              <a:path w="37464" h="83185">
                <a:moveTo>
                  <a:pt x="37282" y="17965"/>
                </a:moveTo>
                <a:lnTo>
                  <a:pt x="31394" y="17965"/>
                </a:lnTo>
                <a:lnTo>
                  <a:pt x="31394" y="13717"/>
                </a:lnTo>
                <a:lnTo>
                  <a:pt x="31394" y="4248"/>
                </a:lnTo>
                <a:lnTo>
                  <a:pt x="18631" y="4248"/>
                </a:lnTo>
                <a:lnTo>
                  <a:pt x="12763" y="4248"/>
                </a:lnTo>
                <a:lnTo>
                  <a:pt x="6381" y="13717"/>
                </a:lnTo>
                <a:lnTo>
                  <a:pt x="6381" y="73312"/>
                </a:lnTo>
                <a:lnTo>
                  <a:pt x="6381" y="78037"/>
                </a:lnTo>
                <a:lnTo>
                  <a:pt x="18631" y="78037"/>
                </a:lnTo>
                <a:lnTo>
                  <a:pt x="25013" y="78037"/>
                </a:lnTo>
                <a:lnTo>
                  <a:pt x="25013" y="73312"/>
                </a:lnTo>
                <a:lnTo>
                  <a:pt x="25013" y="32160"/>
                </a:lnTo>
                <a:lnTo>
                  <a:pt x="31394" y="32160"/>
                </a:lnTo>
                <a:lnTo>
                  <a:pt x="31394" y="73312"/>
                </a:lnTo>
                <a:lnTo>
                  <a:pt x="25013" y="78037"/>
                </a:lnTo>
                <a:lnTo>
                  <a:pt x="18631" y="82762"/>
                </a:lnTo>
                <a:lnTo>
                  <a:pt x="6381" y="78037"/>
                </a:lnTo>
                <a:lnTo>
                  <a:pt x="0" y="73312"/>
                </a:lnTo>
                <a:lnTo>
                  <a:pt x="0" y="13717"/>
                </a:lnTo>
                <a:lnTo>
                  <a:pt x="6381" y="4248"/>
                </a:lnTo>
                <a:lnTo>
                  <a:pt x="18631" y="0"/>
                </a:lnTo>
                <a:lnTo>
                  <a:pt x="31394" y="4248"/>
                </a:lnTo>
                <a:lnTo>
                  <a:pt x="37282" y="13717"/>
                </a:lnTo>
                <a:lnTo>
                  <a:pt x="37282" y="17965"/>
                </a:lnTo>
              </a:path>
            </a:pathLst>
          </a:custGeom>
          <a:ln w="6337">
            <a:solidFill>
              <a:srgbClr val="CCCCCC"/>
            </a:solidFill>
          </a:ln>
        </p:spPr>
        <p:txBody>
          <a:bodyPr wrap="square" lIns="0" tIns="0" rIns="0" bIns="0" rtlCol="0"/>
          <a:lstStyle/>
          <a:p>
            <a:endParaRPr/>
          </a:p>
        </p:txBody>
      </p:sp>
      <p:sp>
        <p:nvSpPr>
          <p:cNvPr id="26" name="object 26"/>
          <p:cNvSpPr/>
          <p:nvPr/>
        </p:nvSpPr>
        <p:spPr>
          <a:xfrm>
            <a:off x="2159152" y="1987030"/>
            <a:ext cx="37465" cy="74295"/>
          </a:xfrm>
          <a:custGeom>
            <a:avLst/>
            <a:gdLst/>
            <a:ahLst/>
            <a:cxnLst/>
            <a:rect l="l" t="t" r="r" b="b"/>
            <a:pathLst>
              <a:path w="37464" h="74294">
                <a:moveTo>
                  <a:pt x="37282" y="13717"/>
                </a:moveTo>
                <a:lnTo>
                  <a:pt x="37282" y="9468"/>
                </a:lnTo>
                <a:lnTo>
                  <a:pt x="31394" y="0"/>
                </a:lnTo>
                <a:lnTo>
                  <a:pt x="18631" y="0"/>
                </a:lnTo>
                <a:lnTo>
                  <a:pt x="6381" y="0"/>
                </a:lnTo>
                <a:lnTo>
                  <a:pt x="0" y="9468"/>
                </a:lnTo>
                <a:lnTo>
                  <a:pt x="0" y="69063"/>
                </a:lnTo>
                <a:lnTo>
                  <a:pt x="6381" y="73788"/>
                </a:lnTo>
                <a:lnTo>
                  <a:pt x="12763" y="73788"/>
                </a:lnTo>
                <a:lnTo>
                  <a:pt x="25013" y="73788"/>
                </a:lnTo>
                <a:lnTo>
                  <a:pt x="25013" y="69063"/>
                </a:lnTo>
                <a:lnTo>
                  <a:pt x="25013" y="27911"/>
                </a:lnTo>
              </a:path>
            </a:pathLst>
          </a:custGeom>
          <a:ln w="6329">
            <a:solidFill>
              <a:srgbClr val="CCCCCC"/>
            </a:solidFill>
          </a:ln>
        </p:spPr>
        <p:txBody>
          <a:bodyPr wrap="square" lIns="0" tIns="0" rIns="0" bIns="0" rtlCol="0"/>
          <a:lstStyle/>
          <a:p>
            <a:endParaRPr/>
          </a:p>
        </p:txBody>
      </p:sp>
      <p:sp>
        <p:nvSpPr>
          <p:cNvPr id="27" name="object 27"/>
          <p:cNvSpPr/>
          <p:nvPr/>
        </p:nvSpPr>
        <p:spPr>
          <a:xfrm>
            <a:off x="1986015" y="1973332"/>
            <a:ext cx="650875" cy="626110"/>
          </a:xfrm>
          <a:custGeom>
            <a:avLst/>
            <a:gdLst/>
            <a:ahLst/>
            <a:cxnLst/>
            <a:rect l="l" t="t" r="r" b="b"/>
            <a:pathLst>
              <a:path w="650875" h="626110">
                <a:moveTo>
                  <a:pt x="86814" y="0"/>
                </a:moveTo>
                <a:lnTo>
                  <a:pt x="0" y="579840"/>
                </a:lnTo>
                <a:lnTo>
                  <a:pt x="569931" y="625717"/>
                </a:lnTo>
                <a:lnTo>
                  <a:pt x="650859" y="41610"/>
                </a:lnTo>
                <a:lnTo>
                  <a:pt x="86814" y="0"/>
                </a:lnTo>
                <a:close/>
              </a:path>
            </a:pathLst>
          </a:custGeom>
          <a:solidFill>
            <a:srgbClr val="999999"/>
          </a:solidFill>
        </p:spPr>
        <p:txBody>
          <a:bodyPr wrap="square" lIns="0" tIns="0" rIns="0" bIns="0" rtlCol="0"/>
          <a:lstStyle/>
          <a:p>
            <a:endParaRPr/>
          </a:p>
        </p:txBody>
      </p:sp>
      <p:sp>
        <p:nvSpPr>
          <p:cNvPr id="28" name="object 28"/>
          <p:cNvSpPr/>
          <p:nvPr/>
        </p:nvSpPr>
        <p:spPr>
          <a:xfrm>
            <a:off x="1986014" y="1973332"/>
            <a:ext cx="650875" cy="626110"/>
          </a:xfrm>
          <a:custGeom>
            <a:avLst/>
            <a:gdLst/>
            <a:ahLst/>
            <a:cxnLst/>
            <a:rect l="l" t="t" r="r" b="b"/>
            <a:pathLst>
              <a:path w="650875" h="626110">
                <a:moveTo>
                  <a:pt x="86815" y="0"/>
                </a:moveTo>
                <a:lnTo>
                  <a:pt x="650859" y="41610"/>
                </a:lnTo>
                <a:lnTo>
                  <a:pt x="569931" y="625717"/>
                </a:lnTo>
                <a:lnTo>
                  <a:pt x="0" y="579839"/>
                </a:lnTo>
                <a:lnTo>
                  <a:pt x="86815" y="0"/>
                </a:lnTo>
              </a:path>
            </a:pathLst>
          </a:custGeom>
          <a:ln w="6257">
            <a:solidFill>
              <a:srgbClr val="000000"/>
            </a:solidFill>
          </a:ln>
        </p:spPr>
        <p:txBody>
          <a:bodyPr wrap="square" lIns="0" tIns="0" rIns="0" bIns="0" rtlCol="0"/>
          <a:lstStyle/>
          <a:p>
            <a:endParaRPr/>
          </a:p>
        </p:txBody>
      </p:sp>
      <p:sp>
        <p:nvSpPr>
          <p:cNvPr id="29" name="object 29"/>
          <p:cNvSpPr/>
          <p:nvPr/>
        </p:nvSpPr>
        <p:spPr>
          <a:xfrm>
            <a:off x="2016915" y="1978058"/>
            <a:ext cx="614045" cy="607695"/>
          </a:xfrm>
          <a:custGeom>
            <a:avLst/>
            <a:gdLst/>
            <a:ahLst/>
            <a:cxnLst/>
            <a:rect l="l" t="t" r="r" b="b"/>
            <a:pathLst>
              <a:path w="614044" h="607694">
                <a:moveTo>
                  <a:pt x="43160" y="0"/>
                </a:moveTo>
                <a:lnTo>
                  <a:pt x="0" y="584573"/>
                </a:lnTo>
                <a:lnTo>
                  <a:pt x="570426" y="607274"/>
                </a:lnTo>
                <a:lnTo>
                  <a:pt x="613577" y="22689"/>
                </a:lnTo>
                <a:lnTo>
                  <a:pt x="43160" y="0"/>
                </a:lnTo>
                <a:close/>
              </a:path>
            </a:pathLst>
          </a:custGeom>
          <a:solidFill>
            <a:srgbClr val="CCCCCC"/>
          </a:solidFill>
        </p:spPr>
        <p:txBody>
          <a:bodyPr wrap="square" lIns="0" tIns="0" rIns="0" bIns="0" rtlCol="0"/>
          <a:lstStyle/>
          <a:p>
            <a:endParaRPr/>
          </a:p>
        </p:txBody>
      </p:sp>
      <p:sp>
        <p:nvSpPr>
          <p:cNvPr id="30" name="object 30"/>
          <p:cNvSpPr/>
          <p:nvPr/>
        </p:nvSpPr>
        <p:spPr>
          <a:xfrm>
            <a:off x="2016915" y="1978057"/>
            <a:ext cx="614045" cy="607695"/>
          </a:xfrm>
          <a:custGeom>
            <a:avLst/>
            <a:gdLst/>
            <a:ahLst/>
            <a:cxnLst/>
            <a:rect l="l" t="t" r="r" b="b"/>
            <a:pathLst>
              <a:path w="614044" h="607694">
                <a:moveTo>
                  <a:pt x="43160" y="0"/>
                </a:moveTo>
                <a:lnTo>
                  <a:pt x="613576" y="22690"/>
                </a:lnTo>
                <a:lnTo>
                  <a:pt x="570425" y="607275"/>
                </a:lnTo>
                <a:lnTo>
                  <a:pt x="0" y="584574"/>
                </a:lnTo>
                <a:lnTo>
                  <a:pt x="43160" y="0"/>
                </a:lnTo>
              </a:path>
            </a:pathLst>
          </a:custGeom>
          <a:ln w="6261">
            <a:solidFill>
              <a:srgbClr val="000000"/>
            </a:solidFill>
          </a:ln>
        </p:spPr>
        <p:txBody>
          <a:bodyPr wrap="square" lIns="0" tIns="0" rIns="0" bIns="0" rtlCol="0"/>
          <a:lstStyle/>
          <a:p>
            <a:endParaRPr/>
          </a:p>
        </p:txBody>
      </p:sp>
      <p:sp>
        <p:nvSpPr>
          <p:cNvPr id="31" name="object 31"/>
          <p:cNvSpPr/>
          <p:nvPr/>
        </p:nvSpPr>
        <p:spPr>
          <a:xfrm>
            <a:off x="2041439" y="1982787"/>
            <a:ext cx="577215" cy="584200"/>
          </a:xfrm>
          <a:custGeom>
            <a:avLst/>
            <a:gdLst/>
            <a:ahLst/>
            <a:cxnLst/>
            <a:rect l="l" t="t" r="r" b="b"/>
            <a:pathLst>
              <a:path w="577214" h="584200">
                <a:moveTo>
                  <a:pt x="0" y="584099"/>
                </a:moveTo>
                <a:lnTo>
                  <a:pt x="576807" y="584099"/>
                </a:lnTo>
                <a:lnTo>
                  <a:pt x="576807" y="0"/>
                </a:lnTo>
                <a:lnTo>
                  <a:pt x="0" y="0"/>
                </a:lnTo>
                <a:lnTo>
                  <a:pt x="0" y="584099"/>
                </a:lnTo>
                <a:close/>
              </a:path>
            </a:pathLst>
          </a:custGeom>
          <a:solidFill>
            <a:srgbClr val="FF9999"/>
          </a:solidFill>
        </p:spPr>
        <p:txBody>
          <a:bodyPr wrap="square" lIns="0" tIns="0" rIns="0" bIns="0" rtlCol="0"/>
          <a:lstStyle/>
          <a:p>
            <a:endParaRPr/>
          </a:p>
        </p:txBody>
      </p:sp>
      <p:sp>
        <p:nvSpPr>
          <p:cNvPr id="32" name="object 32"/>
          <p:cNvSpPr/>
          <p:nvPr/>
        </p:nvSpPr>
        <p:spPr>
          <a:xfrm>
            <a:off x="2041439" y="1982782"/>
            <a:ext cx="577215" cy="584200"/>
          </a:xfrm>
          <a:custGeom>
            <a:avLst/>
            <a:gdLst/>
            <a:ahLst/>
            <a:cxnLst/>
            <a:rect l="l" t="t" r="r" b="b"/>
            <a:pathLst>
              <a:path w="577214" h="584200">
                <a:moveTo>
                  <a:pt x="0" y="0"/>
                </a:moveTo>
                <a:lnTo>
                  <a:pt x="576803" y="0"/>
                </a:lnTo>
                <a:lnTo>
                  <a:pt x="576803" y="584105"/>
                </a:lnTo>
                <a:lnTo>
                  <a:pt x="0" y="584105"/>
                </a:lnTo>
                <a:lnTo>
                  <a:pt x="0" y="0"/>
                </a:lnTo>
              </a:path>
            </a:pathLst>
          </a:custGeom>
          <a:ln w="6263">
            <a:solidFill>
              <a:srgbClr val="000000"/>
            </a:solidFill>
          </a:ln>
        </p:spPr>
        <p:txBody>
          <a:bodyPr wrap="square" lIns="0" tIns="0" rIns="0" bIns="0" rtlCol="0"/>
          <a:lstStyle/>
          <a:p>
            <a:endParaRPr/>
          </a:p>
        </p:txBody>
      </p:sp>
      <p:sp>
        <p:nvSpPr>
          <p:cNvPr id="33" name="object 33"/>
          <p:cNvSpPr/>
          <p:nvPr/>
        </p:nvSpPr>
        <p:spPr>
          <a:xfrm>
            <a:off x="2141006" y="1959615"/>
            <a:ext cx="36830" cy="83185"/>
          </a:xfrm>
          <a:custGeom>
            <a:avLst/>
            <a:gdLst/>
            <a:ahLst/>
            <a:cxnLst/>
            <a:rect l="l" t="t" r="r" b="b"/>
            <a:pathLst>
              <a:path w="36830" h="83185">
                <a:moveTo>
                  <a:pt x="24527" y="78037"/>
                </a:moveTo>
                <a:lnTo>
                  <a:pt x="5886" y="78037"/>
                </a:lnTo>
                <a:lnTo>
                  <a:pt x="5886" y="82762"/>
                </a:lnTo>
                <a:lnTo>
                  <a:pt x="24527" y="82762"/>
                </a:lnTo>
                <a:lnTo>
                  <a:pt x="24527" y="78037"/>
                </a:lnTo>
                <a:close/>
              </a:path>
              <a:path w="36830" h="83185">
                <a:moveTo>
                  <a:pt x="12261" y="4724"/>
                </a:moveTo>
                <a:lnTo>
                  <a:pt x="5886" y="4724"/>
                </a:lnTo>
                <a:lnTo>
                  <a:pt x="0" y="8973"/>
                </a:lnTo>
                <a:lnTo>
                  <a:pt x="0" y="78037"/>
                </a:lnTo>
                <a:lnTo>
                  <a:pt x="5886" y="78037"/>
                </a:lnTo>
                <a:lnTo>
                  <a:pt x="5886" y="8973"/>
                </a:lnTo>
                <a:lnTo>
                  <a:pt x="12261" y="4724"/>
                </a:lnTo>
                <a:close/>
              </a:path>
              <a:path w="36830" h="83185">
                <a:moveTo>
                  <a:pt x="30909" y="32160"/>
                </a:moveTo>
                <a:lnTo>
                  <a:pt x="24527" y="32160"/>
                </a:lnTo>
                <a:lnTo>
                  <a:pt x="24527" y="78037"/>
                </a:lnTo>
                <a:lnTo>
                  <a:pt x="30909" y="73769"/>
                </a:lnTo>
                <a:lnTo>
                  <a:pt x="30909" y="32160"/>
                </a:lnTo>
                <a:close/>
              </a:path>
              <a:path w="36830" h="83185">
                <a:moveTo>
                  <a:pt x="36777" y="8973"/>
                </a:moveTo>
                <a:lnTo>
                  <a:pt x="30909" y="8973"/>
                </a:lnTo>
                <a:lnTo>
                  <a:pt x="30909" y="18442"/>
                </a:lnTo>
                <a:lnTo>
                  <a:pt x="36777" y="18442"/>
                </a:lnTo>
                <a:lnTo>
                  <a:pt x="36777" y="8973"/>
                </a:lnTo>
                <a:close/>
              </a:path>
              <a:path w="36830" h="83185">
                <a:moveTo>
                  <a:pt x="30909" y="4724"/>
                </a:moveTo>
                <a:lnTo>
                  <a:pt x="24527" y="4724"/>
                </a:lnTo>
                <a:lnTo>
                  <a:pt x="24527" y="8973"/>
                </a:lnTo>
                <a:lnTo>
                  <a:pt x="30909" y="8973"/>
                </a:lnTo>
                <a:lnTo>
                  <a:pt x="30909" y="4724"/>
                </a:lnTo>
                <a:close/>
              </a:path>
              <a:path w="36830" h="83185">
                <a:moveTo>
                  <a:pt x="18145" y="0"/>
                </a:moveTo>
                <a:lnTo>
                  <a:pt x="12261" y="4724"/>
                </a:lnTo>
                <a:lnTo>
                  <a:pt x="18145" y="4724"/>
                </a:lnTo>
                <a:lnTo>
                  <a:pt x="18145" y="0"/>
                </a:lnTo>
                <a:close/>
              </a:path>
            </a:pathLst>
          </a:custGeom>
          <a:solidFill>
            <a:srgbClr val="E5E5E5"/>
          </a:solidFill>
        </p:spPr>
        <p:txBody>
          <a:bodyPr wrap="square" lIns="0" tIns="0" rIns="0" bIns="0" rtlCol="0"/>
          <a:lstStyle/>
          <a:p>
            <a:endParaRPr/>
          </a:p>
        </p:txBody>
      </p:sp>
      <p:sp>
        <p:nvSpPr>
          <p:cNvPr id="34" name="object 34"/>
          <p:cNvSpPr/>
          <p:nvPr/>
        </p:nvSpPr>
        <p:spPr>
          <a:xfrm>
            <a:off x="2141006" y="1959614"/>
            <a:ext cx="36830" cy="83185"/>
          </a:xfrm>
          <a:custGeom>
            <a:avLst/>
            <a:gdLst/>
            <a:ahLst/>
            <a:cxnLst/>
            <a:rect l="l" t="t" r="r" b="b"/>
            <a:pathLst>
              <a:path w="36830" h="83185">
                <a:moveTo>
                  <a:pt x="36777" y="18442"/>
                </a:moveTo>
                <a:lnTo>
                  <a:pt x="30909" y="18442"/>
                </a:lnTo>
                <a:lnTo>
                  <a:pt x="30909" y="13717"/>
                </a:lnTo>
                <a:lnTo>
                  <a:pt x="24527" y="8973"/>
                </a:lnTo>
                <a:lnTo>
                  <a:pt x="18145" y="4724"/>
                </a:lnTo>
                <a:lnTo>
                  <a:pt x="5885" y="8973"/>
                </a:lnTo>
                <a:lnTo>
                  <a:pt x="5885" y="13717"/>
                </a:lnTo>
                <a:lnTo>
                  <a:pt x="5885" y="73770"/>
                </a:lnTo>
                <a:lnTo>
                  <a:pt x="5885" y="78037"/>
                </a:lnTo>
                <a:lnTo>
                  <a:pt x="12261" y="78037"/>
                </a:lnTo>
                <a:lnTo>
                  <a:pt x="18145" y="78037"/>
                </a:lnTo>
                <a:lnTo>
                  <a:pt x="24527" y="73770"/>
                </a:lnTo>
                <a:lnTo>
                  <a:pt x="24527" y="32160"/>
                </a:lnTo>
                <a:lnTo>
                  <a:pt x="30909" y="32160"/>
                </a:lnTo>
                <a:lnTo>
                  <a:pt x="30909" y="73770"/>
                </a:lnTo>
                <a:lnTo>
                  <a:pt x="24527" y="78037"/>
                </a:lnTo>
                <a:lnTo>
                  <a:pt x="12261" y="82762"/>
                </a:lnTo>
                <a:lnTo>
                  <a:pt x="5885" y="78037"/>
                </a:lnTo>
                <a:lnTo>
                  <a:pt x="0" y="73770"/>
                </a:lnTo>
                <a:lnTo>
                  <a:pt x="0" y="13717"/>
                </a:lnTo>
                <a:lnTo>
                  <a:pt x="5885" y="4724"/>
                </a:lnTo>
                <a:lnTo>
                  <a:pt x="18145" y="0"/>
                </a:lnTo>
                <a:lnTo>
                  <a:pt x="30909" y="4724"/>
                </a:lnTo>
                <a:lnTo>
                  <a:pt x="36777" y="13717"/>
                </a:lnTo>
                <a:lnTo>
                  <a:pt x="36777" y="18442"/>
                </a:lnTo>
              </a:path>
            </a:pathLst>
          </a:custGeom>
          <a:ln w="6338">
            <a:solidFill>
              <a:srgbClr val="7E7E7E"/>
            </a:solidFill>
          </a:ln>
        </p:spPr>
        <p:txBody>
          <a:bodyPr wrap="square" lIns="0" tIns="0" rIns="0" bIns="0" rtlCol="0"/>
          <a:lstStyle/>
          <a:p>
            <a:endParaRPr/>
          </a:p>
        </p:txBody>
      </p:sp>
      <p:sp>
        <p:nvSpPr>
          <p:cNvPr id="35" name="object 35"/>
          <p:cNvSpPr/>
          <p:nvPr/>
        </p:nvSpPr>
        <p:spPr>
          <a:xfrm>
            <a:off x="2141006" y="1964339"/>
            <a:ext cx="31115" cy="78105"/>
          </a:xfrm>
          <a:custGeom>
            <a:avLst/>
            <a:gdLst/>
            <a:ahLst/>
            <a:cxnLst/>
            <a:rect l="l" t="t" r="r" b="b"/>
            <a:pathLst>
              <a:path w="31114" h="78105">
                <a:moveTo>
                  <a:pt x="30909" y="13717"/>
                </a:moveTo>
                <a:lnTo>
                  <a:pt x="30909" y="8992"/>
                </a:lnTo>
                <a:lnTo>
                  <a:pt x="30909" y="0"/>
                </a:lnTo>
                <a:lnTo>
                  <a:pt x="18145" y="0"/>
                </a:lnTo>
                <a:lnTo>
                  <a:pt x="5885" y="4249"/>
                </a:lnTo>
                <a:lnTo>
                  <a:pt x="0" y="8992"/>
                </a:lnTo>
                <a:lnTo>
                  <a:pt x="0" y="69045"/>
                </a:lnTo>
                <a:lnTo>
                  <a:pt x="5885" y="73312"/>
                </a:lnTo>
                <a:lnTo>
                  <a:pt x="12261" y="78037"/>
                </a:lnTo>
                <a:lnTo>
                  <a:pt x="24527" y="73312"/>
                </a:lnTo>
                <a:lnTo>
                  <a:pt x="24527" y="69045"/>
                </a:lnTo>
                <a:lnTo>
                  <a:pt x="24527" y="32159"/>
                </a:lnTo>
              </a:path>
            </a:pathLst>
          </a:custGeom>
          <a:ln w="6345">
            <a:solidFill>
              <a:srgbClr val="999999"/>
            </a:solidFill>
          </a:ln>
        </p:spPr>
        <p:txBody>
          <a:bodyPr wrap="square" lIns="0" tIns="0" rIns="0" bIns="0" rtlCol="0"/>
          <a:lstStyle/>
          <a:p>
            <a:endParaRPr/>
          </a:p>
        </p:txBody>
      </p:sp>
      <p:sp>
        <p:nvSpPr>
          <p:cNvPr id="36" name="object 36"/>
          <p:cNvSpPr/>
          <p:nvPr/>
        </p:nvSpPr>
        <p:spPr>
          <a:xfrm>
            <a:off x="2122368" y="2074536"/>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37" name="object 37"/>
          <p:cNvSpPr/>
          <p:nvPr/>
        </p:nvSpPr>
        <p:spPr>
          <a:xfrm>
            <a:off x="2122368" y="2092979"/>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38" name="object 38"/>
          <p:cNvSpPr/>
          <p:nvPr/>
        </p:nvSpPr>
        <p:spPr>
          <a:xfrm>
            <a:off x="2122368" y="2116165"/>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39" name="object 39"/>
          <p:cNvSpPr/>
          <p:nvPr/>
        </p:nvSpPr>
        <p:spPr>
          <a:xfrm>
            <a:off x="2122368" y="2157299"/>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40" name="object 40"/>
          <p:cNvSpPr/>
          <p:nvPr/>
        </p:nvSpPr>
        <p:spPr>
          <a:xfrm>
            <a:off x="2122368" y="2180486"/>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41" name="object 41"/>
          <p:cNvSpPr/>
          <p:nvPr/>
        </p:nvSpPr>
        <p:spPr>
          <a:xfrm>
            <a:off x="2122368" y="2203653"/>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42" name="object 42"/>
          <p:cNvSpPr/>
          <p:nvPr/>
        </p:nvSpPr>
        <p:spPr>
          <a:xfrm>
            <a:off x="2122368" y="2222095"/>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43" name="object 43"/>
          <p:cNvSpPr/>
          <p:nvPr/>
        </p:nvSpPr>
        <p:spPr>
          <a:xfrm>
            <a:off x="2122368" y="2267973"/>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44" name="object 44"/>
          <p:cNvSpPr/>
          <p:nvPr/>
        </p:nvSpPr>
        <p:spPr>
          <a:xfrm>
            <a:off x="2122368" y="2286415"/>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45" name="object 45"/>
          <p:cNvSpPr/>
          <p:nvPr/>
        </p:nvSpPr>
        <p:spPr>
          <a:xfrm>
            <a:off x="2122368" y="2309125"/>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46" name="object 46"/>
          <p:cNvSpPr/>
          <p:nvPr/>
        </p:nvSpPr>
        <p:spPr>
          <a:xfrm>
            <a:off x="2122368" y="2327568"/>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47" name="object 47"/>
          <p:cNvSpPr/>
          <p:nvPr/>
        </p:nvSpPr>
        <p:spPr>
          <a:xfrm>
            <a:off x="2122368" y="2373922"/>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48" name="object 48"/>
          <p:cNvSpPr/>
          <p:nvPr/>
        </p:nvSpPr>
        <p:spPr>
          <a:xfrm>
            <a:off x="2122368" y="2392364"/>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49" name="object 49"/>
          <p:cNvSpPr/>
          <p:nvPr/>
        </p:nvSpPr>
        <p:spPr>
          <a:xfrm>
            <a:off x="2122368" y="2415074"/>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50" name="object 50"/>
          <p:cNvSpPr/>
          <p:nvPr/>
        </p:nvSpPr>
        <p:spPr>
          <a:xfrm>
            <a:off x="2122368" y="2438242"/>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51" name="object 51"/>
          <p:cNvSpPr/>
          <p:nvPr/>
        </p:nvSpPr>
        <p:spPr>
          <a:xfrm>
            <a:off x="2122368" y="2456688"/>
            <a:ext cx="421640" cy="0"/>
          </a:xfrm>
          <a:custGeom>
            <a:avLst/>
            <a:gdLst/>
            <a:ahLst/>
            <a:cxnLst/>
            <a:rect l="l" t="t" r="r" b="b"/>
            <a:pathLst>
              <a:path w="421639">
                <a:moveTo>
                  <a:pt x="0" y="0"/>
                </a:moveTo>
                <a:lnTo>
                  <a:pt x="421308" y="0"/>
                </a:lnTo>
              </a:path>
            </a:pathLst>
          </a:custGeom>
          <a:ln w="6148">
            <a:solidFill>
              <a:srgbClr val="000000"/>
            </a:solidFill>
          </a:ln>
        </p:spPr>
        <p:txBody>
          <a:bodyPr wrap="square" lIns="0" tIns="0" rIns="0" bIns="0" rtlCol="0"/>
          <a:lstStyle/>
          <a:p>
            <a:endParaRPr/>
          </a:p>
        </p:txBody>
      </p:sp>
      <p:sp>
        <p:nvSpPr>
          <p:cNvPr id="52" name="object 52"/>
          <p:cNvSpPr/>
          <p:nvPr/>
        </p:nvSpPr>
        <p:spPr>
          <a:xfrm>
            <a:off x="2122368" y="2479391"/>
            <a:ext cx="123825" cy="0"/>
          </a:xfrm>
          <a:custGeom>
            <a:avLst/>
            <a:gdLst/>
            <a:ahLst/>
            <a:cxnLst/>
            <a:rect l="l" t="t" r="r" b="b"/>
            <a:pathLst>
              <a:path w="123825">
                <a:moveTo>
                  <a:pt x="0" y="0"/>
                </a:moveTo>
                <a:lnTo>
                  <a:pt x="123598" y="0"/>
                </a:lnTo>
              </a:path>
            </a:pathLst>
          </a:custGeom>
          <a:ln w="6148">
            <a:solidFill>
              <a:srgbClr val="000000"/>
            </a:solidFill>
          </a:ln>
        </p:spPr>
        <p:txBody>
          <a:bodyPr wrap="square" lIns="0" tIns="0" rIns="0" bIns="0" rtlCol="0"/>
          <a:lstStyle/>
          <a:p>
            <a:endParaRPr/>
          </a:p>
        </p:txBody>
      </p:sp>
      <p:sp>
        <p:nvSpPr>
          <p:cNvPr id="53" name="object 53"/>
          <p:cNvSpPr txBox="1"/>
          <p:nvPr/>
        </p:nvSpPr>
        <p:spPr>
          <a:xfrm>
            <a:off x="4081422" y="5435054"/>
            <a:ext cx="1630680" cy="845819"/>
          </a:xfrm>
          <a:prstGeom prst="rect">
            <a:avLst/>
          </a:prstGeom>
        </p:spPr>
        <p:txBody>
          <a:bodyPr vert="horz" wrap="square" lIns="0" tIns="12700" rIns="0" bIns="0" rtlCol="0">
            <a:spAutoFit/>
          </a:bodyPr>
          <a:lstStyle/>
          <a:p>
            <a:pPr marL="12700">
              <a:lnSpc>
                <a:spcPts val="2130"/>
              </a:lnSpc>
              <a:spcBef>
                <a:spcPts val="100"/>
              </a:spcBef>
            </a:pPr>
            <a:r>
              <a:rPr sz="1800" dirty="0">
                <a:solidFill>
                  <a:srgbClr val="FF0000"/>
                </a:solidFill>
                <a:latin typeface="华文新魏" panose="02010800040101010101" charset="-122"/>
                <a:cs typeface="华文新魏" panose="02010800040101010101" charset="-122"/>
              </a:rPr>
              <a:t>用例规约</a:t>
            </a:r>
            <a:r>
              <a:rPr sz="1800" spc="-5" dirty="0">
                <a:solidFill>
                  <a:srgbClr val="FF2600"/>
                </a:solidFill>
                <a:latin typeface="Calibri" panose="020F0502020204030204"/>
                <a:cs typeface="Calibri" panose="020F0502020204030204"/>
              </a:rPr>
              <a:t>2(Spec)</a:t>
            </a:r>
            <a:endParaRPr sz="1800">
              <a:latin typeface="Calibri" panose="020F0502020204030204"/>
              <a:cs typeface="Calibri" panose="020F0502020204030204"/>
            </a:endParaRPr>
          </a:p>
          <a:p>
            <a:pPr marL="12700">
              <a:lnSpc>
                <a:spcPts val="2130"/>
              </a:lnSpc>
            </a:pPr>
            <a:r>
              <a:rPr sz="1800" spc="-370" dirty="0">
                <a:latin typeface="Calibri" panose="020F0502020204030204"/>
                <a:cs typeface="Calibri" panose="020F0502020204030204"/>
              </a:rPr>
              <a:t>-­‐       </a:t>
            </a:r>
            <a:r>
              <a:rPr sz="1800" spc="-355" dirty="0">
                <a:latin typeface="Calibri" panose="020F0502020204030204"/>
                <a:cs typeface="Calibri" panose="020F0502020204030204"/>
              </a:rPr>
              <a:t> </a:t>
            </a:r>
            <a:r>
              <a:rPr sz="1800" dirty="0">
                <a:latin typeface="华文新魏" panose="02010800040101010101" charset="-122"/>
                <a:cs typeface="华文新魏" panose="02010800040101010101" charset="-122"/>
              </a:rPr>
              <a:t>简要描述</a:t>
            </a:r>
            <a:endParaRPr sz="1800">
              <a:latin typeface="华文新魏" panose="02010800040101010101" charset="-122"/>
              <a:cs typeface="华文新魏" panose="02010800040101010101" charset="-122"/>
            </a:endParaRPr>
          </a:p>
          <a:p>
            <a:pPr marL="12700">
              <a:lnSpc>
                <a:spcPct val="100000"/>
              </a:lnSpc>
              <a:spcBef>
                <a:spcPts val="40"/>
              </a:spcBef>
            </a:pPr>
            <a:r>
              <a:rPr sz="1800" spc="-370" dirty="0">
                <a:latin typeface="Calibri" panose="020F0502020204030204"/>
                <a:cs typeface="Calibri" panose="020F0502020204030204"/>
              </a:rPr>
              <a:t>-­‐       </a:t>
            </a:r>
            <a:r>
              <a:rPr sz="1800" spc="-355" dirty="0">
                <a:latin typeface="Calibri" panose="020F0502020204030204"/>
                <a:cs typeface="Calibri" panose="020F0502020204030204"/>
              </a:rPr>
              <a:t> </a:t>
            </a:r>
            <a:r>
              <a:rPr sz="1800" dirty="0">
                <a:latin typeface="华文新魏" panose="02010800040101010101" charset="-122"/>
                <a:cs typeface="华文新魏" panose="02010800040101010101" charset="-122"/>
              </a:rPr>
              <a:t>事件流程</a:t>
            </a:r>
            <a:endParaRPr sz="1800">
              <a:latin typeface="华文新魏" panose="02010800040101010101" charset="-122"/>
              <a:cs typeface="华文新魏" panose="02010800040101010101" charset="-122"/>
            </a:endParaRPr>
          </a:p>
        </p:txBody>
      </p:sp>
      <p:sp>
        <p:nvSpPr>
          <p:cNvPr id="54" name="object 54"/>
          <p:cNvSpPr/>
          <p:nvPr/>
        </p:nvSpPr>
        <p:spPr>
          <a:xfrm>
            <a:off x="4857507" y="4753837"/>
            <a:ext cx="650875" cy="630555"/>
          </a:xfrm>
          <a:custGeom>
            <a:avLst/>
            <a:gdLst/>
            <a:ahLst/>
            <a:cxnLst/>
            <a:rect l="l" t="t" r="r" b="b"/>
            <a:pathLst>
              <a:path w="650875" h="630554">
                <a:moveTo>
                  <a:pt x="80437" y="0"/>
                </a:moveTo>
                <a:lnTo>
                  <a:pt x="0" y="584572"/>
                </a:lnTo>
                <a:lnTo>
                  <a:pt x="564038" y="630448"/>
                </a:lnTo>
                <a:lnTo>
                  <a:pt x="650854" y="45877"/>
                </a:lnTo>
                <a:lnTo>
                  <a:pt x="80437" y="0"/>
                </a:lnTo>
                <a:close/>
              </a:path>
            </a:pathLst>
          </a:custGeom>
          <a:solidFill>
            <a:srgbClr val="CCCCCC"/>
          </a:solidFill>
        </p:spPr>
        <p:txBody>
          <a:bodyPr wrap="square" lIns="0" tIns="0" rIns="0" bIns="0" rtlCol="0"/>
          <a:lstStyle/>
          <a:p>
            <a:endParaRPr/>
          </a:p>
        </p:txBody>
      </p:sp>
      <p:sp>
        <p:nvSpPr>
          <p:cNvPr id="55" name="object 55"/>
          <p:cNvSpPr/>
          <p:nvPr/>
        </p:nvSpPr>
        <p:spPr>
          <a:xfrm>
            <a:off x="4857507" y="4753836"/>
            <a:ext cx="650875" cy="630555"/>
          </a:xfrm>
          <a:custGeom>
            <a:avLst/>
            <a:gdLst/>
            <a:ahLst/>
            <a:cxnLst/>
            <a:rect l="l" t="t" r="r" b="b"/>
            <a:pathLst>
              <a:path w="650875" h="630554">
                <a:moveTo>
                  <a:pt x="80437" y="0"/>
                </a:moveTo>
                <a:lnTo>
                  <a:pt x="650853" y="45877"/>
                </a:lnTo>
                <a:lnTo>
                  <a:pt x="564038" y="630448"/>
                </a:lnTo>
                <a:lnTo>
                  <a:pt x="0" y="584572"/>
                </a:lnTo>
                <a:lnTo>
                  <a:pt x="80437" y="0"/>
                </a:lnTo>
              </a:path>
            </a:pathLst>
          </a:custGeom>
          <a:ln w="6258">
            <a:solidFill>
              <a:srgbClr val="CCCCCC"/>
            </a:solidFill>
          </a:ln>
        </p:spPr>
        <p:txBody>
          <a:bodyPr wrap="square" lIns="0" tIns="0" rIns="0" bIns="0" rtlCol="0"/>
          <a:lstStyle/>
          <a:p>
            <a:endParaRPr/>
          </a:p>
        </p:txBody>
      </p:sp>
      <p:sp>
        <p:nvSpPr>
          <p:cNvPr id="56" name="object 56"/>
          <p:cNvSpPr/>
          <p:nvPr/>
        </p:nvSpPr>
        <p:spPr>
          <a:xfrm>
            <a:off x="4882521" y="4762811"/>
            <a:ext cx="614045" cy="608330"/>
          </a:xfrm>
          <a:custGeom>
            <a:avLst/>
            <a:gdLst/>
            <a:ahLst/>
            <a:cxnLst/>
            <a:rect l="l" t="t" r="r" b="b"/>
            <a:pathLst>
              <a:path w="614045" h="608329">
                <a:moveTo>
                  <a:pt x="43162" y="0"/>
                </a:moveTo>
                <a:lnTo>
                  <a:pt x="0" y="584583"/>
                </a:lnTo>
                <a:lnTo>
                  <a:pt x="570419" y="607758"/>
                </a:lnTo>
                <a:lnTo>
                  <a:pt x="613590" y="23185"/>
                </a:lnTo>
                <a:lnTo>
                  <a:pt x="43162" y="0"/>
                </a:lnTo>
                <a:close/>
              </a:path>
            </a:pathLst>
          </a:custGeom>
          <a:solidFill>
            <a:srgbClr val="CCCCCC"/>
          </a:solidFill>
        </p:spPr>
        <p:txBody>
          <a:bodyPr wrap="square" lIns="0" tIns="0" rIns="0" bIns="0" rtlCol="0"/>
          <a:lstStyle/>
          <a:p>
            <a:endParaRPr/>
          </a:p>
        </p:txBody>
      </p:sp>
      <p:sp>
        <p:nvSpPr>
          <p:cNvPr id="57" name="object 57"/>
          <p:cNvSpPr/>
          <p:nvPr/>
        </p:nvSpPr>
        <p:spPr>
          <a:xfrm>
            <a:off x="4882521" y="4762810"/>
            <a:ext cx="614045" cy="608330"/>
          </a:xfrm>
          <a:custGeom>
            <a:avLst/>
            <a:gdLst/>
            <a:ahLst/>
            <a:cxnLst/>
            <a:rect l="l" t="t" r="r" b="b"/>
            <a:pathLst>
              <a:path w="614045" h="608329">
                <a:moveTo>
                  <a:pt x="43162" y="0"/>
                </a:moveTo>
                <a:lnTo>
                  <a:pt x="613590" y="23186"/>
                </a:lnTo>
                <a:lnTo>
                  <a:pt x="570419" y="607759"/>
                </a:lnTo>
                <a:lnTo>
                  <a:pt x="0" y="584583"/>
                </a:lnTo>
                <a:lnTo>
                  <a:pt x="43162" y="0"/>
                </a:lnTo>
              </a:path>
            </a:pathLst>
          </a:custGeom>
          <a:ln w="6261">
            <a:solidFill>
              <a:srgbClr val="CCCCCC"/>
            </a:solidFill>
          </a:ln>
        </p:spPr>
        <p:txBody>
          <a:bodyPr wrap="square" lIns="0" tIns="0" rIns="0" bIns="0" rtlCol="0"/>
          <a:lstStyle/>
          <a:p>
            <a:endParaRPr/>
          </a:p>
        </p:txBody>
      </p:sp>
      <p:sp>
        <p:nvSpPr>
          <p:cNvPr id="58" name="object 58"/>
          <p:cNvSpPr/>
          <p:nvPr/>
        </p:nvSpPr>
        <p:spPr>
          <a:xfrm>
            <a:off x="4913421" y="4767549"/>
            <a:ext cx="570865" cy="584835"/>
          </a:xfrm>
          <a:custGeom>
            <a:avLst/>
            <a:gdLst/>
            <a:ahLst/>
            <a:cxnLst/>
            <a:rect l="l" t="t" r="r" b="b"/>
            <a:pathLst>
              <a:path w="570864" h="584835">
                <a:moveTo>
                  <a:pt x="0" y="584576"/>
                </a:moveTo>
                <a:lnTo>
                  <a:pt x="570426" y="584576"/>
                </a:lnTo>
                <a:lnTo>
                  <a:pt x="570426" y="0"/>
                </a:lnTo>
                <a:lnTo>
                  <a:pt x="0" y="0"/>
                </a:lnTo>
                <a:lnTo>
                  <a:pt x="0" y="584576"/>
                </a:lnTo>
                <a:close/>
              </a:path>
            </a:pathLst>
          </a:custGeom>
          <a:solidFill>
            <a:srgbClr val="CCCCCC"/>
          </a:solidFill>
        </p:spPr>
        <p:txBody>
          <a:bodyPr wrap="square" lIns="0" tIns="0" rIns="0" bIns="0" rtlCol="0"/>
          <a:lstStyle/>
          <a:p>
            <a:endParaRPr/>
          </a:p>
        </p:txBody>
      </p:sp>
      <p:sp>
        <p:nvSpPr>
          <p:cNvPr id="59" name="object 59"/>
          <p:cNvSpPr/>
          <p:nvPr/>
        </p:nvSpPr>
        <p:spPr>
          <a:xfrm>
            <a:off x="4913421" y="4767554"/>
            <a:ext cx="570865" cy="584835"/>
          </a:xfrm>
          <a:custGeom>
            <a:avLst/>
            <a:gdLst/>
            <a:ahLst/>
            <a:cxnLst/>
            <a:rect l="l" t="t" r="r" b="b"/>
            <a:pathLst>
              <a:path w="570864" h="584835">
                <a:moveTo>
                  <a:pt x="0" y="0"/>
                </a:moveTo>
                <a:lnTo>
                  <a:pt x="570419" y="0"/>
                </a:lnTo>
                <a:lnTo>
                  <a:pt x="570419" y="584570"/>
                </a:lnTo>
                <a:lnTo>
                  <a:pt x="0" y="584570"/>
                </a:lnTo>
                <a:lnTo>
                  <a:pt x="0" y="0"/>
                </a:lnTo>
              </a:path>
            </a:pathLst>
          </a:custGeom>
          <a:ln w="6265">
            <a:solidFill>
              <a:srgbClr val="CCCCCC"/>
            </a:solidFill>
          </a:ln>
        </p:spPr>
        <p:txBody>
          <a:bodyPr wrap="square" lIns="0" tIns="0" rIns="0" bIns="0" rtlCol="0"/>
          <a:lstStyle/>
          <a:p>
            <a:endParaRPr/>
          </a:p>
        </p:txBody>
      </p:sp>
      <p:sp>
        <p:nvSpPr>
          <p:cNvPr id="60" name="object 60"/>
          <p:cNvSpPr/>
          <p:nvPr/>
        </p:nvSpPr>
        <p:spPr>
          <a:xfrm>
            <a:off x="5006118" y="4744844"/>
            <a:ext cx="37465" cy="83185"/>
          </a:xfrm>
          <a:custGeom>
            <a:avLst/>
            <a:gdLst/>
            <a:ahLst/>
            <a:cxnLst/>
            <a:rect l="l" t="t" r="r" b="b"/>
            <a:pathLst>
              <a:path w="37464" h="83185">
                <a:moveTo>
                  <a:pt x="25013" y="78037"/>
                </a:moveTo>
                <a:lnTo>
                  <a:pt x="6381" y="78037"/>
                </a:lnTo>
                <a:lnTo>
                  <a:pt x="12764" y="82762"/>
                </a:lnTo>
                <a:lnTo>
                  <a:pt x="25013" y="82762"/>
                </a:lnTo>
                <a:lnTo>
                  <a:pt x="25013" y="78037"/>
                </a:lnTo>
                <a:close/>
              </a:path>
              <a:path w="37464" h="83185">
                <a:moveTo>
                  <a:pt x="6381" y="8992"/>
                </a:moveTo>
                <a:lnTo>
                  <a:pt x="0" y="8992"/>
                </a:lnTo>
                <a:lnTo>
                  <a:pt x="0" y="78037"/>
                </a:lnTo>
                <a:lnTo>
                  <a:pt x="6381" y="78037"/>
                </a:lnTo>
                <a:lnTo>
                  <a:pt x="6381" y="8992"/>
                </a:lnTo>
                <a:close/>
              </a:path>
              <a:path w="37464" h="83185">
                <a:moveTo>
                  <a:pt x="31395" y="32160"/>
                </a:moveTo>
                <a:lnTo>
                  <a:pt x="25013" y="32160"/>
                </a:lnTo>
                <a:lnTo>
                  <a:pt x="25013" y="78037"/>
                </a:lnTo>
                <a:lnTo>
                  <a:pt x="31395" y="78037"/>
                </a:lnTo>
                <a:lnTo>
                  <a:pt x="31395" y="32160"/>
                </a:lnTo>
                <a:close/>
              </a:path>
              <a:path w="37464" h="83185">
                <a:moveTo>
                  <a:pt x="37283" y="4248"/>
                </a:moveTo>
                <a:lnTo>
                  <a:pt x="31395" y="4248"/>
                </a:lnTo>
                <a:lnTo>
                  <a:pt x="31395" y="17966"/>
                </a:lnTo>
                <a:lnTo>
                  <a:pt x="37283" y="17966"/>
                </a:lnTo>
                <a:lnTo>
                  <a:pt x="37283" y="4248"/>
                </a:lnTo>
                <a:close/>
              </a:path>
              <a:path w="37464" h="83185">
                <a:moveTo>
                  <a:pt x="12764" y="4248"/>
                </a:moveTo>
                <a:lnTo>
                  <a:pt x="6381" y="4248"/>
                </a:lnTo>
                <a:lnTo>
                  <a:pt x="6381" y="8992"/>
                </a:lnTo>
                <a:lnTo>
                  <a:pt x="12764" y="4248"/>
                </a:lnTo>
                <a:close/>
              </a:path>
              <a:path w="37464" h="83185">
                <a:moveTo>
                  <a:pt x="25013" y="0"/>
                </a:moveTo>
                <a:lnTo>
                  <a:pt x="12764" y="0"/>
                </a:lnTo>
                <a:lnTo>
                  <a:pt x="12764" y="4248"/>
                </a:lnTo>
                <a:lnTo>
                  <a:pt x="31395" y="4248"/>
                </a:lnTo>
                <a:lnTo>
                  <a:pt x="25013" y="0"/>
                </a:lnTo>
                <a:close/>
              </a:path>
            </a:pathLst>
          </a:custGeom>
          <a:solidFill>
            <a:srgbClr val="CCCCCC"/>
          </a:solidFill>
        </p:spPr>
        <p:txBody>
          <a:bodyPr wrap="square" lIns="0" tIns="0" rIns="0" bIns="0" rtlCol="0"/>
          <a:lstStyle/>
          <a:p>
            <a:endParaRPr/>
          </a:p>
        </p:txBody>
      </p:sp>
      <p:sp>
        <p:nvSpPr>
          <p:cNvPr id="61" name="object 61"/>
          <p:cNvSpPr/>
          <p:nvPr/>
        </p:nvSpPr>
        <p:spPr>
          <a:xfrm>
            <a:off x="5006119" y="4744844"/>
            <a:ext cx="37465" cy="83185"/>
          </a:xfrm>
          <a:custGeom>
            <a:avLst/>
            <a:gdLst/>
            <a:ahLst/>
            <a:cxnLst/>
            <a:rect l="l" t="t" r="r" b="b"/>
            <a:pathLst>
              <a:path w="37464" h="83185">
                <a:moveTo>
                  <a:pt x="37282" y="17966"/>
                </a:moveTo>
                <a:lnTo>
                  <a:pt x="31395" y="17966"/>
                </a:lnTo>
                <a:lnTo>
                  <a:pt x="31395" y="13717"/>
                </a:lnTo>
                <a:lnTo>
                  <a:pt x="31395" y="4248"/>
                </a:lnTo>
                <a:lnTo>
                  <a:pt x="18631" y="4248"/>
                </a:lnTo>
                <a:lnTo>
                  <a:pt x="12763" y="4248"/>
                </a:lnTo>
                <a:lnTo>
                  <a:pt x="6381" y="13717"/>
                </a:lnTo>
                <a:lnTo>
                  <a:pt x="6381" y="73312"/>
                </a:lnTo>
                <a:lnTo>
                  <a:pt x="6381" y="78037"/>
                </a:lnTo>
                <a:lnTo>
                  <a:pt x="18631" y="78037"/>
                </a:lnTo>
                <a:lnTo>
                  <a:pt x="25013" y="78037"/>
                </a:lnTo>
                <a:lnTo>
                  <a:pt x="25013" y="73312"/>
                </a:lnTo>
                <a:lnTo>
                  <a:pt x="25013" y="32159"/>
                </a:lnTo>
                <a:lnTo>
                  <a:pt x="31395" y="32159"/>
                </a:lnTo>
                <a:lnTo>
                  <a:pt x="31395" y="73312"/>
                </a:lnTo>
                <a:lnTo>
                  <a:pt x="25013" y="78037"/>
                </a:lnTo>
                <a:lnTo>
                  <a:pt x="18631" y="82762"/>
                </a:lnTo>
                <a:lnTo>
                  <a:pt x="6381" y="78037"/>
                </a:lnTo>
                <a:lnTo>
                  <a:pt x="0" y="73312"/>
                </a:lnTo>
                <a:lnTo>
                  <a:pt x="0" y="13717"/>
                </a:lnTo>
                <a:lnTo>
                  <a:pt x="6381" y="4248"/>
                </a:lnTo>
                <a:lnTo>
                  <a:pt x="18631" y="0"/>
                </a:lnTo>
                <a:lnTo>
                  <a:pt x="31395" y="4248"/>
                </a:lnTo>
                <a:lnTo>
                  <a:pt x="37282" y="13717"/>
                </a:lnTo>
                <a:lnTo>
                  <a:pt x="37282" y="17966"/>
                </a:lnTo>
              </a:path>
            </a:pathLst>
          </a:custGeom>
          <a:ln w="6337">
            <a:solidFill>
              <a:srgbClr val="CCCCCC"/>
            </a:solidFill>
          </a:ln>
        </p:spPr>
        <p:txBody>
          <a:bodyPr wrap="square" lIns="0" tIns="0" rIns="0" bIns="0" rtlCol="0"/>
          <a:lstStyle/>
          <a:p>
            <a:endParaRPr/>
          </a:p>
        </p:txBody>
      </p:sp>
      <p:sp>
        <p:nvSpPr>
          <p:cNvPr id="62" name="object 62"/>
          <p:cNvSpPr/>
          <p:nvPr/>
        </p:nvSpPr>
        <p:spPr>
          <a:xfrm>
            <a:off x="5006119" y="4749092"/>
            <a:ext cx="37465" cy="74295"/>
          </a:xfrm>
          <a:custGeom>
            <a:avLst/>
            <a:gdLst/>
            <a:ahLst/>
            <a:cxnLst/>
            <a:rect l="l" t="t" r="r" b="b"/>
            <a:pathLst>
              <a:path w="37464" h="74295">
                <a:moveTo>
                  <a:pt x="37282" y="13717"/>
                </a:moveTo>
                <a:lnTo>
                  <a:pt x="37282" y="9468"/>
                </a:lnTo>
                <a:lnTo>
                  <a:pt x="31395" y="0"/>
                </a:lnTo>
                <a:lnTo>
                  <a:pt x="18631" y="0"/>
                </a:lnTo>
                <a:lnTo>
                  <a:pt x="6381" y="0"/>
                </a:lnTo>
                <a:lnTo>
                  <a:pt x="0" y="9468"/>
                </a:lnTo>
                <a:lnTo>
                  <a:pt x="0" y="69064"/>
                </a:lnTo>
                <a:lnTo>
                  <a:pt x="6381" y="73789"/>
                </a:lnTo>
                <a:lnTo>
                  <a:pt x="12763" y="73789"/>
                </a:lnTo>
                <a:lnTo>
                  <a:pt x="25013" y="73789"/>
                </a:lnTo>
                <a:lnTo>
                  <a:pt x="25013" y="69064"/>
                </a:lnTo>
                <a:lnTo>
                  <a:pt x="25013" y="27911"/>
                </a:lnTo>
              </a:path>
            </a:pathLst>
          </a:custGeom>
          <a:ln w="6329">
            <a:solidFill>
              <a:srgbClr val="CCCCCC"/>
            </a:solidFill>
          </a:ln>
        </p:spPr>
        <p:txBody>
          <a:bodyPr wrap="square" lIns="0" tIns="0" rIns="0" bIns="0" rtlCol="0"/>
          <a:lstStyle/>
          <a:p>
            <a:endParaRPr/>
          </a:p>
        </p:txBody>
      </p:sp>
      <p:sp>
        <p:nvSpPr>
          <p:cNvPr id="63" name="object 63"/>
          <p:cNvSpPr/>
          <p:nvPr/>
        </p:nvSpPr>
        <p:spPr>
          <a:xfrm>
            <a:off x="4832982" y="4735394"/>
            <a:ext cx="650875" cy="626110"/>
          </a:xfrm>
          <a:custGeom>
            <a:avLst/>
            <a:gdLst/>
            <a:ahLst/>
            <a:cxnLst/>
            <a:rect l="l" t="t" r="r" b="b"/>
            <a:pathLst>
              <a:path w="650875" h="626110">
                <a:moveTo>
                  <a:pt x="86815" y="0"/>
                </a:moveTo>
                <a:lnTo>
                  <a:pt x="0" y="579840"/>
                </a:lnTo>
                <a:lnTo>
                  <a:pt x="569932" y="625717"/>
                </a:lnTo>
                <a:lnTo>
                  <a:pt x="650859" y="41610"/>
                </a:lnTo>
                <a:lnTo>
                  <a:pt x="86815" y="0"/>
                </a:lnTo>
                <a:close/>
              </a:path>
            </a:pathLst>
          </a:custGeom>
          <a:solidFill>
            <a:srgbClr val="999999"/>
          </a:solidFill>
        </p:spPr>
        <p:txBody>
          <a:bodyPr wrap="square" lIns="0" tIns="0" rIns="0" bIns="0" rtlCol="0"/>
          <a:lstStyle/>
          <a:p>
            <a:endParaRPr/>
          </a:p>
        </p:txBody>
      </p:sp>
      <p:sp>
        <p:nvSpPr>
          <p:cNvPr id="64" name="object 64"/>
          <p:cNvSpPr/>
          <p:nvPr/>
        </p:nvSpPr>
        <p:spPr>
          <a:xfrm>
            <a:off x="4832982" y="4735394"/>
            <a:ext cx="650875" cy="626110"/>
          </a:xfrm>
          <a:custGeom>
            <a:avLst/>
            <a:gdLst/>
            <a:ahLst/>
            <a:cxnLst/>
            <a:rect l="l" t="t" r="r" b="b"/>
            <a:pathLst>
              <a:path w="650875" h="626110">
                <a:moveTo>
                  <a:pt x="86815" y="0"/>
                </a:moveTo>
                <a:lnTo>
                  <a:pt x="650859" y="41609"/>
                </a:lnTo>
                <a:lnTo>
                  <a:pt x="569932" y="625717"/>
                </a:lnTo>
                <a:lnTo>
                  <a:pt x="0" y="579840"/>
                </a:lnTo>
                <a:lnTo>
                  <a:pt x="86815" y="0"/>
                </a:lnTo>
              </a:path>
            </a:pathLst>
          </a:custGeom>
          <a:ln w="6257">
            <a:solidFill>
              <a:srgbClr val="000000"/>
            </a:solidFill>
          </a:ln>
        </p:spPr>
        <p:txBody>
          <a:bodyPr wrap="square" lIns="0" tIns="0" rIns="0" bIns="0" rtlCol="0"/>
          <a:lstStyle/>
          <a:p>
            <a:endParaRPr/>
          </a:p>
        </p:txBody>
      </p:sp>
      <p:sp>
        <p:nvSpPr>
          <p:cNvPr id="65" name="object 65"/>
          <p:cNvSpPr/>
          <p:nvPr/>
        </p:nvSpPr>
        <p:spPr>
          <a:xfrm>
            <a:off x="4863883" y="4740120"/>
            <a:ext cx="614045" cy="607695"/>
          </a:xfrm>
          <a:custGeom>
            <a:avLst/>
            <a:gdLst/>
            <a:ahLst/>
            <a:cxnLst/>
            <a:rect l="l" t="t" r="r" b="b"/>
            <a:pathLst>
              <a:path w="614045" h="607695">
                <a:moveTo>
                  <a:pt x="43160" y="0"/>
                </a:moveTo>
                <a:lnTo>
                  <a:pt x="0" y="584573"/>
                </a:lnTo>
                <a:lnTo>
                  <a:pt x="570425" y="607274"/>
                </a:lnTo>
                <a:lnTo>
                  <a:pt x="613576" y="22691"/>
                </a:lnTo>
                <a:lnTo>
                  <a:pt x="43160" y="0"/>
                </a:lnTo>
                <a:close/>
              </a:path>
            </a:pathLst>
          </a:custGeom>
          <a:solidFill>
            <a:srgbClr val="CCCCCC"/>
          </a:solidFill>
        </p:spPr>
        <p:txBody>
          <a:bodyPr wrap="square" lIns="0" tIns="0" rIns="0" bIns="0" rtlCol="0"/>
          <a:lstStyle/>
          <a:p>
            <a:endParaRPr/>
          </a:p>
        </p:txBody>
      </p:sp>
      <p:sp>
        <p:nvSpPr>
          <p:cNvPr id="66" name="object 66"/>
          <p:cNvSpPr/>
          <p:nvPr/>
        </p:nvSpPr>
        <p:spPr>
          <a:xfrm>
            <a:off x="4863883" y="4740119"/>
            <a:ext cx="614045" cy="607695"/>
          </a:xfrm>
          <a:custGeom>
            <a:avLst/>
            <a:gdLst/>
            <a:ahLst/>
            <a:cxnLst/>
            <a:rect l="l" t="t" r="r" b="b"/>
            <a:pathLst>
              <a:path w="614045" h="607695">
                <a:moveTo>
                  <a:pt x="43160" y="0"/>
                </a:moveTo>
                <a:lnTo>
                  <a:pt x="613576" y="22690"/>
                </a:lnTo>
                <a:lnTo>
                  <a:pt x="570425" y="607274"/>
                </a:lnTo>
                <a:lnTo>
                  <a:pt x="0" y="584574"/>
                </a:lnTo>
                <a:lnTo>
                  <a:pt x="43160" y="0"/>
                </a:lnTo>
              </a:path>
            </a:pathLst>
          </a:custGeom>
          <a:ln w="6261">
            <a:solidFill>
              <a:srgbClr val="000000"/>
            </a:solidFill>
          </a:ln>
        </p:spPr>
        <p:txBody>
          <a:bodyPr wrap="square" lIns="0" tIns="0" rIns="0" bIns="0" rtlCol="0"/>
          <a:lstStyle/>
          <a:p>
            <a:endParaRPr/>
          </a:p>
        </p:txBody>
      </p:sp>
      <p:sp>
        <p:nvSpPr>
          <p:cNvPr id="67" name="object 67"/>
          <p:cNvSpPr/>
          <p:nvPr/>
        </p:nvSpPr>
        <p:spPr>
          <a:xfrm>
            <a:off x="4888406" y="4744850"/>
            <a:ext cx="577215" cy="584200"/>
          </a:xfrm>
          <a:custGeom>
            <a:avLst/>
            <a:gdLst/>
            <a:ahLst/>
            <a:cxnLst/>
            <a:rect l="l" t="t" r="r" b="b"/>
            <a:pathLst>
              <a:path w="577214" h="584200">
                <a:moveTo>
                  <a:pt x="0" y="584099"/>
                </a:moveTo>
                <a:lnTo>
                  <a:pt x="576807" y="584099"/>
                </a:lnTo>
                <a:lnTo>
                  <a:pt x="576807" y="0"/>
                </a:lnTo>
                <a:lnTo>
                  <a:pt x="0" y="0"/>
                </a:lnTo>
                <a:lnTo>
                  <a:pt x="0" y="584099"/>
                </a:lnTo>
                <a:close/>
              </a:path>
            </a:pathLst>
          </a:custGeom>
          <a:solidFill>
            <a:srgbClr val="FF9999"/>
          </a:solidFill>
        </p:spPr>
        <p:txBody>
          <a:bodyPr wrap="square" lIns="0" tIns="0" rIns="0" bIns="0" rtlCol="0"/>
          <a:lstStyle/>
          <a:p>
            <a:endParaRPr/>
          </a:p>
        </p:txBody>
      </p:sp>
      <p:sp>
        <p:nvSpPr>
          <p:cNvPr id="68" name="object 68"/>
          <p:cNvSpPr/>
          <p:nvPr/>
        </p:nvSpPr>
        <p:spPr>
          <a:xfrm>
            <a:off x="4888407" y="4744844"/>
            <a:ext cx="577215" cy="584200"/>
          </a:xfrm>
          <a:custGeom>
            <a:avLst/>
            <a:gdLst/>
            <a:ahLst/>
            <a:cxnLst/>
            <a:rect l="l" t="t" r="r" b="b"/>
            <a:pathLst>
              <a:path w="577214" h="584200">
                <a:moveTo>
                  <a:pt x="0" y="0"/>
                </a:moveTo>
                <a:lnTo>
                  <a:pt x="576803" y="0"/>
                </a:lnTo>
                <a:lnTo>
                  <a:pt x="576803" y="584105"/>
                </a:lnTo>
                <a:lnTo>
                  <a:pt x="0" y="584105"/>
                </a:lnTo>
                <a:lnTo>
                  <a:pt x="0" y="0"/>
                </a:lnTo>
              </a:path>
            </a:pathLst>
          </a:custGeom>
          <a:ln w="6263">
            <a:solidFill>
              <a:srgbClr val="000000"/>
            </a:solidFill>
          </a:ln>
        </p:spPr>
        <p:txBody>
          <a:bodyPr wrap="square" lIns="0" tIns="0" rIns="0" bIns="0" rtlCol="0"/>
          <a:lstStyle/>
          <a:p>
            <a:endParaRPr/>
          </a:p>
        </p:txBody>
      </p:sp>
      <p:sp>
        <p:nvSpPr>
          <p:cNvPr id="69" name="object 69"/>
          <p:cNvSpPr/>
          <p:nvPr/>
        </p:nvSpPr>
        <p:spPr>
          <a:xfrm>
            <a:off x="4987974" y="4721677"/>
            <a:ext cx="36830" cy="83185"/>
          </a:xfrm>
          <a:custGeom>
            <a:avLst/>
            <a:gdLst/>
            <a:ahLst/>
            <a:cxnLst/>
            <a:rect l="l" t="t" r="r" b="b"/>
            <a:pathLst>
              <a:path w="36829" h="83185">
                <a:moveTo>
                  <a:pt x="24526" y="78037"/>
                </a:moveTo>
                <a:lnTo>
                  <a:pt x="5885" y="78037"/>
                </a:lnTo>
                <a:lnTo>
                  <a:pt x="5885" y="82762"/>
                </a:lnTo>
                <a:lnTo>
                  <a:pt x="24526" y="82762"/>
                </a:lnTo>
                <a:lnTo>
                  <a:pt x="24526" y="78037"/>
                </a:lnTo>
                <a:close/>
              </a:path>
              <a:path w="36829" h="83185">
                <a:moveTo>
                  <a:pt x="12261" y="4724"/>
                </a:moveTo>
                <a:lnTo>
                  <a:pt x="5885" y="4724"/>
                </a:lnTo>
                <a:lnTo>
                  <a:pt x="0" y="8973"/>
                </a:lnTo>
                <a:lnTo>
                  <a:pt x="0" y="78037"/>
                </a:lnTo>
                <a:lnTo>
                  <a:pt x="5885" y="78037"/>
                </a:lnTo>
                <a:lnTo>
                  <a:pt x="5885" y="8973"/>
                </a:lnTo>
                <a:lnTo>
                  <a:pt x="12261" y="4724"/>
                </a:lnTo>
                <a:close/>
              </a:path>
              <a:path w="36829" h="83185">
                <a:moveTo>
                  <a:pt x="30909" y="32160"/>
                </a:moveTo>
                <a:lnTo>
                  <a:pt x="24526" y="32160"/>
                </a:lnTo>
                <a:lnTo>
                  <a:pt x="24526" y="78037"/>
                </a:lnTo>
                <a:lnTo>
                  <a:pt x="30909" y="73769"/>
                </a:lnTo>
                <a:lnTo>
                  <a:pt x="30909" y="32160"/>
                </a:lnTo>
                <a:close/>
              </a:path>
              <a:path w="36829" h="83185">
                <a:moveTo>
                  <a:pt x="36776" y="8973"/>
                </a:moveTo>
                <a:lnTo>
                  <a:pt x="30909" y="8973"/>
                </a:lnTo>
                <a:lnTo>
                  <a:pt x="30909" y="18442"/>
                </a:lnTo>
                <a:lnTo>
                  <a:pt x="36776" y="18442"/>
                </a:lnTo>
                <a:lnTo>
                  <a:pt x="36776" y="8973"/>
                </a:lnTo>
                <a:close/>
              </a:path>
              <a:path w="36829" h="83185">
                <a:moveTo>
                  <a:pt x="30909" y="4724"/>
                </a:moveTo>
                <a:lnTo>
                  <a:pt x="24526" y="4724"/>
                </a:lnTo>
                <a:lnTo>
                  <a:pt x="24526" y="8973"/>
                </a:lnTo>
                <a:lnTo>
                  <a:pt x="30909" y="8973"/>
                </a:lnTo>
                <a:lnTo>
                  <a:pt x="30909" y="4724"/>
                </a:lnTo>
                <a:close/>
              </a:path>
              <a:path w="36829" h="83185">
                <a:moveTo>
                  <a:pt x="18144" y="0"/>
                </a:moveTo>
                <a:lnTo>
                  <a:pt x="12261" y="4724"/>
                </a:lnTo>
                <a:lnTo>
                  <a:pt x="18144" y="4724"/>
                </a:lnTo>
                <a:lnTo>
                  <a:pt x="18144" y="0"/>
                </a:lnTo>
                <a:close/>
              </a:path>
            </a:pathLst>
          </a:custGeom>
          <a:solidFill>
            <a:srgbClr val="E5E5E5"/>
          </a:solidFill>
        </p:spPr>
        <p:txBody>
          <a:bodyPr wrap="square" lIns="0" tIns="0" rIns="0" bIns="0" rtlCol="0"/>
          <a:lstStyle/>
          <a:p>
            <a:endParaRPr/>
          </a:p>
        </p:txBody>
      </p:sp>
      <p:sp>
        <p:nvSpPr>
          <p:cNvPr id="70" name="object 70"/>
          <p:cNvSpPr/>
          <p:nvPr/>
        </p:nvSpPr>
        <p:spPr>
          <a:xfrm>
            <a:off x="4987973" y="4721676"/>
            <a:ext cx="36830" cy="83185"/>
          </a:xfrm>
          <a:custGeom>
            <a:avLst/>
            <a:gdLst/>
            <a:ahLst/>
            <a:cxnLst/>
            <a:rect l="l" t="t" r="r" b="b"/>
            <a:pathLst>
              <a:path w="36829" h="83185">
                <a:moveTo>
                  <a:pt x="36777" y="18442"/>
                </a:moveTo>
                <a:lnTo>
                  <a:pt x="30908" y="18442"/>
                </a:lnTo>
                <a:lnTo>
                  <a:pt x="30908" y="13717"/>
                </a:lnTo>
                <a:lnTo>
                  <a:pt x="24527" y="8973"/>
                </a:lnTo>
                <a:lnTo>
                  <a:pt x="18145" y="4724"/>
                </a:lnTo>
                <a:lnTo>
                  <a:pt x="5885" y="8973"/>
                </a:lnTo>
                <a:lnTo>
                  <a:pt x="5885" y="13717"/>
                </a:lnTo>
                <a:lnTo>
                  <a:pt x="5885" y="73769"/>
                </a:lnTo>
                <a:lnTo>
                  <a:pt x="5885" y="78037"/>
                </a:lnTo>
                <a:lnTo>
                  <a:pt x="12261" y="78037"/>
                </a:lnTo>
                <a:lnTo>
                  <a:pt x="18145" y="78037"/>
                </a:lnTo>
                <a:lnTo>
                  <a:pt x="24527" y="73769"/>
                </a:lnTo>
                <a:lnTo>
                  <a:pt x="24527" y="32159"/>
                </a:lnTo>
                <a:lnTo>
                  <a:pt x="30908" y="32159"/>
                </a:lnTo>
                <a:lnTo>
                  <a:pt x="30908" y="73769"/>
                </a:lnTo>
                <a:lnTo>
                  <a:pt x="24527" y="78037"/>
                </a:lnTo>
                <a:lnTo>
                  <a:pt x="12261" y="82762"/>
                </a:lnTo>
                <a:lnTo>
                  <a:pt x="5885" y="78037"/>
                </a:lnTo>
                <a:lnTo>
                  <a:pt x="0" y="73769"/>
                </a:lnTo>
                <a:lnTo>
                  <a:pt x="0" y="13717"/>
                </a:lnTo>
                <a:lnTo>
                  <a:pt x="5885" y="4724"/>
                </a:lnTo>
                <a:lnTo>
                  <a:pt x="18145" y="0"/>
                </a:lnTo>
                <a:lnTo>
                  <a:pt x="30908" y="4724"/>
                </a:lnTo>
                <a:lnTo>
                  <a:pt x="36777" y="13717"/>
                </a:lnTo>
                <a:lnTo>
                  <a:pt x="36777" y="18442"/>
                </a:lnTo>
              </a:path>
            </a:pathLst>
          </a:custGeom>
          <a:ln w="6338">
            <a:solidFill>
              <a:srgbClr val="7E7E7E"/>
            </a:solidFill>
          </a:ln>
        </p:spPr>
        <p:txBody>
          <a:bodyPr wrap="square" lIns="0" tIns="0" rIns="0" bIns="0" rtlCol="0"/>
          <a:lstStyle/>
          <a:p>
            <a:endParaRPr/>
          </a:p>
        </p:txBody>
      </p:sp>
      <p:sp>
        <p:nvSpPr>
          <p:cNvPr id="71" name="object 71"/>
          <p:cNvSpPr/>
          <p:nvPr/>
        </p:nvSpPr>
        <p:spPr>
          <a:xfrm>
            <a:off x="4987973" y="4726401"/>
            <a:ext cx="31115" cy="78105"/>
          </a:xfrm>
          <a:custGeom>
            <a:avLst/>
            <a:gdLst/>
            <a:ahLst/>
            <a:cxnLst/>
            <a:rect l="l" t="t" r="r" b="b"/>
            <a:pathLst>
              <a:path w="31114" h="78104">
                <a:moveTo>
                  <a:pt x="30908" y="13717"/>
                </a:moveTo>
                <a:lnTo>
                  <a:pt x="30908" y="8992"/>
                </a:lnTo>
                <a:lnTo>
                  <a:pt x="30908" y="0"/>
                </a:lnTo>
                <a:lnTo>
                  <a:pt x="18145" y="0"/>
                </a:lnTo>
                <a:lnTo>
                  <a:pt x="5885" y="4248"/>
                </a:lnTo>
                <a:lnTo>
                  <a:pt x="0" y="8992"/>
                </a:lnTo>
                <a:lnTo>
                  <a:pt x="0" y="69044"/>
                </a:lnTo>
                <a:lnTo>
                  <a:pt x="5885" y="73312"/>
                </a:lnTo>
                <a:lnTo>
                  <a:pt x="12261" y="78037"/>
                </a:lnTo>
                <a:lnTo>
                  <a:pt x="24527" y="73312"/>
                </a:lnTo>
                <a:lnTo>
                  <a:pt x="24527" y="69044"/>
                </a:lnTo>
                <a:lnTo>
                  <a:pt x="24527" y="32159"/>
                </a:lnTo>
              </a:path>
            </a:pathLst>
          </a:custGeom>
          <a:ln w="6345">
            <a:solidFill>
              <a:srgbClr val="999999"/>
            </a:solidFill>
          </a:ln>
        </p:spPr>
        <p:txBody>
          <a:bodyPr wrap="square" lIns="0" tIns="0" rIns="0" bIns="0" rtlCol="0"/>
          <a:lstStyle/>
          <a:p>
            <a:endParaRPr/>
          </a:p>
        </p:txBody>
      </p:sp>
      <p:sp>
        <p:nvSpPr>
          <p:cNvPr id="72" name="object 72"/>
          <p:cNvSpPr/>
          <p:nvPr/>
        </p:nvSpPr>
        <p:spPr>
          <a:xfrm>
            <a:off x="4969336" y="4836599"/>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73" name="object 73"/>
          <p:cNvSpPr/>
          <p:nvPr/>
        </p:nvSpPr>
        <p:spPr>
          <a:xfrm>
            <a:off x="4969336" y="4855041"/>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74" name="object 74"/>
          <p:cNvSpPr/>
          <p:nvPr/>
        </p:nvSpPr>
        <p:spPr>
          <a:xfrm>
            <a:off x="4969336" y="4878228"/>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75" name="object 75"/>
          <p:cNvSpPr/>
          <p:nvPr/>
        </p:nvSpPr>
        <p:spPr>
          <a:xfrm>
            <a:off x="4969336" y="4919361"/>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76" name="object 76"/>
          <p:cNvSpPr/>
          <p:nvPr/>
        </p:nvSpPr>
        <p:spPr>
          <a:xfrm>
            <a:off x="4969336" y="4942548"/>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77" name="object 77"/>
          <p:cNvSpPr/>
          <p:nvPr/>
        </p:nvSpPr>
        <p:spPr>
          <a:xfrm>
            <a:off x="4969336" y="4965715"/>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78" name="object 78"/>
          <p:cNvSpPr/>
          <p:nvPr/>
        </p:nvSpPr>
        <p:spPr>
          <a:xfrm>
            <a:off x="4969336" y="4984158"/>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79" name="object 79"/>
          <p:cNvSpPr/>
          <p:nvPr/>
        </p:nvSpPr>
        <p:spPr>
          <a:xfrm>
            <a:off x="4969336" y="5030035"/>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80" name="object 80"/>
          <p:cNvSpPr/>
          <p:nvPr/>
        </p:nvSpPr>
        <p:spPr>
          <a:xfrm>
            <a:off x="4969336" y="5048477"/>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81" name="object 81"/>
          <p:cNvSpPr/>
          <p:nvPr/>
        </p:nvSpPr>
        <p:spPr>
          <a:xfrm>
            <a:off x="4969336" y="5071188"/>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82" name="object 82"/>
          <p:cNvSpPr/>
          <p:nvPr/>
        </p:nvSpPr>
        <p:spPr>
          <a:xfrm>
            <a:off x="4969336" y="5089630"/>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83" name="object 83"/>
          <p:cNvSpPr/>
          <p:nvPr/>
        </p:nvSpPr>
        <p:spPr>
          <a:xfrm>
            <a:off x="4969336" y="5135984"/>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84" name="object 84"/>
          <p:cNvSpPr/>
          <p:nvPr/>
        </p:nvSpPr>
        <p:spPr>
          <a:xfrm>
            <a:off x="4969336" y="5154426"/>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85" name="object 85"/>
          <p:cNvSpPr/>
          <p:nvPr/>
        </p:nvSpPr>
        <p:spPr>
          <a:xfrm>
            <a:off x="4969336" y="5177136"/>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86" name="object 86"/>
          <p:cNvSpPr/>
          <p:nvPr/>
        </p:nvSpPr>
        <p:spPr>
          <a:xfrm>
            <a:off x="4969336" y="5200304"/>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87" name="object 87"/>
          <p:cNvSpPr/>
          <p:nvPr/>
        </p:nvSpPr>
        <p:spPr>
          <a:xfrm>
            <a:off x="4969336" y="5218750"/>
            <a:ext cx="421640" cy="0"/>
          </a:xfrm>
          <a:custGeom>
            <a:avLst/>
            <a:gdLst/>
            <a:ahLst/>
            <a:cxnLst/>
            <a:rect l="l" t="t" r="r" b="b"/>
            <a:pathLst>
              <a:path w="421639">
                <a:moveTo>
                  <a:pt x="0" y="0"/>
                </a:moveTo>
                <a:lnTo>
                  <a:pt x="421308" y="0"/>
                </a:lnTo>
              </a:path>
            </a:pathLst>
          </a:custGeom>
          <a:ln w="6148">
            <a:solidFill>
              <a:srgbClr val="000000"/>
            </a:solidFill>
          </a:ln>
        </p:spPr>
        <p:txBody>
          <a:bodyPr wrap="square" lIns="0" tIns="0" rIns="0" bIns="0" rtlCol="0"/>
          <a:lstStyle/>
          <a:p>
            <a:endParaRPr/>
          </a:p>
        </p:txBody>
      </p:sp>
      <p:sp>
        <p:nvSpPr>
          <p:cNvPr id="88" name="object 88"/>
          <p:cNvSpPr/>
          <p:nvPr/>
        </p:nvSpPr>
        <p:spPr>
          <a:xfrm>
            <a:off x="4969336" y="5241453"/>
            <a:ext cx="123825" cy="0"/>
          </a:xfrm>
          <a:custGeom>
            <a:avLst/>
            <a:gdLst/>
            <a:ahLst/>
            <a:cxnLst/>
            <a:rect l="l" t="t" r="r" b="b"/>
            <a:pathLst>
              <a:path w="123825">
                <a:moveTo>
                  <a:pt x="0" y="0"/>
                </a:moveTo>
                <a:lnTo>
                  <a:pt x="123598" y="0"/>
                </a:lnTo>
              </a:path>
            </a:pathLst>
          </a:custGeom>
          <a:ln w="6148">
            <a:solidFill>
              <a:srgbClr val="000000"/>
            </a:solidFill>
          </a:ln>
        </p:spPr>
        <p:txBody>
          <a:bodyPr wrap="square" lIns="0" tIns="0" rIns="0" bIns="0" rtlCol="0"/>
          <a:lstStyle/>
          <a:p>
            <a:endParaRPr/>
          </a:p>
        </p:txBody>
      </p:sp>
      <p:sp>
        <p:nvSpPr>
          <p:cNvPr id="89" name="object 89"/>
          <p:cNvSpPr txBox="1"/>
          <p:nvPr/>
        </p:nvSpPr>
        <p:spPr>
          <a:xfrm>
            <a:off x="6892452" y="5519115"/>
            <a:ext cx="1630680" cy="845819"/>
          </a:xfrm>
          <a:prstGeom prst="rect">
            <a:avLst/>
          </a:prstGeom>
        </p:spPr>
        <p:txBody>
          <a:bodyPr vert="horz" wrap="square" lIns="0" tIns="12700" rIns="0" bIns="0" rtlCol="0">
            <a:spAutoFit/>
          </a:bodyPr>
          <a:lstStyle/>
          <a:p>
            <a:pPr marL="12700">
              <a:lnSpc>
                <a:spcPts val="2130"/>
              </a:lnSpc>
              <a:spcBef>
                <a:spcPts val="100"/>
              </a:spcBef>
            </a:pPr>
            <a:r>
              <a:rPr sz="1800" dirty="0">
                <a:solidFill>
                  <a:srgbClr val="FF0000"/>
                </a:solidFill>
                <a:latin typeface="华文新魏" panose="02010800040101010101" charset="-122"/>
                <a:cs typeface="华文新魏" panose="02010800040101010101" charset="-122"/>
              </a:rPr>
              <a:t>用例规约</a:t>
            </a:r>
            <a:r>
              <a:rPr sz="1800" spc="-5" dirty="0">
                <a:solidFill>
                  <a:srgbClr val="FF2600"/>
                </a:solidFill>
                <a:latin typeface="Calibri" panose="020F0502020204030204"/>
                <a:cs typeface="Calibri" panose="020F0502020204030204"/>
              </a:rPr>
              <a:t>3(Spec)</a:t>
            </a:r>
            <a:endParaRPr sz="1800">
              <a:latin typeface="Calibri" panose="020F0502020204030204"/>
              <a:cs typeface="Calibri" panose="020F0502020204030204"/>
            </a:endParaRPr>
          </a:p>
          <a:p>
            <a:pPr marL="12700">
              <a:lnSpc>
                <a:spcPts val="2130"/>
              </a:lnSpc>
            </a:pPr>
            <a:r>
              <a:rPr sz="1800" spc="-370" dirty="0">
                <a:latin typeface="Calibri" panose="020F0502020204030204"/>
                <a:cs typeface="Calibri" panose="020F0502020204030204"/>
              </a:rPr>
              <a:t>-­‐       </a:t>
            </a:r>
            <a:r>
              <a:rPr sz="1800" spc="-355" dirty="0">
                <a:latin typeface="Calibri" panose="020F0502020204030204"/>
                <a:cs typeface="Calibri" panose="020F0502020204030204"/>
              </a:rPr>
              <a:t> </a:t>
            </a:r>
            <a:r>
              <a:rPr sz="1800" dirty="0">
                <a:latin typeface="华文新魏" panose="02010800040101010101" charset="-122"/>
                <a:cs typeface="华文新魏" panose="02010800040101010101" charset="-122"/>
              </a:rPr>
              <a:t>简要描述</a:t>
            </a:r>
            <a:endParaRPr sz="1800">
              <a:latin typeface="华文新魏" panose="02010800040101010101" charset="-122"/>
              <a:cs typeface="华文新魏" panose="02010800040101010101" charset="-122"/>
            </a:endParaRPr>
          </a:p>
          <a:p>
            <a:pPr marL="12700">
              <a:lnSpc>
                <a:spcPct val="100000"/>
              </a:lnSpc>
              <a:spcBef>
                <a:spcPts val="40"/>
              </a:spcBef>
            </a:pPr>
            <a:r>
              <a:rPr sz="1800" spc="-370" dirty="0">
                <a:latin typeface="Calibri" panose="020F0502020204030204"/>
                <a:cs typeface="Calibri" panose="020F0502020204030204"/>
              </a:rPr>
              <a:t>-­‐       </a:t>
            </a:r>
            <a:r>
              <a:rPr sz="1800" spc="-355" dirty="0">
                <a:latin typeface="Calibri" panose="020F0502020204030204"/>
                <a:cs typeface="Calibri" panose="020F0502020204030204"/>
              </a:rPr>
              <a:t> </a:t>
            </a:r>
            <a:r>
              <a:rPr sz="1800" dirty="0">
                <a:latin typeface="华文新魏" panose="02010800040101010101" charset="-122"/>
                <a:cs typeface="华文新魏" panose="02010800040101010101" charset="-122"/>
              </a:rPr>
              <a:t>事件流程</a:t>
            </a:r>
            <a:endParaRPr sz="1800">
              <a:latin typeface="华文新魏" panose="02010800040101010101" charset="-122"/>
              <a:cs typeface="华文新魏" panose="02010800040101010101" charset="-122"/>
            </a:endParaRPr>
          </a:p>
        </p:txBody>
      </p:sp>
      <p:sp>
        <p:nvSpPr>
          <p:cNvPr id="90" name="object 90"/>
          <p:cNvSpPr/>
          <p:nvPr/>
        </p:nvSpPr>
        <p:spPr>
          <a:xfrm>
            <a:off x="7657953" y="4780749"/>
            <a:ext cx="650875" cy="630555"/>
          </a:xfrm>
          <a:custGeom>
            <a:avLst/>
            <a:gdLst/>
            <a:ahLst/>
            <a:cxnLst/>
            <a:rect l="l" t="t" r="r" b="b"/>
            <a:pathLst>
              <a:path w="650875" h="630554">
                <a:moveTo>
                  <a:pt x="80437" y="0"/>
                </a:moveTo>
                <a:lnTo>
                  <a:pt x="0" y="584572"/>
                </a:lnTo>
                <a:lnTo>
                  <a:pt x="564038" y="630448"/>
                </a:lnTo>
                <a:lnTo>
                  <a:pt x="650853" y="45877"/>
                </a:lnTo>
                <a:lnTo>
                  <a:pt x="80437" y="0"/>
                </a:lnTo>
                <a:close/>
              </a:path>
            </a:pathLst>
          </a:custGeom>
          <a:solidFill>
            <a:srgbClr val="CCCCCC"/>
          </a:solidFill>
        </p:spPr>
        <p:txBody>
          <a:bodyPr wrap="square" lIns="0" tIns="0" rIns="0" bIns="0" rtlCol="0"/>
          <a:lstStyle/>
          <a:p>
            <a:endParaRPr/>
          </a:p>
        </p:txBody>
      </p:sp>
      <p:sp>
        <p:nvSpPr>
          <p:cNvPr id="91" name="object 91"/>
          <p:cNvSpPr/>
          <p:nvPr/>
        </p:nvSpPr>
        <p:spPr>
          <a:xfrm>
            <a:off x="7657953" y="4780749"/>
            <a:ext cx="650875" cy="630555"/>
          </a:xfrm>
          <a:custGeom>
            <a:avLst/>
            <a:gdLst/>
            <a:ahLst/>
            <a:cxnLst/>
            <a:rect l="l" t="t" r="r" b="b"/>
            <a:pathLst>
              <a:path w="650875" h="630554">
                <a:moveTo>
                  <a:pt x="80437" y="0"/>
                </a:moveTo>
                <a:lnTo>
                  <a:pt x="650852" y="45877"/>
                </a:lnTo>
                <a:lnTo>
                  <a:pt x="564038" y="630448"/>
                </a:lnTo>
                <a:lnTo>
                  <a:pt x="0" y="584572"/>
                </a:lnTo>
                <a:lnTo>
                  <a:pt x="80437" y="0"/>
                </a:lnTo>
              </a:path>
            </a:pathLst>
          </a:custGeom>
          <a:ln w="6258">
            <a:solidFill>
              <a:srgbClr val="CCCCCC"/>
            </a:solidFill>
          </a:ln>
        </p:spPr>
        <p:txBody>
          <a:bodyPr wrap="square" lIns="0" tIns="0" rIns="0" bIns="0" rtlCol="0"/>
          <a:lstStyle/>
          <a:p>
            <a:endParaRPr/>
          </a:p>
        </p:txBody>
      </p:sp>
      <p:sp>
        <p:nvSpPr>
          <p:cNvPr id="92" name="object 92"/>
          <p:cNvSpPr/>
          <p:nvPr/>
        </p:nvSpPr>
        <p:spPr>
          <a:xfrm>
            <a:off x="7682966" y="4789723"/>
            <a:ext cx="614045" cy="608330"/>
          </a:xfrm>
          <a:custGeom>
            <a:avLst/>
            <a:gdLst/>
            <a:ahLst/>
            <a:cxnLst/>
            <a:rect l="l" t="t" r="r" b="b"/>
            <a:pathLst>
              <a:path w="614045" h="608329">
                <a:moveTo>
                  <a:pt x="43163" y="0"/>
                </a:moveTo>
                <a:lnTo>
                  <a:pt x="0" y="584583"/>
                </a:lnTo>
                <a:lnTo>
                  <a:pt x="570420" y="607759"/>
                </a:lnTo>
                <a:lnTo>
                  <a:pt x="613590" y="23186"/>
                </a:lnTo>
                <a:lnTo>
                  <a:pt x="43163" y="0"/>
                </a:lnTo>
                <a:close/>
              </a:path>
            </a:pathLst>
          </a:custGeom>
          <a:solidFill>
            <a:srgbClr val="CCCCCC"/>
          </a:solidFill>
        </p:spPr>
        <p:txBody>
          <a:bodyPr wrap="square" lIns="0" tIns="0" rIns="0" bIns="0" rtlCol="0"/>
          <a:lstStyle/>
          <a:p>
            <a:endParaRPr/>
          </a:p>
        </p:txBody>
      </p:sp>
      <p:sp>
        <p:nvSpPr>
          <p:cNvPr id="93" name="object 93"/>
          <p:cNvSpPr/>
          <p:nvPr/>
        </p:nvSpPr>
        <p:spPr>
          <a:xfrm>
            <a:off x="7682966" y="4789723"/>
            <a:ext cx="614045" cy="608330"/>
          </a:xfrm>
          <a:custGeom>
            <a:avLst/>
            <a:gdLst/>
            <a:ahLst/>
            <a:cxnLst/>
            <a:rect l="l" t="t" r="r" b="b"/>
            <a:pathLst>
              <a:path w="614045" h="608329">
                <a:moveTo>
                  <a:pt x="43162" y="0"/>
                </a:moveTo>
                <a:lnTo>
                  <a:pt x="613590" y="23186"/>
                </a:lnTo>
                <a:lnTo>
                  <a:pt x="570420" y="607759"/>
                </a:lnTo>
                <a:lnTo>
                  <a:pt x="0" y="584583"/>
                </a:lnTo>
                <a:lnTo>
                  <a:pt x="43162" y="0"/>
                </a:lnTo>
              </a:path>
            </a:pathLst>
          </a:custGeom>
          <a:ln w="6261">
            <a:solidFill>
              <a:srgbClr val="CCCCCC"/>
            </a:solidFill>
          </a:ln>
        </p:spPr>
        <p:txBody>
          <a:bodyPr wrap="square" lIns="0" tIns="0" rIns="0" bIns="0" rtlCol="0"/>
          <a:lstStyle/>
          <a:p>
            <a:endParaRPr/>
          </a:p>
        </p:txBody>
      </p:sp>
      <p:sp>
        <p:nvSpPr>
          <p:cNvPr id="94" name="object 94"/>
          <p:cNvSpPr/>
          <p:nvPr/>
        </p:nvSpPr>
        <p:spPr>
          <a:xfrm>
            <a:off x="7713867" y="4794461"/>
            <a:ext cx="570865" cy="584835"/>
          </a:xfrm>
          <a:custGeom>
            <a:avLst/>
            <a:gdLst/>
            <a:ahLst/>
            <a:cxnLst/>
            <a:rect l="l" t="t" r="r" b="b"/>
            <a:pathLst>
              <a:path w="570865" h="584835">
                <a:moveTo>
                  <a:pt x="0" y="584576"/>
                </a:moveTo>
                <a:lnTo>
                  <a:pt x="570426" y="584576"/>
                </a:lnTo>
                <a:lnTo>
                  <a:pt x="570426" y="0"/>
                </a:lnTo>
                <a:lnTo>
                  <a:pt x="0" y="0"/>
                </a:lnTo>
                <a:lnTo>
                  <a:pt x="0" y="584576"/>
                </a:lnTo>
                <a:close/>
              </a:path>
            </a:pathLst>
          </a:custGeom>
          <a:solidFill>
            <a:srgbClr val="CCCCCC"/>
          </a:solidFill>
        </p:spPr>
        <p:txBody>
          <a:bodyPr wrap="square" lIns="0" tIns="0" rIns="0" bIns="0" rtlCol="0"/>
          <a:lstStyle/>
          <a:p>
            <a:endParaRPr/>
          </a:p>
        </p:txBody>
      </p:sp>
      <p:sp>
        <p:nvSpPr>
          <p:cNvPr id="95" name="object 95"/>
          <p:cNvSpPr/>
          <p:nvPr/>
        </p:nvSpPr>
        <p:spPr>
          <a:xfrm>
            <a:off x="7713867" y="4794466"/>
            <a:ext cx="570865" cy="584835"/>
          </a:xfrm>
          <a:custGeom>
            <a:avLst/>
            <a:gdLst/>
            <a:ahLst/>
            <a:cxnLst/>
            <a:rect l="l" t="t" r="r" b="b"/>
            <a:pathLst>
              <a:path w="570865" h="584835">
                <a:moveTo>
                  <a:pt x="0" y="0"/>
                </a:moveTo>
                <a:lnTo>
                  <a:pt x="570420" y="0"/>
                </a:lnTo>
                <a:lnTo>
                  <a:pt x="570420" y="584570"/>
                </a:lnTo>
                <a:lnTo>
                  <a:pt x="0" y="584570"/>
                </a:lnTo>
                <a:lnTo>
                  <a:pt x="0" y="0"/>
                </a:lnTo>
              </a:path>
            </a:pathLst>
          </a:custGeom>
          <a:ln w="6265">
            <a:solidFill>
              <a:srgbClr val="CCCCCC"/>
            </a:solidFill>
          </a:ln>
        </p:spPr>
        <p:txBody>
          <a:bodyPr wrap="square" lIns="0" tIns="0" rIns="0" bIns="0" rtlCol="0"/>
          <a:lstStyle/>
          <a:p>
            <a:endParaRPr/>
          </a:p>
        </p:txBody>
      </p:sp>
      <p:sp>
        <p:nvSpPr>
          <p:cNvPr id="96" name="object 96"/>
          <p:cNvSpPr/>
          <p:nvPr/>
        </p:nvSpPr>
        <p:spPr>
          <a:xfrm>
            <a:off x="7806565" y="4771756"/>
            <a:ext cx="37465" cy="83185"/>
          </a:xfrm>
          <a:custGeom>
            <a:avLst/>
            <a:gdLst/>
            <a:ahLst/>
            <a:cxnLst/>
            <a:rect l="l" t="t" r="r" b="b"/>
            <a:pathLst>
              <a:path w="37465" h="83185">
                <a:moveTo>
                  <a:pt x="25013" y="78037"/>
                </a:moveTo>
                <a:lnTo>
                  <a:pt x="6381" y="78037"/>
                </a:lnTo>
                <a:lnTo>
                  <a:pt x="12763" y="82763"/>
                </a:lnTo>
                <a:lnTo>
                  <a:pt x="25013" y="82763"/>
                </a:lnTo>
                <a:lnTo>
                  <a:pt x="25013" y="78037"/>
                </a:lnTo>
                <a:close/>
              </a:path>
              <a:path w="37465" h="83185">
                <a:moveTo>
                  <a:pt x="6381" y="8992"/>
                </a:moveTo>
                <a:lnTo>
                  <a:pt x="0" y="8992"/>
                </a:lnTo>
                <a:lnTo>
                  <a:pt x="0" y="78037"/>
                </a:lnTo>
                <a:lnTo>
                  <a:pt x="6381" y="78037"/>
                </a:lnTo>
                <a:lnTo>
                  <a:pt x="6381" y="8992"/>
                </a:lnTo>
                <a:close/>
              </a:path>
              <a:path w="37465" h="83185">
                <a:moveTo>
                  <a:pt x="31395" y="32160"/>
                </a:moveTo>
                <a:lnTo>
                  <a:pt x="25013" y="32160"/>
                </a:lnTo>
                <a:lnTo>
                  <a:pt x="25013" y="78037"/>
                </a:lnTo>
                <a:lnTo>
                  <a:pt x="31395" y="78037"/>
                </a:lnTo>
                <a:lnTo>
                  <a:pt x="31395" y="32160"/>
                </a:lnTo>
                <a:close/>
              </a:path>
              <a:path w="37465" h="83185">
                <a:moveTo>
                  <a:pt x="37283" y="4249"/>
                </a:moveTo>
                <a:lnTo>
                  <a:pt x="31395" y="4249"/>
                </a:lnTo>
                <a:lnTo>
                  <a:pt x="31395" y="17966"/>
                </a:lnTo>
                <a:lnTo>
                  <a:pt x="37283" y="17966"/>
                </a:lnTo>
                <a:lnTo>
                  <a:pt x="37283" y="4249"/>
                </a:lnTo>
                <a:close/>
              </a:path>
              <a:path w="37465" h="83185">
                <a:moveTo>
                  <a:pt x="12763" y="4249"/>
                </a:moveTo>
                <a:lnTo>
                  <a:pt x="6381" y="4249"/>
                </a:lnTo>
                <a:lnTo>
                  <a:pt x="6381" y="8992"/>
                </a:lnTo>
                <a:lnTo>
                  <a:pt x="12763" y="4249"/>
                </a:lnTo>
                <a:close/>
              </a:path>
              <a:path w="37465" h="83185">
                <a:moveTo>
                  <a:pt x="25013" y="0"/>
                </a:moveTo>
                <a:lnTo>
                  <a:pt x="12763" y="0"/>
                </a:lnTo>
                <a:lnTo>
                  <a:pt x="12763" y="4249"/>
                </a:lnTo>
                <a:lnTo>
                  <a:pt x="31395" y="4249"/>
                </a:lnTo>
                <a:lnTo>
                  <a:pt x="25013" y="0"/>
                </a:lnTo>
                <a:close/>
              </a:path>
            </a:pathLst>
          </a:custGeom>
          <a:solidFill>
            <a:srgbClr val="CCCCCC"/>
          </a:solidFill>
        </p:spPr>
        <p:txBody>
          <a:bodyPr wrap="square" lIns="0" tIns="0" rIns="0" bIns="0" rtlCol="0"/>
          <a:lstStyle/>
          <a:p>
            <a:endParaRPr/>
          </a:p>
        </p:txBody>
      </p:sp>
      <p:sp>
        <p:nvSpPr>
          <p:cNvPr id="97" name="object 97"/>
          <p:cNvSpPr/>
          <p:nvPr/>
        </p:nvSpPr>
        <p:spPr>
          <a:xfrm>
            <a:off x="7806565" y="4771756"/>
            <a:ext cx="37465" cy="83185"/>
          </a:xfrm>
          <a:custGeom>
            <a:avLst/>
            <a:gdLst/>
            <a:ahLst/>
            <a:cxnLst/>
            <a:rect l="l" t="t" r="r" b="b"/>
            <a:pathLst>
              <a:path w="37465" h="83185">
                <a:moveTo>
                  <a:pt x="37282" y="17966"/>
                </a:moveTo>
                <a:lnTo>
                  <a:pt x="31394" y="17966"/>
                </a:lnTo>
                <a:lnTo>
                  <a:pt x="31394" y="13717"/>
                </a:lnTo>
                <a:lnTo>
                  <a:pt x="31394" y="4248"/>
                </a:lnTo>
                <a:lnTo>
                  <a:pt x="18631" y="4248"/>
                </a:lnTo>
                <a:lnTo>
                  <a:pt x="12763" y="4248"/>
                </a:lnTo>
                <a:lnTo>
                  <a:pt x="6381" y="13717"/>
                </a:lnTo>
                <a:lnTo>
                  <a:pt x="6381" y="73312"/>
                </a:lnTo>
                <a:lnTo>
                  <a:pt x="6381" y="78037"/>
                </a:lnTo>
                <a:lnTo>
                  <a:pt x="18631" y="78037"/>
                </a:lnTo>
                <a:lnTo>
                  <a:pt x="25013" y="78037"/>
                </a:lnTo>
                <a:lnTo>
                  <a:pt x="25013" y="73312"/>
                </a:lnTo>
                <a:lnTo>
                  <a:pt x="25013" y="32159"/>
                </a:lnTo>
                <a:lnTo>
                  <a:pt x="31394" y="32159"/>
                </a:lnTo>
                <a:lnTo>
                  <a:pt x="31394" y="73312"/>
                </a:lnTo>
                <a:lnTo>
                  <a:pt x="25013" y="78037"/>
                </a:lnTo>
                <a:lnTo>
                  <a:pt x="18631" y="82762"/>
                </a:lnTo>
                <a:lnTo>
                  <a:pt x="6381" y="78037"/>
                </a:lnTo>
                <a:lnTo>
                  <a:pt x="0" y="73312"/>
                </a:lnTo>
                <a:lnTo>
                  <a:pt x="0" y="13717"/>
                </a:lnTo>
                <a:lnTo>
                  <a:pt x="6381" y="4248"/>
                </a:lnTo>
                <a:lnTo>
                  <a:pt x="18631" y="0"/>
                </a:lnTo>
                <a:lnTo>
                  <a:pt x="31394" y="4248"/>
                </a:lnTo>
                <a:lnTo>
                  <a:pt x="37282" y="13717"/>
                </a:lnTo>
                <a:lnTo>
                  <a:pt x="37282" y="17966"/>
                </a:lnTo>
              </a:path>
            </a:pathLst>
          </a:custGeom>
          <a:ln w="6337">
            <a:solidFill>
              <a:srgbClr val="CCCCCC"/>
            </a:solidFill>
          </a:ln>
        </p:spPr>
        <p:txBody>
          <a:bodyPr wrap="square" lIns="0" tIns="0" rIns="0" bIns="0" rtlCol="0"/>
          <a:lstStyle/>
          <a:p>
            <a:endParaRPr/>
          </a:p>
        </p:txBody>
      </p:sp>
      <p:sp>
        <p:nvSpPr>
          <p:cNvPr id="98" name="object 98"/>
          <p:cNvSpPr/>
          <p:nvPr/>
        </p:nvSpPr>
        <p:spPr>
          <a:xfrm>
            <a:off x="7806565" y="4776005"/>
            <a:ext cx="37465" cy="74295"/>
          </a:xfrm>
          <a:custGeom>
            <a:avLst/>
            <a:gdLst/>
            <a:ahLst/>
            <a:cxnLst/>
            <a:rect l="l" t="t" r="r" b="b"/>
            <a:pathLst>
              <a:path w="37465" h="74295">
                <a:moveTo>
                  <a:pt x="37282" y="13717"/>
                </a:moveTo>
                <a:lnTo>
                  <a:pt x="37282" y="9468"/>
                </a:lnTo>
                <a:lnTo>
                  <a:pt x="31394" y="0"/>
                </a:lnTo>
                <a:lnTo>
                  <a:pt x="18631" y="0"/>
                </a:lnTo>
                <a:lnTo>
                  <a:pt x="6381" y="0"/>
                </a:lnTo>
                <a:lnTo>
                  <a:pt x="0" y="9468"/>
                </a:lnTo>
                <a:lnTo>
                  <a:pt x="0" y="69063"/>
                </a:lnTo>
                <a:lnTo>
                  <a:pt x="6381" y="73788"/>
                </a:lnTo>
                <a:lnTo>
                  <a:pt x="12763" y="73788"/>
                </a:lnTo>
                <a:lnTo>
                  <a:pt x="25013" y="73788"/>
                </a:lnTo>
                <a:lnTo>
                  <a:pt x="25013" y="69063"/>
                </a:lnTo>
                <a:lnTo>
                  <a:pt x="25013" y="27911"/>
                </a:lnTo>
              </a:path>
            </a:pathLst>
          </a:custGeom>
          <a:ln w="6329">
            <a:solidFill>
              <a:srgbClr val="CCCCCC"/>
            </a:solidFill>
          </a:ln>
        </p:spPr>
        <p:txBody>
          <a:bodyPr wrap="square" lIns="0" tIns="0" rIns="0" bIns="0" rtlCol="0"/>
          <a:lstStyle/>
          <a:p>
            <a:endParaRPr/>
          </a:p>
        </p:txBody>
      </p:sp>
      <p:sp>
        <p:nvSpPr>
          <p:cNvPr id="99" name="object 99"/>
          <p:cNvSpPr/>
          <p:nvPr/>
        </p:nvSpPr>
        <p:spPr>
          <a:xfrm>
            <a:off x="7633427" y="4762306"/>
            <a:ext cx="650875" cy="626110"/>
          </a:xfrm>
          <a:custGeom>
            <a:avLst/>
            <a:gdLst/>
            <a:ahLst/>
            <a:cxnLst/>
            <a:rect l="l" t="t" r="r" b="b"/>
            <a:pathLst>
              <a:path w="650875" h="626110">
                <a:moveTo>
                  <a:pt x="86815" y="0"/>
                </a:moveTo>
                <a:lnTo>
                  <a:pt x="0" y="579840"/>
                </a:lnTo>
                <a:lnTo>
                  <a:pt x="569932" y="625717"/>
                </a:lnTo>
                <a:lnTo>
                  <a:pt x="650861" y="41610"/>
                </a:lnTo>
                <a:lnTo>
                  <a:pt x="86815" y="0"/>
                </a:lnTo>
                <a:close/>
              </a:path>
            </a:pathLst>
          </a:custGeom>
          <a:solidFill>
            <a:srgbClr val="999999"/>
          </a:solidFill>
        </p:spPr>
        <p:txBody>
          <a:bodyPr wrap="square" lIns="0" tIns="0" rIns="0" bIns="0" rtlCol="0"/>
          <a:lstStyle/>
          <a:p>
            <a:endParaRPr/>
          </a:p>
        </p:txBody>
      </p:sp>
      <p:sp>
        <p:nvSpPr>
          <p:cNvPr id="100" name="object 100"/>
          <p:cNvSpPr/>
          <p:nvPr/>
        </p:nvSpPr>
        <p:spPr>
          <a:xfrm>
            <a:off x="7633427" y="4762306"/>
            <a:ext cx="650875" cy="626110"/>
          </a:xfrm>
          <a:custGeom>
            <a:avLst/>
            <a:gdLst/>
            <a:ahLst/>
            <a:cxnLst/>
            <a:rect l="l" t="t" r="r" b="b"/>
            <a:pathLst>
              <a:path w="650875" h="626110">
                <a:moveTo>
                  <a:pt x="86815" y="0"/>
                </a:moveTo>
                <a:lnTo>
                  <a:pt x="650860" y="41610"/>
                </a:lnTo>
                <a:lnTo>
                  <a:pt x="569931" y="625717"/>
                </a:lnTo>
                <a:lnTo>
                  <a:pt x="0" y="579840"/>
                </a:lnTo>
                <a:lnTo>
                  <a:pt x="86815" y="0"/>
                </a:lnTo>
              </a:path>
            </a:pathLst>
          </a:custGeom>
          <a:ln w="6257">
            <a:solidFill>
              <a:srgbClr val="000000"/>
            </a:solidFill>
          </a:ln>
        </p:spPr>
        <p:txBody>
          <a:bodyPr wrap="square" lIns="0" tIns="0" rIns="0" bIns="0" rtlCol="0"/>
          <a:lstStyle/>
          <a:p>
            <a:endParaRPr/>
          </a:p>
        </p:txBody>
      </p:sp>
      <p:sp>
        <p:nvSpPr>
          <p:cNvPr id="101" name="object 101"/>
          <p:cNvSpPr/>
          <p:nvPr/>
        </p:nvSpPr>
        <p:spPr>
          <a:xfrm>
            <a:off x="7664329" y="4767031"/>
            <a:ext cx="614045" cy="607695"/>
          </a:xfrm>
          <a:custGeom>
            <a:avLst/>
            <a:gdLst/>
            <a:ahLst/>
            <a:cxnLst/>
            <a:rect l="l" t="t" r="r" b="b"/>
            <a:pathLst>
              <a:path w="614045" h="607695">
                <a:moveTo>
                  <a:pt x="43160" y="0"/>
                </a:moveTo>
                <a:lnTo>
                  <a:pt x="0" y="584574"/>
                </a:lnTo>
                <a:lnTo>
                  <a:pt x="570426" y="607274"/>
                </a:lnTo>
                <a:lnTo>
                  <a:pt x="613577" y="22691"/>
                </a:lnTo>
                <a:lnTo>
                  <a:pt x="43160" y="0"/>
                </a:lnTo>
                <a:close/>
              </a:path>
            </a:pathLst>
          </a:custGeom>
          <a:solidFill>
            <a:srgbClr val="CCCCCC"/>
          </a:solidFill>
        </p:spPr>
        <p:txBody>
          <a:bodyPr wrap="square" lIns="0" tIns="0" rIns="0" bIns="0" rtlCol="0"/>
          <a:lstStyle/>
          <a:p>
            <a:endParaRPr/>
          </a:p>
        </p:txBody>
      </p:sp>
      <p:sp>
        <p:nvSpPr>
          <p:cNvPr id="102" name="object 102"/>
          <p:cNvSpPr/>
          <p:nvPr/>
        </p:nvSpPr>
        <p:spPr>
          <a:xfrm>
            <a:off x="7664329" y="4767031"/>
            <a:ext cx="614045" cy="607695"/>
          </a:xfrm>
          <a:custGeom>
            <a:avLst/>
            <a:gdLst/>
            <a:ahLst/>
            <a:cxnLst/>
            <a:rect l="l" t="t" r="r" b="b"/>
            <a:pathLst>
              <a:path w="614045" h="607695">
                <a:moveTo>
                  <a:pt x="43160" y="0"/>
                </a:moveTo>
                <a:lnTo>
                  <a:pt x="613577" y="22691"/>
                </a:lnTo>
                <a:lnTo>
                  <a:pt x="570426" y="607274"/>
                </a:lnTo>
                <a:lnTo>
                  <a:pt x="0" y="584574"/>
                </a:lnTo>
                <a:lnTo>
                  <a:pt x="43160" y="0"/>
                </a:lnTo>
              </a:path>
            </a:pathLst>
          </a:custGeom>
          <a:ln w="6261">
            <a:solidFill>
              <a:srgbClr val="000000"/>
            </a:solidFill>
          </a:ln>
        </p:spPr>
        <p:txBody>
          <a:bodyPr wrap="square" lIns="0" tIns="0" rIns="0" bIns="0" rtlCol="0"/>
          <a:lstStyle/>
          <a:p>
            <a:endParaRPr/>
          </a:p>
        </p:txBody>
      </p:sp>
      <p:sp>
        <p:nvSpPr>
          <p:cNvPr id="103" name="object 103"/>
          <p:cNvSpPr/>
          <p:nvPr/>
        </p:nvSpPr>
        <p:spPr>
          <a:xfrm>
            <a:off x="7688852" y="4771762"/>
            <a:ext cx="577215" cy="584200"/>
          </a:xfrm>
          <a:custGeom>
            <a:avLst/>
            <a:gdLst/>
            <a:ahLst/>
            <a:cxnLst/>
            <a:rect l="l" t="t" r="r" b="b"/>
            <a:pathLst>
              <a:path w="577215" h="584200">
                <a:moveTo>
                  <a:pt x="0" y="584099"/>
                </a:moveTo>
                <a:lnTo>
                  <a:pt x="576807" y="584099"/>
                </a:lnTo>
                <a:lnTo>
                  <a:pt x="576807" y="0"/>
                </a:lnTo>
                <a:lnTo>
                  <a:pt x="0" y="0"/>
                </a:lnTo>
                <a:lnTo>
                  <a:pt x="0" y="584099"/>
                </a:lnTo>
                <a:close/>
              </a:path>
            </a:pathLst>
          </a:custGeom>
          <a:solidFill>
            <a:srgbClr val="FF9999"/>
          </a:solidFill>
        </p:spPr>
        <p:txBody>
          <a:bodyPr wrap="square" lIns="0" tIns="0" rIns="0" bIns="0" rtlCol="0"/>
          <a:lstStyle/>
          <a:p>
            <a:endParaRPr/>
          </a:p>
        </p:txBody>
      </p:sp>
      <p:sp>
        <p:nvSpPr>
          <p:cNvPr id="104" name="object 104"/>
          <p:cNvSpPr/>
          <p:nvPr/>
        </p:nvSpPr>
        <p:spPr>
          <a:xfrm>
            <a:off x="7688852" y="4771756"/>
            <a:ext cx="577215" cy="584200"/>
          </a:xfrm>
          <a:custGeom>
            <a:avLst/>
            <a:gdLst/>
            <a:ahLst/>
            <a:cxnLst/>
            <a:rect l="l" t="t" r="r" b="b"/>
            <a:pathLst>
              <a:path w="577215" h="584200">
                <a:moveTo>
                  <a:pt x="0" y="0"/>
                </a:moveTo>
                <a:lnTo>
                  <a:pt x="576803" y="0"/>
                </a:lnTo>
                <a:lnTo>
                  <a:pt x="576803" y="584105"/>
                </a:lnTo>
                <a:lnTo>
                  <a:pt x="0" y="584105"/>
                </a:lnTo>
                <a:lnTo>
                  <a:pt x="0" y="0"/>
                </a:lnTo>
              </a:path>
            </a:pathLst>
          </a:custGeom>
          <a:ln w="6263">
            <a:solidFill>
              <a:srgbClr val="000000"/>
            </a:solidFill>
          </a:ln>
        </p:spPr>
        <p:txBody>
          <a:bodyPr wrap="square" lIns="0" tIns="0" rIns="0" bIns="0" rtlCol="0"/>
          <a:lstStyle/>
          <a:p>
            <a:endParaRPr/>
          </a:p>
        </p:txBody>
      </p:sp>
      <p:sp>
        <p:nvSpPr>
          <p:cNvPr id="105" name="object 105"/>
          <p:cNvSpPr/>
          <p:nvPr/>
        </p:nvSpPr>
        <p:spPr>
          <a:xfrm>
            <a:off x="7788419" y="4748588"/>
            <a:ext cx="36830" cy="83185"/>
          </a:xfrm>
          <a:custGeom>
            <a:avLst/>
            <a:gdLst/>
            <a:ahLst/>
            <a:cxnLst/>
            <a:rect l="l" t="t" r="r" b="b"/>
            <a:pathLst>
              <a:path w="36829" h="83185">
                <a:moveTo>
                  <a:pt x="24527" y="78037"/>
                </a:moveTo>
                <a:lnTo>
                  <a:pt x="5886" y="78037"/>
                </a:lnTo>
                <a:lnTo>
                  <a:pt x="5886" y="82762"/>
                </a:lnTo>
                <a:lnTo>
                  <a:pt x="24527" y="82762"/>
                </a:lnTo>
                <a:lnTo>
                  <a:pt x="24527" y="78037"/>
                </a:lnTo>
                <a:close/>
              </a:path>
              <a:path w="36829" h="83185">
                <a:moveTo>
                  <a:pt x="12261" y="4725"/>
                </a:moveTo>
                <a:lnTo>
                  <a:pt x="5886" y="4725"/>
                </a:lnTo>
                <a:lnTo>
                  <a:pt x="0" y="8973"/>
                </a:lnTo>
                <a:lnTo>
                  <a:pt x="0" y="78037"/>
                </a:lnTo>
                <a:lnTo>
                  <a:pt x="5886" y="78037"/>
                </a:lnTo>
                <a:lnTo>
                  <a:pt x="5886" y="8973"/>
                </a:lnTo>
                <a:lnTo>
                  <a:pt x="12261" y="4725"/>
                </a:lnTo>
                <a:close/>
              </a:path>
              <a:path w="36829" h="83185">
                <a:moveTo>
                  <a:pt x="30909" y="32160"/>
                </a:moveTo>
                <a:lnTo>
                  <a:pt x="24527" y="32160"/>
                </a:lnTo>
                <a:lnTo>
                  <a:pt x="24527" y="78037"/>
                </a:lnTo>
                <a:lnTo>
                  <a:pt x="30909" y="73770"/>
                </a:lnTo>
                <a:lnTo>
                  <a:pt x="30909" y="32160"/>
                </a:lnTo>
                <a:close/>
              </a:path>
              <a:path w="36829" h="83185">
                <a:moveTo>
                  <a:pt x="36777" y="8973"/>
                </a:moveTo>
                <a:lnTo>
                  <a:pt x="30909" y="8973"/>
                </a:lnTo>
                <a:lnTo>
                  <a:pt x="30909" y="18442"/>
                </a:lnTo>
                <a:lnTo>
                  <a:pt x="36777" y="18442"/>
                </a:lnTo>
                <a:lnTo>
                  <a:pt x="36777" y="8973"/>
                </a:lnTo>
                <a:close/>
              </a:path>
              <a:path w="36829" h="83185">
                <a:moveTo>
                  <a:pt x="30909" y="4725"/>
                </a:moveTo>
                <a:lnTo>
                  <a:pt x="24527" y="4725"/>
                </a:lnTo>
                <a:lnTo>
                  <a:pt x="24527" y="8973"/>
                </a:lnTo>
                <a:lnTo>
                  <a:pt x="30909" y="8973"/>
                </a:lnTo>
                <a:lnTo>
                  <a:pt x="30909" y="4725"/>
                </a:lnTo>
                <a:close/>
              </a:path>
              <a:path w="36829" h="83185">
                <a:moveTo>
                  <a:pt x="18145" y="0"/>
                </a:moveTo>
                <a:lnTo>
                  <a:pt x="12261" y="4725"/>
                </a:lnTo>
                <a:lnTo>
                  <a:pt x="18145" y="4725"/>
                </a:lnTo>
                <a:lnTo>
                  <a:pt x="18145" y="0"/>
                </a:lnTo>
                <a:close/>
              </a:path>
            </a:pathLst>
          </a:custGeom>
          <a:solidFill>
            <a:srgbClr val="E5E5E5"/>
          </a:solidFill>
        </p:spPr>
        <p:txBody>
          <a:bodyPr wrap="square" lIns="0" tIns="0" rIns="0" bIns="0" rtlCol="0"/>
          <a:lstStyle/>
          <a:p>
            <a:endParaRPr/>
          </a:p>
        </p:txBody>
      </p:sp>
      <p:sp>
        <p:nvSpPr>
          <p:cNvPr id="106" name="object 106"/>
          <p:cNvSpPr/>
          <p:nvPr/>
        </p:nvSpPr>
        <p:spPr>
          <a:xfrm>
            <a:off x="7788420" y="4748589"/>
            <a:ext cx="36830" cy="83185"/>
          </a:xfrm>
          <a:custGeom>
            <a:avLst/>
            <a:gdLst/>
            <a:ahLst/>
            <a:cxnLst/>
            <a:rect l="l" t="t" r="r" b="b"/>
            <a:pathLst>
              <a:path w="36829" h="83185">
                <a:moveTo>
                  <a:pt x="36776" y="18442"/>
                </a:moveTo>
                <a:lnTo>
                  <a:pt x="30908" y="18442"/>
                </a:lnTo>
                <a:lnTo>
                  <a:pt x="30908" y="13717"/>
                </a:lnTo>
                <a:lnTo>
                  <a:pt x="24527" y="8973"/>
                </a:lnTo>
                <a:lnTo>
                  <a:pt x="18145" y="4724"/>
                </a:lnTo>
                <a:lnTo>
                  <a:pt x="5885" y="8973"/>
                </a:lnTo>
                <a:lnTo>
                  <a:pt x="5885" y="13717"/>
                </a:lnTo>
                <a:lnTo>
                  <a:pt x="5885" y="73769"/>
                </a:lnTo>
                <a:lnTo>
                  <a:pt x="5885" y="78037"/>
                </a:lnTo>
                <a:lnTo>
                  <a:pt x="12261" y="78037"/>
                </a:lnTo>
                <a:lnTo>
                  <a:pt x="18145" y="78037"/>
                </a:lnTo>
                <a:lnTo>
                  <a:pt x="24527" y="73769"/>
                </a:lnTo>
                <a:lnTo>
                  <a:pt x="24527" y="32159"/>
                </a:lnTo>
                <a:lnTo>
                  <a:pt x="30908" y="32159"/>
                </a:lnTo>
                <a:lnTo>
                  <a:pt x="30908" y="73769"/>
                </a:lnTo>
                <a:lnTo>
                  <a:pt x="24527" y="78037"/>
                </a:lnTo>
                <a:lnTo>
                  <a:pt x="12261" y="82762"/>
                </a:lnTo>
                <a:lnTo>
                  <a:pt x="5885" y="78037"/>
                </a:lnTo>
                <a:lnTo>
                  <a:pt x="0" y="73769"/>
                </a:lnTo>
                <a:lnTo>
                  <a:pt x="0" y="13717"/>
                </a:lnTo>
                <a:lnTo>
                  <a:pt x="5885" y="4724"/>
                </a:lnTo>
                <a:lnTo>
                  <a:pt x="18145" y="0"/>
                </a:lnTo>
                <a:lnTo>
                  <a:pt x="30908" y="4724"/>
                </a:lnTo>
                <a:lnTo>
                  <a:pt x="36776" y="13717"/>
                </a:lnTo>
                <a:lnTo>
                  <a:pt x="36776" y="18442"/>
                </a:lnTo>
              </a:path>
            </a:pathLst>
          </a:custGeom>
          <a:ln w="6338">
            <a:solidFill>
              <a:srgbClr val="7E7E7E"/>
            </a:solidFill>
          </a:ln>
        </p:spPr>
        <p:txBody>
          <a:bodyPr wrap="square" lIns="0" tIns="0" rIns="0" bIns="0" rtlCol="0"/>
          <a:lstStyle/>
          <a:p>
            <a:endParaRPr/>
          </a:p>
        </p:txBody>
      </p:sp>
      <p:sp>
        <p:nvSpPr>
          <p:cNvPr id="107" name="object 107"/>
          <p:cNvSpPr/>
          <p:nvPr/>
        </p:nvSpPr>
        <p:spPr>
          <a:xfrm>
            <a:off x="7788420" y="4753314"/>
            <a:ext cx="31115" cy="78105"/>
          </a:xfrm>
          <a:custGeom>
            <a:avLst/>
            <a:gdLst/>
            <a:ahLst/>
            <a:cxnLst/>
            <a:rect l="l" t="t" r="r" b="b"/>
            <a:pathLst>
              <a:path w="31115" h="78104">
                <a:moveTo>
                  <a:pt x="30908" y="13717"/>
                </a:moveTo>
                <a:lnTo>
                  <a:pt x="30908" y="8992"/>
                </a:lnTo>
                <a:lnTo>
                  <a:pt x="30908" y="0"/>
                </a:lnTo>
                <a:lnTo>
                  <a:pt x="18145" y="0"/>
                </a:lnTo>
                <a:lnTo>
                  <a:pt x="5885" y="4248"/>
                </a:lnTo>
                <a:lnTo>
                  <a:pt x="0" y="8992"/>
                </a:lnTo>
                <a:lnTo>
                  <a:pt x="0" y="69044"/>
                </a:lnTo>
                <a:lnTo>
                  <a:pt x="5885" y="73312"/>
                </a:lnTo>
                <a:lnTo>
                  <a:pt x="12261" y="78037"/>
                </a:lnTo>
                <a:lnTo>
                  <a:pt x="24527" y="73312"/>
                </a:lnTo>
                <a:lnTo>
                  <a:pt x="24527" y="69044"/>
                </a:lnTo>
                <a:lnTo>
                  <a:pt x="24527" y="32159"/>
                </a:lnTo>
              </a:path>
            </a:pathLst>
          </a:custGeom>
          <a:ln w="6345">
            <a:solidFill>
              <a:srgbClr val="999999"/>
            </a:solidFill>
          </a:ln>
        </p:spPr>
        <p:txBody>
          <a:bodyPr wrap="square" lIns="0" tIns="0" rIns="0" bIns="0" rtlCol="0"/>
          <a:lstStyle/>
          <a:p>
            <a:endParaRPr/>
          </a:p>
        </p:txBody>
      </p:sp>
      <p:sp>
        <p:nvSpPr>
          <p:cNvPr id="108" name="object 108"/>
          <p:cNvSpPr/>
          <p:nvPr/>
        </p:nvSpPr>
        <p:spPr>
          <a:xfrm>
            <a:off x="7769782" y="4863511"/>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109" name="object 109"/>
          <p:cNvSpPr/>
          <p:nvPr/>
        </p:nvSpPr>
        <p:spPr>
          <a:xfrm>
            <a:off x="7769782" y="4881954"/>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110" name="object 110"/>
          <p:cNvSpPr/>
          <p:nvPr/>
        </p:nvSpPr>
        <p:spPr>
          <a:xfrm>
            <a:off x="7769782" y="4905140"/>
            <a:ext cx="297815" cy="0"/>
          </a:xfrm>
          <a:custGeom>
            <a:avLst/>
            <a:gdLst/>
            <a:ahLst/>
            <a:cxnLst/>
            <a:rect l="l" t="t" r="r" b="b"/>
            <a:pathLst>
              <a:path w="297815">
                <a:moveTo>
                  <a:pt x="0" y="0"/>
                </a:moveTo>
                <a:lnTo>
                  <a:pt x="297229" y="0"/>
                </a:lnTo>
              </a:path>
            </a:pathLst>
          </a:custGeom>
          <a:ln w="6148">
            <a:solidFill>
              <a:srgbClr val="000000"/>
            </a:solidFill>
          </a:ln>
        </p:spPr>
        <p:txBody>
          <a:bodyPr wrap="square" lIns="0" tIns="0" rIns="0" bIns="0" rtlCol="0"/>
          <a:lstStyle/>
          <a:p>
            <a:endParaRPr/>
          </a:p>
        </p:txBody>
      </p:sp>
      <p:sp>
        <p:nvSpPr>
          <p:cNvPr id="111" name="object 111"/>
          <p:cNvSpPr/>
          <p:nvPr/>
        </p:nvSpPr>
        <p:spPr>
          <a:xfrm>
            <a:off x="7769782" y="4946274"/>
            <a:ext cx="427990" cy="0"/>
          </a:xfrm>
          <a:custGeom>
            <a:avLst/>
            <a:gdLst/>
            <a:ahLst/>
            <a:cxnLst/>
            <a:rect l="l" t="t" r="r" b="b"/>
            <a:pathLst>
              <a:path w="427990">
                <a:moveTo>
                  <a:pt x="0" y="0"/>
                </a:moveTo>
                <a:lnTo>
                  <a:pt x="427690" y="0"/>
                </a:lnTo>
              </a:path>
            </a:pathLst>
          </a:custGeom>
          <a:ln w="6148">
            <a:solidFill>
              <a:srgbClr val="000000"/>
            </a:solidFill>
          </a:ln>
        </p:spPr>
        <p:txBody>
          <a:bodyPr wrap="square" lIns="0" tIns="0" rIns="0" bIns="0" rtlCol="0"/>
          <a:lstStyle/>
          <a:p>
            <a:endParaRPr/>
          </a:p>
        </p:txBody>
      </p:sp>
      <p:sp>
        <p:nvSpPr>
          <p:cNvPr id="112" name="object 112"/>
          <p:cNvSpPr/>
          <p:nvPr/>
        </p:nvSpPr>
        <p:spPr>
          <a:xfrm>
            <a:off x="7769782" y="4969460"/>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113" name="object 113"/>
          <p:cNvSpPr/>
          <p:nvPr/>
        </p:nvSpPr>
        <p:spPr>
          <a:xfrm>
            <a:off x="7769782" y="4992628"/>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114" name="object 114"/>
          <p:cNvSpPr/>
          <p:nvPr/>
        </p:nvSpPr>
        <p:spPr>
          <a:xfrm>
            <a:off x="7769782" y="5011070"/>
            <a:ext cx="297815" cy="0"/>
          </a:xfrm>
          <a:custGeom>
            <a:avLst/>
            <a:gdLst/>
            <a:ahLst/>
            <a:cxnLst/>
            <a:rect l="l" t="t" r="r" b="b"/>
            <a:pathLst>
              <a:path w="297815">
                <a:moveTo>
                  <a:pt x="0" y="0"/>
                </a:moveTo>
                <a:lnTo>
                  <a:pt x="297229" y="0"/>
                </a:lnTo>
              </a:path>
            </a:pathLst>
          </a:custGeom>
          <a:ln w="6148">
            <a:solidFill>
              <a:srgbClr val="000000"/>
            </a:solidFill>
          </a:ln>
        </p:spPr>
        <p:txBody>
          <a:bodyPr wrap="square" lIns="0" tIns="0" rIns="0" bIns="0" rtlCol="0"/>
          <a:lstStyle/>
          <a:p>
            <a:endParaRPr/>
          </a:p>
        </p:txBody>
      </p:sp>
      <p:sp>
        <p:nvSpPr>
          <p:cNvPr id="115" name="object 115"/>
          <p:cNvSpPr/>
          <p:nvPr/>
        </p:nvSpPr>
        <p:spPr>
          <a:xfrm>
            <a:off x="7769782" y="5056948"/>
            <a:ext cx="427990" cy="0"/>
          </a:xfrm>
          <a:custGeom>
            <a:avLst/>
            <a:gdLst/>
            <a:ahLst/>
            <a:cxnLst/>
            <a:rect l="l" t="t" r="r" b="b"/>
            <a:pathLst>
              <a:path w="427990">
                <a:moveTo>
                  <a:pt x="0" y="0"/>
                </a:moveTo>
                <a:lnTo>
                  <a:pt x="427690" y="0"/>
                </a:lnTo>
              </a:path>
            </a:pathLst>
          </a:custGeom>
          <a:ln w="6148">
            <a:solidFill>
              <a:srgbClr val="000000"/>
            </a:solidFill>
          </a:ln>
        </p:spPr>
        <p:txBody>
          <a:bodyPr wrap="square" lIns="0" tIns="0" rIns="0" bIns="0" rtlCol="0"/>
          <a:lstStyle/>
          <a:p>
            <a:endParaRPr/>
          </a:p>
        </p:txBody>
      </p:sp>
      <p:sp>
        <p:nvSpPr>
          <p:cNvPr id="116" name="object 116"/>
          <p:cNvSpPr/>
          <p:nvPr/>
        </p:nvSpPr>
        <p:spPr>
          <a:xfrm>
            <a:off x="7769782" y="5075390"/>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117" name="object 117"/>
          <p:cNvSpPr/>
          <p:nvPr/>
        </p:nvSpPr>
        <p:spPr>
          <a:xfrm>
            <a:off x="7769782" y="5098100"/>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118" name="object 118"/>
          <p:cNvSpPr/>
          <p:nvPr/>
        </p:nvSpPr>
        <p:spPr>
          <a:xfrm>
            <a:off x="7769782" y="5116542"/>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119" name="object 119"/>
          <p:cNvSpPr/>
          <p:nvPr/>
        </p:nvSpPr>
        <p:spPr>
          <a:xfrm>
            <a:off x="7769782" y="5162896"/>
            <a:ext cx="427990" cy="0"/>
          </a:xfrm>
          <a:custGeom>
            <a:avLst/>
            <a:gdLst/>
            <a:ahLst/>
            <a:cxnLst/>
            <a:rect l="l" t="t" r="r" b="b"/>
            <a:pathLst>
              <a:path w="427990">
                <a:moveTo>
                  <a:pt x="0" y="0"/>
                </a:moveTo>
                <a:lnTo>
                  <a:pt x="427690" y="0"/>
                </a:lnTo>
              </a:path>
            </a:pathLst>
          </a:custGeom>
          <a:ln w="6148">
            <a:solidFill>
              <a:srgbClr val="000000"/>
            </a:solidFill>
          </a:ln>
        </p:spPr>
        <p:txBody>
          <a:bodyPr wrap="square" lIns="0" tIns="0" rIns="0" bIns="0" rtlCol="0"/>
          <a:lstStyle/>
          <a:p>
            <a:endParaRPr/>
          </a:p>
        </p:txBody>
      </p:sp>
      <p:sp>
        <p:nvSpPr>
          <p:cNvPr id="120" name="object 120"/>
          <p:cNvSpPr/>
          <p:nvPr/>
        </p:nvSpPr>
        <p:spPr>
          <a:xfrm>
            <a:off x="7769782" y="5181339"/>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121" name="object 121"/>
          <p:cNvSpPr/>
          <p:nvPr/>
        </p:nvSpPr>
        <p:spPr>
          <a:xfrm>
            <a:off x="7769782" y="5204049"/>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122" name="object 122"/>
          <p:cNvSpPr/>
          <p:nvPr/>
        </p:nvSpPr>
        <p:spPr>
          <a:xfrm>
            <a:off x="7769782" y="5227216"/>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123" name="object 123"/>
          <p:cNvSpPr/>
          <p:nvPr/>
        </p:nvSpPr>
        <p:spPr>
          <a:xfrm>
            <a:off x="7769782" y="5245663"/>
            <a:ext cx="421640" cy="0"/>
          </a:xfrm>
          <a:custGeom>
            <a:avLst/>
            <a:gdLst/>
            <a:ahLst/>
            <a:cxnLst/>
            <a:rect l="l" t="t" r="r" b="b"/>
            <a:pathLst>
              <a:path w="421640">
                <a:moveTo>
                  <a:pt x="0" y="0"/>
                </a:moveTo>
                <a:lnTo>
                  <a:pt x="421308" y="0"/>
                </a:lnTo>
              </a:path>
            </a:pathLst>
          </a:custGeom>
          <a:ln w="6148">
            <a:solidFill>
              <a:srgbClr val="000000"/>
            </a:solidFill>
          </a:ln>
        </p:spPr>
        <p:txBody>
          <a:bodyPr wrap="square" lIns="0" tIns="0" rIns="0" bIns="0" rtlCol="0"/>
          <a:lstStyle/>
          <a:p>
            <a:endParaRPr/>
          </a:p>
        </p:txBody>
      </p:sp>
      <p:sp>
        <p:nvSpPr>
          <p:cNvPr id="124" name="object 124"/>
          <p:cNvSpPr/>
          <p:nvPr/>
        </p:nvSpPr>
        <p:spPr>
          <a:xfrm>
            <a:off x="7769782" y="5268365"/>
            <a:ext cx="123825" cy="0"/>
          </a:xfrm>
          <a:custGeom>
            <a:avLst/>
            <a:gdLst/>
            <a:ahLst/>
            <a:cxnLst/>
            <a:rect l="l" t="t" r="r" b="b"/>
            <a:pathLst>
              <a:path w="123825">
                <a:moveTo>
                  <a:pt x="0" y="0"/>
                </a:moveTo>
                <a:lnTo>
                  <a:pt x="123598" y="0"/>
                </a:lnTo>
              </a:path>
            </a:pathLst>
          </a:custGeom>
          <a:ln w="6148">
            <a:solidFill>
              <a:srgbClr val="000000"/>
            </a:solidFill>
          </a:ln>
        </p:spPr>
        <p:txBody>
          <a:bodyPr wrap="square" lIns="0" tIns="0" rIns="0" bIns="0" rtlCol="0"/>
          <a:lstStyle/>
          <a:p>
            <a:endParaRPr/>
          </a:p>
        </p:txBody>
      </p:sp>
      <p:sp>
        <p:nvSpPr>
          <p:cNvPr id="125" name="object 125"/>
          <p:cNvSpPr/>
          <p:nvPr/>
        </p:nvSpPr>
        <p:spPr>
          <a:xfrm>
            <a:off x="4710366" y="1715540"/>
            <a:ext cx="255270" cy="173990"/>
          </a:xfrm>
          <a:custGeom>
            <a:avLst/>
            <a:gdLst/>
            <a:ahLst/>
            <a:cxnLst/>
            <a:rect l="l" t="t" r="r" b="b"/>
            <a:pathLst>
              <a:path w="255270" h="173989">
                <a:moveTo>
                  <a:pt x="0" y="86938"/>
                </a:moveTo>
                <a:lnTo>
                  <a:pt x="10027" y="53097"/>
                </a:lnTo>
                <a:lnTo>
                  <a:pt x="37372" y="25463"/>
                </a:lnTo>
                <a:lnTo>
                  <a:pt x="77929" y="6832"/>
                </a:lnTo>
                <a:lnTo>
                  <a:pt x="127596" y="0"/>
                </a:lnTo>
                <a:lnTo>
                  <a:pt x="177262" y="6832"/>
                </a:lnTo>
                <a:lnTo>
                  <a:pt x="217819" y="25463"/>
                </a:lnTo>
                <a:lnTo>
                  <a:pt x="245164" y="53097"/>
                </a:lnTo>
                <a:lnTo>
                  <a:pt x="255191" y="86938"/>
                </a:lnTo>
                <a:lnTo>
                  <a:pt x="245164" y="120778"/>
                </a:lnTo>
                <a:lnTo>
                  <a:pt x="217819" y="148412"/>
                </a:lnTo>
                <a:lnTo>
                  <a:pt x="177262" y="167043"/>
                </a:lnTo>
                <a:lnTo>
                  <a:pt x="127596" y="173875"/>
                </a:lnTo>
                <a:lnTo>
                  <a:pt x="77929" y="167043"/>
                </a:lnTo>
                <a:lnTo>
                  <a:pt x="37372" y="148412"/>
                </a:lnTo>
                <a:lnTo>
                  <a:pt x="10027" y="120778"/>
                </a:lnTo>
                <a:lnTo>
                  <a:pt x="0" y="86938"/>
                </a:lnTo>
                <a:close/>
              </a:path>
            </a:pathLst>
          </a:custGeom>
          <a:ln w="28574">
            <a:solidFill>
              <a:srgbClr val="000000"/>
            </a:solidFill>
          </a:ln>
        </p:spPr>
        <p:txBody>
          <a:bodyPr wrap="square" lIns="0" tIns="0" rIns="0" bIns="0" rtlCol="0"/>
          <a:lstStyle/>
          <a:p>
            <a:endParaRPr/>
          </a:p>
        </p:txBody>
      </p:sp>
      <p:sp>
        <p:nvSpPr>
          <p:cNvPr id="126" name="object 126"/>
          <p:cNvSpPr/>
          <p:nvPr/>
        </p:nvSpPr>
        <p:spPr>
          <a:xfrm>
            <a:off x="4837457" y="1890818"/>
            <a:ext cx="1270" cy="163195"/>
          </a:xfrm>
          <a:custGeom>
            <a:avLst/>
            <a:gdLst/>
            <a:ahLst/>
            <a:cxnLst/>
            <a:rect l="l" t="t" r="r" b="b"/>
            <a:pathLst>
              <a:path w="1270" h="163194">
                <a:moveTo>
                  <a:pt x="504" y="-14287"/>
                </a:moveTo>
                <a:lnTo>
                  <a:pt x="504" y="176945"/>
                </a:lnTo>
              </a:path>
            </a:pathLst>
          </a:custGeom>
          <a:ln w="29583">
            <a:solidFill>
              <a:srgbClr val="000000"/>
            </a:solidFill>
          </a:ln>
        </p:spPr>
        <p:txBody>
          <a:bodyPr wrap="square" lIns="0" tIns="0" rIns="0" bIns="0" rtlCol="0"/>
          <a:lstStyle/>
          <a:p>
            <a:endParaRPr/>
          </a:p>
        </p:txBody>
      </p:sp>
      <p:sp>
        <p:nvSpPr>
          <p:cNvPr id="127" name="object 127"/>
          <p:cNvSpPr/>
          <p:nvPr/>
        </p:nvSpPr>
        <p:spPr>
          <a:xfrm>
            <a:off x="4635724" y="1936391"/>
            <a:ext cx="404495" cy="1270"/>
          </a:xfrm>
          <a:custGeom>
            <a:avLst/>
            <a:gdLst/>
            <a:ahLst/>
            <a:cxnLst/>
            <a:rect l="l" t="t" r="r" b="b"/>
            <a:pathLst>
              <a:path w="404495" h="1269">
                <a:moveTo>
                  <a:pt x="0" y="0"/>
                </a:moveTo>
                <a:lnTo>
                  <a:pt x="404473" y="701"/>
                </a:lnTo>
              </a:path>
            </a:pathLst>
          </a:custGeom>
          <a:ln w="28574">
            <a:solidFill>
              <a:srgbClr val="000000"/>
            </a:solidFill>
          </a:ln>
        </p:spPr>
        <p:txBody>
          <a:bodyPr wrap="square" lIns="0" tIns="0" rIns="0" bIns="0" rtlCol="0"/>
          <a:lstStyle/>
          <a:p>
            <a:endParaRPr/>
          </a:p>
        </p:txBody>
      </p:sp>
      <p:sp>
        <p:nvSpPr>
          <p:cNvPr id="128" name="object 128"/>
          <p:cNvSpPr/>
          <p:nvPr/>
        </p:nvSpPr>
        <p:spPr>
          <a:xfrm>
            <a:off x="4558057" y="2053474"/>
            <a:ext cx="558800" cy="191135"/>
          </a:xfrm>
          <a:custGeom>
            <a:avLst/>
            <a:gdLst/>
            <a:ahLst/>
            <a:cxnLst/>
            <a:rect l="l" t="t" r="r" b="b"/>
            <a:pathLst>
              <a:path w="558800" h="191135">
                <a:moveTo>
                  <a:pt x="0" y="190701"/>
                </a:moveTo>
                <a:lnTo>
                  <a:pt x="279399" y="0"/>
                </a:lnTo>
                <a:lnTo>
                  <a:pt x="558799" y="190701"/>
                </a:lnTo>
              </a:path>
            </a:pathLst>
          </a:custGeom>
          <a:ln w="28574">
            <a:solidFill>
              <a:srgbClr val="000000"/>
            </a:solidFill>
          </a:ln>
        </p:spPr>
        <p:txBody>
          <a:bodyPr wrap="square" lIns="0" tIns="0" rIns="0" bIns="0" rtlCol="0"/>
          <a:lstStyle/>
          <a:p>
            <a:endParaRPr/>
          </a:p>
        </p:txBody>
      </p:sp>
      <p:sp>
        <p:nvSpPr>
          <p:cNvPr id="129" name="object 129"/>
          <p:cNvSpPr txBox="1"/>
          <p:nvPr/>
        </p:nvSpPr>
        <p:spPr>
          <a:xfrm>
            <a:off x="4484397" y="2254973"/>
            <a:ext cx="716280" cy="26924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参与者1</a:t>
            </a:r>
            <a:endParaRPr sz="1600">
              <a:latin typeface="华文新魏" panose="02010800040101010101" charset="-122"/>
              <a:cs typeface="华文新魏" panose="02010800040101010101" charset="-122"/>
            </a:endParaRPr>
          </a:p>
        </p:txBody>
      </p:sp>
      <p:sp>
        <p:nvSpPr>
          <p:cNvPr id="130" name="object 130"/>
          <p:cNvSpPr/>
          <p:nvPr/>
        </p:nvSpPr>
        <p:spPr>
          <a:xfrm>
            <a:off x="5273493" y="2015579"/>
            <a:ext cx="1537970" cy="5080"/>
          </a:xfrm>
          <a:custGeom>
            <a:avLst/>
            <a:gdLst/>
            <a:ahLst/>
            <a:cxnLst/>
            <a:rect l="l" t="t" r="r" b="b"/>
            <a:pathLst>
              <a:path w="1537970" h="5080">
                <a:moveTo>
                  <a:pt x="0" y="0"/>
                </a:moveTo>
                <a:lnTo>
                  <a:pt x="1537713" y="4676"/>
                </a:lnTo>
              </a:path>
            </a:pathLst>
          </a:custGeom>
          <a:ln w="28574">
            <a:solidFill>
              <a:srgbClr val="A76585"/>
            </a:solidFill>
          </a:ln>
        </p:spPr>
        <p:txBody>
          <a:bodyPr wrap="square" lIns="0" tIns="0" rIns="0" bIns="0" rtlCol="0"/>
          <a:lstStyle/>
          <a:p>
            <a:endParaRPr/>
          </a:p>
        </p:txBody>
      </p:sp>
      <p:sp>
        <p:nvSpPr>
          <p:cNvPr id="131" name="object 131"/>
          <p:cNvSpPr/>
          <p:nvPr/>
        </p:nvSpPr>
        <p:spPr>
          <a:xfrm>
            <a:off x="6709012" y="1953673"/>
            <a:ext cx="130549" cy="132646"/>
          </a:xfrm>
          <a:prstGeom prst="rect">
            <a:avLst/>
          </a:prstGeom>
          <a:blipFill>
            <a:blip r:embed="rId3" cstate="print"/>
            <a:stretch>
              <a:fillRect/>
            </a:stretch>
          </a:blipFill>
        </p:spPr>
        <p:txBody>
          <a:bodyPr wrap="square" lIns="0" tIns="0" rIns="0" bIns="0" rtlCol="0"/>
          <a:lstStyle/>
          <a:p>
            <a:endParaRPr/>
          </a:p>
        </p:txBody>
      </p:sp>
      <p:sp>
        <p:nvSpPr>
          <p:cNvPr id="132" name="object 132"/>
          <p:cNvSpPr/>
          <p:nvPr/>
        </p:nvSpPr>
        <p:spPr>
          <a:xfrm>
            <a:off x="8901460" y="2114003"/>
            <a:ext cx="1551305" cy="255904"/>
          </a:xfrm>
          <a:custGeom>
            <a:avLst/>
            <a:gdLst/>
            <a:ahLst/>
            <a:cxnLst/>
            <a:rect l="l" t="t" r="r" b="b"/>
            <a:pathLst>
              <a:path w="1551304" h="255905">
                <a:moveTo>
                  <a:pt x="0" y="0"/>
                </a:moveTo>
                <a:lnTo>
                  <a:pt x="1550791" y="255736"/>
                </a:lnTo>
              </a:path>
            </a:pathLst>
          </a:custGeom>
          <a:ln w="28574">
            <a:solidFill>
              <a:srgbClr val="A76585"/>
            </a:solidFill>
          </a:ln>
        </p:spPr>
        <p:txBody>
          <a:bodyPr wrap="square" lIns="0" tIns="0" rIns="0" bIns="0" rtlCol="0"/>
          <a:lstStyle/>
          <a:p>
            <a:endParaRPr/>
          </a:p>
        </p:txBody>
      </p:sp>
      <p:sp>
        <p:nvSpPr>
          <p:cNvPr id="133" name="object 133"/>
          <p:cNvSpPr/>
          <p:nvPr/>
        </p:nvSpPr>
        <p:spPr>
          <a:xfrm>
            <a:off x="10343370" y="2290414"/>
            <a:ext cx="136859" cy="130878"/>
          </a:xfrm>
          <a:prstGeom prst="rect">
            <a:avLst/>
          </a:prstGeom>
          <a:blipFill>
            <a:blip r:embed="rId4" cstate="print"/>
            <a:stretch>
              <a:fillRect/>
            </a:stretch>
          </a:blipFill>
        </p:spPr>
        <p:txBody>
          <a:bodyPr wrap="square" lIns="0" tIns="0" rIns="0" bIns="0" rtlCol="0"/>
          <a:lstStyle/>
          <a:p>
            <a:endParaRPr/>
          </a:p>
        </p:txBody>
      </p:sp>
      <p:sp>
        <p:nvSpPr>
          <p:cNvPr id="134" name="object 134"/>
          <p:cNvSpPr/>
          <p:nvPr/>
        </p:nvSpPr>
        <p:spPr>
          <a:xfrm>
            <a:off x="10577764" y="2157548"/>
            <a:ext cx="255270" cy="173990"/>
          </a:xfrm>
          <a:custGeom>
            <a:avLst/>
            <a:gdLst/>
            <a:ahLst/>
            <a:cxnLst/>
            <a:rect l="l" t="t" r="r" b="b"/>
            <a:pathLst>
              <a:path w="255270" h="173989">
                <a:moveTo>
                  <a:pt x="0" y="86938"/>
                </a:moveTo>
                <a:lnTo>
                  <a:pt x="10027" y="53097"/>
                </a:lnTo>
                <a:lnTo>
                  <a:pt x="37372" y="25463"/>
                </a:lnTo>
                <a:lnTo>
                  <a:pt x="77929" y="6832"/>
                </a:lnTo>
                <a:lnTo>
                  <a:pt x="127596" y="0"/>
                </a:lnTo>
                <a:lnTo>
                  <a:pt x="177262" y="6832"/>
                </a:lnTo>
                <a:lnTo>
                  <a:pt x="217820" y="25463"/>
                </a:lnTo>
                <a:lnTo>
                  <a:pt x="245164" y="53097"/>
                </a:lnTo>
                <a:lnTo>
                  <a:pt x="255192" y="86938"/>
                </a:lnTo>
                <a:lnTo>
                  <a:pt x="245164" y="120778"/>
                </a:lnTo>
                <a:lnTo>
                  <a:pt x="217820" y="148412"/>
                </a:lnTo>
                <a:lnTo>
                  <a:pt x="177262" y="167043"/>
                </a:lnTo>
                <a:lnTo>
                  <a:pt x="127596" y="173875"/>
                </a:lnTo>
                <a:lnTo>
                  <a:pt x="77929" y="167043"/>
                </a:lnTo>
                <a:lnTo>
                  <a:pt x="37372" y="148412"/>
                </a:lnTo>
                <a:lnTo>
                  <a:pt x="10027" y="120778"/>
                </a:lnTo>
                <a:lnTo>
                  <a:pt x="0" y="86938"/>
                </a:lnTo>
                <a:close/>
              </a:path>
            </a:pathLst>
          </a:custGeom>
          <a:ln w="28574">
            <a:solidFill>
              <a:srgbClr val="000000"/>
            </a:solidFill>
          </a:ln>
        </p:spPr>
        <p:txBody>
          <a:bodyPr wrap="square" lIns="0" tIns="0" rIns="0" bIns="0" rtlCol="0"/>
          <a:lstStyle/>
          <a:p>
            <a:endParaRPr/>
          </a:p>
        </p:txBody>
      </p:sp>
      <p:sp>
        <p:nvSpPr>
          <p:cNvPr id="135" name="object 135"/>
          <p:cNvSpPr/>
          <p:nvPr/>
        </p:nvSpPr>
        <p:spPr>
          <a:xfrm>
            <a:off x="10704859" y="2332826"/>
            <a:ext cx="1270" cy="163195"/>
          </a:xfrm>
          <a:custGeom>
            <a:avLst/>
            <a:gdLst/>
            <a:ahLst/>
            <a:cxnLst/>
            <a:rect l="l" t="t" r="r" b="b"/>
            <a:pathLst>
              <a:path w="1270" h="163194">
                <a:moveTo>
                  <a:pt x="504" y="-14287"/>
                </a:moveTo>
                <a:lnTo>
                  <a:pt x="504" y="176945"/>
                </a:lnTo>
              </a:path>
            </a:pathLst>
          </a:custGeom>
          <a:ln w="29584">
            <a:solidFill>
              <a:srgbClr val="000000"/>
            </a:solidFill>
          </a:ln>
        </p:spPr>
        <p:txBody>
          <a:bodyPr wrap="square" lIns="0" tIns="0" rIns="0" bIns="0" rtlCol="0"/>
          <a:lstStyle/>
          <a:p>
            <a:endParaRPr/>
          </a:p>
        </p:txBody>
      </p:sp>
      <p:sp>
        <p:nvSpPr>
          <p:cNvPr id="136" name="object 136"/>
          <p:cNvSpPr/>
          <p:nvPr/>
        </p:nvSpPr>
        <p:spPr>
          <a:xfrm>
            <a:off x="10503124" y="2378398"/>
            <a:ext cx="404495" cy="1270"/>
          </a:xfrm>
          <a:custGeom>
            <a:avLst/>
            <a:gdLst/>
            <a:ahLst/>
            <a:cxnLst/>
            <a:rect l="l" t="t" r="r" b="b"/>
            <a:pathLst>
              <a:path w="404495" h="1269">
                <a:moveTo>
                  <a:pt x="0" y="0"/>
                </a:moveTo>
                <a:lnTo>
                  <a:pt x="404473" y="701"/>
                </a:lnTo>
              </a:path>
            </a:pathLst>
          </a:custGeom>
          <a:ln w="28574">
            <a:solidFill>
              <a:srgbClr val="000000"/>
            </a:solidFill>
          </a:ln>
        </p:spPr>
        <p:txBody>
          <a:bodyPr wrap="square" lIns="0" tIns="0" rIns="0" bIns="0" rtlCol="0"/>
          <a:lstStyle/>
          <a:p>
            <a:endParaRPr/>
          </a:p>
        </p:txBody>
      </p:sp>
      <p:sp>
        <p:nvSpPr>
          <p:cNvPr id="137" name="object 137"/>
          <p:cNvSpPr/>
          <p:nvPr/>
        </p:nvSpPr>
        <p:spPr>
          <a:xfrm>
            <a:off x="10425457" y="2495484"/>
            <a:ext cx="558800" cy="191135"/>
          </a:xfrm>
          <a:custGeom>
            <a:avLst/>
            <a:gdLst/>
            <a:ahLst/>
            <a:cxnLst/>
            <a:rect l="l" t="t" r="r" b="b"/>
            <a:pathLst>
              <a:path w="558800" h="191135">
                <a:moveTo>
                  <a:pt x="0" y="190701"/>
                </a:moveTo>
                <a:lnTo>
                  <a:pt x="279399" y="0"/>
                </a:lnTo>
                <a:lnTo>
                  <a:pt x="558799" y="190701"/>
                </a:lnTo>
              </a:path>
            </a:pathLst>
          </a:custGeom>
          <a:ln w="28574">
            <a:solidFill>
              <a:srgbClr val="000000"/>
            </a:solidFill>
          </a:ln>
        </p:spPr>
        <p:txBody>
          <a:bodyPr wrap="square" lIns="0" tIns="0" rIns="0" bIns="0" rtlCol="0"/>
          <a:lstStyle/>
          <a:p>
            <a:endParaRPr/>
          </a:p>
        </p:txBody>
      </p:sp>
      <p:sp>
        <p:nvSpPr>
          <p:cNvPr id="138" name="object 138"/>
          <p:cNvSpPr txBox="1"/>
          <p:nvPr/>
        </p:nvSpPr>
        <p:spPr>
          <a:xfrm>
            <a:off x="10388349" y="2696981"/>
            <a:ext cx="800735" cy="26924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参与者</a:t>
            </a:r>
            <a:r>
              <a:rPr sz="1600" b="1" spc="-75" dirty="0">
                <a:latin typeface="华文新魏" panose="02010800040101010101" charset="-122"/>
                <a:cs typeface="华文新魏" panose="02010800040101010101" charset="-122"/>
              </a:rPr>
              <a:t> </a:t>
            </a:r>
            <a:r>
              <a:rPr sz="1600" b="1" spc="-5" dirty="0">
                <a:latin typeface="华文新魏" panose="02010800040101010101" charset="-122"/>
                <a:cs typeface="华文新魏" panose="02010800040101010101" charset="-122"/>
              </a:rPr>
              <a:t>2</a:t>
            </a:r>
            <a:endParaRPr sz="1600">
              <a:latin typeface="华文新魏" panose="02010800040101010101" charset="-122"/>
              <a:cs typeface="华文新魏" panose="02010800040101010101" charset="-122"/>
            </a:endParaRPr>
          </a:p>
        </p:txBody>
      </p:sp>
      <p:sp>
        <p:nvSpPr>
          <p:cNvPr id="139" name="object 139"/>
          <p:cNvSpPr/>
          <p:nvPr/>
        </p:nvSpPr>
        <p:spPr>
          <a:xfrm>
            <a:off x="10675134" y="3761829"/>
            <a:ext cx="255270" cy="173990"/>
          </a:xfrm>
          <a:custGeom>
            <a:avLst/>
            <a:gdLst/>
            <a:ahLst/>
            <a:cxnLst/>
            <a:rect l="l" t="t" r="r" b="b"/>
            <a:pathLst>
              <a:path w="255270" h="173989">
                <a:moveTo>
                  <a:pt x="0" y="86937"/>
                </a:moveTo>
                <a:lnTo>
                  <a:pt x="10027" y="53097"/>
                </a:lnTo>
                <a:lnTo>
                  <a:pt x="37372" y="25463"/>
                </a:lnTo>
                <a:lnTo>
                  <a:pt x="77929" y="6832"/>
                </a:lnTo>
                <a:lnTo>
                  <a:pt x="127596" y="0"/>
                </a:lnTo>
                <a:lnTo>
                  <a:pt x="177262" y="6832"/>
                </a:lnTo>
                <a:lnTo>
                  <a:pt x="217820" y="25463"/>
                </a:lnTo>
                <a:lnTo>
                  <a:pt x="245165" y="53097"/>
                </a:lnTo>
                <a:lnTo>
                  <a:pt x="255192" y="86937"/>
                </a:lnTo>
                <a:lnTo>
                  <a:pt x="245165" y="120778"/>
                </a:lnTo>
                <a:lnTo>
                  <a:pt x="217820" y="148412"/>
                </a:lnTo>
                <a:lnTo>
                  <a:pt x="177262" y="167043"/>
                </a:lnTo>
                <a:lnTo>
                  <a:pt x="127596" y="173876"/>
                </a:lnTo>
                <a:lnTo>
                  <a:pt x="77929" y="167043"/>
                </a:lnTo>
                <a:lnTo>
                  <a:pt x="37372" y="148412"/>
                </a:lnTo>
                <a:lnTo>
                  <a:pt x="10027" y="120778"/>
                </a:lnTo>
                <a:lnTo>
                  <a:pt x="0" y="86937"/>
                </a:lnTo>
                <a:close/>
              </a:path>
            </a:pathLst>
          </a:custGeom>
          <a:ln w="28574">
            <a:solidFill>
              <a:srgbClr val="000000"/>
            </a:solidFill>
          </a:ln>
        </p:spPr>
        <p:txBody>
          <a:bodyPr wrap="square" lIns="0" tIns="0" rIns="0" bIns="0" rtlCol="0"/>
          <a:lstStyle/>
          <a:p>
            <a:endParaRPr/>
          </a:p>
        </p:txBody>
      </p:sp>
      <p:sp>
        <p:nvSpPr>
          <p:cNvPr id="140" name="object 140"/>
          <p:cNvSpPr/>
          <p:nvPr/>
        </p:nvSpPr>
        <p:spPr>
          <a:xfrm>
            <a:off x="10802226" y="3937107"/>
            <a:ext cx="1270" cy="163195"/>
          </a:xfrm>
          <a:custGeom>
            <a:avLst/>
            <a:gdLst/>
            <a:ahLst/>
            <a:cxnLst/>
            <a:rect l="l" t="t" r="r" b="b"/>
            <a:pathLst>
              <a:path w="1270" h="163195">
                <a:moveTo>
                  <a:pt x="504" y="-14287"/>
                </a:moveTo>
                <a:lnTo>
                  <a:pt x="504" y="176945"/>
                </a:lnTo>
              </a:path>
            </a:pathLst>
          </a:custGeom>
          <a:ln w="29584">
            <a:solidFill>
              <a:srgbClr val="000000"/>
            </a:solidFill>
          </a:ln>
        </p:spPr>
        <p:txBody>
          <a:bodyPr wrap="square" lIns="0" tIns="0" rIns="0" bIns="0" rtlCol="0"/>
          <a:lstStyle/>
          <a:p>
            <a:endParaRPr/>
          </a:p>
        </p:txBody>
      </p:sp>
      <p:sp>
        <p:nvSpPr>
          <p:cNvPr id="141" name="object 141"/>
          <p:cNvSpPr/>
          <p:nvPr/>
        </p:nvSpPr>
        <p:spPr>
          <a:xfrm>
            <a:off x="10600492" y="3982679"/>
            <a:ext cx="404495" cy="1270"/>
          </a:xfrm>
          <a:custGeom>
            <a:avLst/>
            <a:gdLst/>
            <a:ahLst/>
            <a:cxnLst/>
            <a:rect l="l" t="t" r="r" b="b"/>
            <a:pathLst>
              <a:path w="404495" h="1270">
                <a:moveTo>
                  <a:pt x="0" y="0"/>
                </a:moveTo>
                <a:lnTo>
                  <a:pt x="404473" y="700"/>
                </a:lnTo>
              </a:path>
            </a:pathLst>
          </a:custGeom>
          <a:ln w="28574">
            <a:solidFill>
              <a:srgbClr val="000000"/>
            </a:solidFill>
          </a:ln>
        </p:spPr>
        <p:txBody>
          <a:bodyPr wrap="square" lIns="0" tIns="0" rIns="0" bIns="0" rtlCol="0"/>
          <a:lstStyle/>
          <a:p>
            <a:endParaRPr/>
          </a:p>
        </p:txBody>
      </p:sp>
      <p:sp>
        <p:nvSpPr>
          <p:cNvPr id="142" name="object 142"/>
          <p:cNvSpPr/>
          <p:nvPr/>
        </p:nvSpPr>
        <p:spPr>
          <a:xfrm>
            <a:off x="10522826" y="4099765"/>
            <a:ext cx="558800" cy="191135"/>
          </a:xfrm>
          <a:custGeom>
            <a:avLst/>
            <a:gdLst/>
            <a:ahLst/>
            <a:cxnLst/>
            <a:rect l="l" t="t" r="r" b="b"/>
            <a:pathLst>
              <a:path w="558800" h="191135">
                <a:moveTo>
                  <a:pt x="0" y="190701"/>
                </a:moveTo>
                <a:lnTo>
                  <a:pt x="279399" y="0"/>
                </a:lnTo>
                <a:lnTo>
                  <a:pt x="558800" y="190701"/>
                </a:lnTo>
              </a:path>
            </a:pathLst>
          </a:custGeom>
          <a:ln w="28574">
            <a:solidFill>
              <a:srgbClr val="000000"/>
            </a:solidFill>
          </a:ln>
        </p:spPr>
        <p:txBody>
          <a:bodyPr wrap="square" lIns="0" tIns="0" rIns="0" bIns="0" rtlCol="0"/>
          <a:lstStyle/>
          <a:p>
            <a:endParaRPr/>
          </a:p>
        </p:txBody>
      </p:sp>
      <p:sp>
        <p:nvSpPr>
          <p:cNvPr id="143" name="object 143"/>
          <p:cNvSpPr txBox="1"/>
          <p:nvPr/>
        </p:nvSpPr>
        <p:spPr>
          <a:xfrm>
            <a:off x="10427999" y="4301261"/>
            <a:ext cx="751205" cy="26924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华文新魏" panose="02010800040101010101" charset="-122"/>
                <a:cs typeface="华文新魏" panose="02010800040101010101" charset="-122"/>
              </a:rPr>
              <a:t>参与者3</a:t>
            </a:r>
            <a:endParaRPr sz="1600">
              <a:latin typeface="华文新魏" panose="02010800040101010101" charset="-122"/>
              <a:cs typeface="华文新魏" panose="02010800040101010101" charset="-122"/>
            </a:endParaRPr>
          </a:p>
        </p:txBody>
      </p:sp>
      <p:sp>
        <p:nvSpPr>
          <p:cNvPr id="144" name="object 144"/>
          <p:cNvSpPr/>
          <p:nvPr/>
        </p:nvSpPr>
        <p:spPr>
          <a:xfrm>
            <a:off x="1939742" y="2126704"/>
            <a:ext cx="5162550" cy="3078480"/>
          </a:xfrm>
          <a:custGeom>
            <a:avLst/>
            <a:gdLst/>
            <a:ahLst/>
            <a:cxnLst/>
            <a:rect l="l" t="t" r="r" b="b"/>
            <a:pathLst>
              <a:path w="5162550" h="3078479">
                <a:moveTo>
                  <a:pt x="0" y="3078162"/>
                </a:moveTo>
                <a:lnTo>
                  <a:pt x="55513" y="3077693"/>
                </a:lnTo>
                <a:lnTo>
                  <a:pt x="111005" y="3076295"/>
                </a:lnTo>
                <a:lnTo>
                  <a:pt x="166451" y="3073982"/>
                </a:lnTo>
                <a:lnTo>
                  <a:pt x="221829" y="3070767"/>
                </a:lnTo>
                <a:lnTo>
                  <a:pt x="277116" y="3066664"/>
                </a:lnTo>
                <a:lnTo>
                  <a:pt x="332290" y="3061685"/>
                </a:lnTo>
                <a:lnTo>
                  <a:pt x="387328" y="3055845"/>
                </a:lnTo>
                <a:lnTo>
                  <a:pt x="442207" y="3049157"/>
                </a:lnTo>
                <a:lnTo>
                  <a:pt x="496905" y="3041634"/>
                </a:lnTo>
                <a:lnTo>
                  <a:pt x="551400" y="3033291"/>
                </a:lnTo>
                <a:lnTo>
                  <a:pt x="605667" y="3024139"/>
                </a:lnTo>
                <a:lnTo>
                  <a:pt x="659686" y="3014193"/>
                </a:lnTo>
                <a:lnTo>
                  <a:pt x="713432" y="3003467"/>
                </a:lnTo>
                <a:lnTo>
                  <a:pt x="766884" y="2991973"/>
                </a:lnTo>
                <a:lnTo>
                  <a:pt x="820018" y="2979726"/>
                </a:lnTo>
                <a:lnTo>
                  <a:pt x="872813" y="2966738"/>
                </a:lnTo>
                <a:lnTo>
                  <a:pt x="925245" y="2953023"/>
                </a:lnTo>
                <a:lnTo>
                  <a:pt x="977292" y="2938594"/>
                </a:lnTo>
                <a:lnTo>
                  <a:pt x="1028931" y="2923466"/>
                </a:lnTo>
                <a:lnTo>
                  <a:pt x="1080140" y="2907651"/>
                </a:lnTo>
                <a:lnTo>
                  <a:pt x="1130895" y="2891163"/>
                </a:lnTo>
                <a:lnTo>
                  <a:pt x="1181174" y="2874016"/>
                </a:lnTo>
                <a:lnTo>
                  <a:pt x="1230955" y="2856222"/>
                </a:lnTo>
                <a:lnTo>
                  <a:pt x="1280215" y="2837796"/>
                </a:lnTo>
                <a:lnTo>
                  <a:pt x="1328931" y="2818750"/>
                </a:lnTo>
                <a:lnTo>
                  <a:pt x="1377080" y="2799099"/>
                </a:lnTo>
                <a:lnTo>
                  <a:pt x="1424640" y="2778855"/>
                </a:lnTo>
                <a:lnTo>
                  <a:pt x="1471588" y="2758033"/>
                </a:lnTo>
                <a:lnTo>
                  <a:pt x="1517902" y="2736645"/>
                </a:lnTo>
                <a:lnTo>
                  <a:pt x="1563559" y="2714705"/>
                </a:lnTo>
                <a:lnTo>
                  <a:pt x="1608536" y="2692227"/>
                </a:lnTo>
                <a:lnTo>
                  <a:pt x="1652810" y="2669224"/>
                </a:lnTo>
                <a:lnTo>
                  <a:pt x="1696359" y="2645709"/>
                </a:lnTo>
                <a:lnTo>
                  <a:pt x="1739161" y="2621696"/>
                </a:lnTo>
                <a:lnTo>
                  <a:pt x="1781192" y="2597199"/>
                </a:lnTo>
                <a:lnTo>
                  <a:pt x="1822430" y="2572230"/>
                </a:lnTo>
                <a:lnTo>
                  <a:pt x="1862852" y="2546804"/>
                </a:lnTo>
                <a:lnTo>
                  <a:pt x="1902436" y="2520933"/>
                </a:lnTo>
                <a:lnTo>
                  <a:pt x="1941158" y="2494632"/>
                </a:lnTo>
                <a:lnTo>
                  <a:pt x="1978997" y="2467914"/>
                </a:lnTo>
                <a:lnTo>
                  <a:pt x="2015930" y="2440791"/>
                </a:lnTo>
                <a:lnTo>
                  <a:pt x="2051933" y="2413279"/>
                </a:lnTo>
                <a:lnTo>
                  <a:pt x="2086985" y="2385389"/>
                </a:lnTo>
                <a:lnTo>
                  <a:pt x="2121062" y="2357136"/>
                </a:lnTo>
                <a:lnTo>
                  <a:pt x="2154142" y="2328533"/>
                </a:lnTo>
                <a:lnTo>
                  <a:pt x="2186203" y="2299593"/>
                </a:lnTo>
                <a:lnTo>
                  <a:pt x="2217221" y="2270330"/>
                </a:lnTo>
                <a:lnTo>
                  <a:pt x="2247174" y="2240758"/>
                </a:lnTo>
                <a:lnTo>
                  <a:pt x="2276040" y="2210889"/>
                </a:lnTo>
                <a:lnTo>
                  <a:pt x="2303795" y="2180738"/>
                </a:lnTo>
                <a:lnTo>
                  <a:pt x="2330417" y="2150318"/>
                </a:lnTo>
                <a:lnTo>
                  <a:pt x="2355883" y="2119641"/>
                </a:lnTo>
                <a:lnTo>
                  <a:pt x="2380171" y="2088723"/>
                </a:lnTo>
                <a:lnTo>
                  <a:pt x="2403258" y="2057576"/>
                </a:lnTo>
                <a:lnTo>
                  <a:pt x="2425122" y="2026213"/>
                </a:lnTo>
                <a:lnTo>
                  <a:pt x="2465087" y="1962895"/>
                </a:lnTo>
                <a:lnTo>
                  <a:pt x="2499885" y="1898877"/>
                </a:lnTo>
                <a:lnTo>
                  <a:pt x="2529336" y="1834267"/>
                </a:lnTo>
                <a:lnTo>
                  <a:pt x="2553258" y="1769173"/>
                </a:lnTo>
                <a:lnTo>
                  <a:pt x="2571469" y="1703701"/>
                </a:lnTo>
                <a:lnTo>
                  <a:pt x="2583789" y="1637960"/>
                </a:lnTo>
                <a:lnTo>
                  <a:pt x="2590036" y="1572058"/>
                </a:lnTo>
                <a:lnTo>
                  <a:pt x="2591608" y="1506102"/>
                </a:lnTo>
                <a:lnTo>
                  <a:pt x="2593944" y="1473137"/>
                </a:lnTo>
                <a:lnTo>
                  <a:pt x="2603181" y="1407303"/>
                </a:lnTo>
                <a:lnTo>
                  <a:pt x="2618357" y="1341683"/>
                </a:lnTo>
                <a:lnTo>
                  <a:pt x="2639290" y="1276387"/>
                </a:lnTo>
                <a:lnTo>
                  <a:pt x="2665802" y="1211521"/>
                </a:lnTo>
                <a:lnTo>
                  <a:pt x="2697713" y="1147194"/>
                </a:lnTo>
                <a:lnTo>
                  <a:pt x="2734842" y="1083512"/>
                </a:lnTo>
                <a:lnTo>
                  <a:pt x="2777009" y="1020585"/>
                </a:lnTo>
                <a:lnTo>
                  <a:pt x="2799926" y="989438"/>
                </a:lnTo>
                <a:lnTo>
                  <a:pt x="2824035" y="958519"/>
                </a:lnTo>
                <a:lnTo>
                  <a:pt x="2849313" y="927843"/>
                </a:lnTo>
                <a:lnTo>
                  <a:pt x="2875739" y="897423"/>
                </a:lnTo>
                <a:lnTo>
                  <a:pt x="2903289" y="867272"/>
                </a:lnTo>
                <a:lnTo>
                  <a:pt x="2931942" y="837403"/>
                </a:lnTo>
                <a:lnTo>
                  <a:pt x="2961674" y="807831"/>
                </a:lnTo>
                <a:lnTo>
                  <a:pt x="2992464" y="778568"/>
                </a:lnTo>
                <a:lnTo>
                  <a:pt x="3024288" y="749628"/>
                </a:lnTo>
                <a:lnTo>
                  <a:pt x="3057124" y="721025"/>
                </a:lnTo>
                <a:lnTo>
                  <a:pt x="3090950" y="692772"/>
                </a:lnTo>
                <a:lnTo>
                  <a:pt x="3125744" y="664883"/>
                </a:lnTo>
                <a:lnTo>
                  <a:pt x="3161482" y="637370"/>
                </a:lnTo>
                <a:lnTo>
                  <a:pt x="3198142" y="610247"/>
                </a:lnTo>
                <a:lnTo>
                  <a:pt x="3235702" y="583529"/>
                </a:lnTo>
                <a:lnTo>
                  <a:pt x="3274139" y="557228"/>
                </a:lnTo>
                <a:lnTo>
                  <a:pt x="3313431" y="531357"/>
                </a:lnTo>
                <a:lnTo>
                  <a:pt x="3353555" y="505931"/>
                </a:lnTo>
                <a:lnTo>
                  <a:pt x="3394489" y="480962"/>
                </a:lnTo>
                <a:lnTo>
                  <a:pt x="3436210" y="456465"/>
                </a:lnTo>
                <a:lnTo>
                  <a:pt x="3478696" y="432452"/>
                </a:lnTo>
                <a:lnTo>
                  <a:pt x="3521924" y="408937"/>
                </a:lnTo>
                <a:lnTo>
                  <a:pt x="3565872" y="385934"/>
                </a:lnTo>
                <a:lnTo>
                  <a:pt x="3610518" y="363456"/>
                </a:lnTo>
                <a:lnTo>
                  <a:pt x="3655838" y="341516"/>
                </a:lnTo>
                <a:lnTo>
                  <a:pt x="3701810" y="320128"/>
                </a:lnTo>
                <a:lnTo>
                  <a:pt x="3748412" y="299306"/>
                </a:lnTo>
                <a:lnTo>
                  <a:pt x="3795622" y="279062"/>
                </a:lnTo>
                <a:lnTo>
                  <a:pt x="3843416" y="259411"/>
                </a:lnTo>
                <a:lnTo>
                  <a:pt x="3891773" y="240365"/>
                </a:lnTo>
                <a:lnTo>
                  <a:pt x="3940669" y="221939"/>
                </a:lnTo>
                <a:lnTo>
                  <a:pt x="3990083" y="204145"/>
                </a:lnTo>
                <a:lnTo>
                  <a:pt x="4039992" y="186998"/>
                </a:lnTo>
                <a:lnTo>
                  <a:pt x="4090373" y="170510"/>
                </a:lnTo>
                <a:lnTo>
                  <a:pt x="4141204" y="154695"/>
                </a:lnTo>
                <a:lnTo>
                  <a:pt x="4192462" y="139567"/>
                </a:lnTo>
                <a:lnTo>
                  <a:pt x="4244125" y="125138"/>
                </a:lnTo>
                <a:lnTo>
                  <a:pt x="4296171" y="111424"/>
                </a:lnTo>
                <a:lnTo>
                  <a:pt x="4348576" y="98436"/>
                </a:lnTo>
                <a:lnTo>
                  <a:pt x="4401319" y="86188"/>
                </a:lnTo>
                <a:lnTo>
                  <a:pt x="4454377" y="74694"/>
                </a:lnTo>
                <a:lnTo>
                  <a:pt x="4507727" y="63968"/>
                </a:lnTo>
                <a:lnTo>
                  <a:pt x="4561347" y="54022"/>
                </a:lnTo>
                <a:lnTo>
                  <a:pt x="4615214" y="44871"/>
                </a:lnTo>
                <a:lnTo>
                  <a:pt x="4669307" y="36527"/>
                </a:lnTo>
                <a:lnTo>
                  <a:pt x="4723602" y="29004"/>
                </a:lnTo>
                <a:lnTo>
                  <a:pt x="4778077" y="22316"/>
                </a:lnTo>
                <a:lnTo>
                  <a:pt x="4832709" y="16476"/>
                </a:lnTo>
                <a:lnTo>
                  <a:pt x="4887476" y="11498"/>
                </a:lnTo>
                <a:lnTo>
                  <a:pt x="4942356" y="7394"/>
                </a:lnTo>
                <a:lnTo>
                  <a:pt x="4997325" y="4179"/>
                </a:lnTo>
                <a:lnTo>
                  <a:pt x="5052362" y="1866"/>
                </a:lnTo>
                <a:lnTo>
                  <a:pt x="5107445" y="468"/>
                </a:lnTo>
                <a:lnTo>
                  <a:pt x="5162549" y="0"/>
                </a:lnTo>
              </a:path>
            </a:pathLst>
          </a:custGeom>
          <a:ln w="28574">
            <a:solidFill>
              <a:srgbClr val="A76585"/>
            </a:solidFill>
          </a:ln>
        </p:spPr>
        <p:txBody>
          <a:bodyPr wrap="square" lIns="0" tIns="0" rIns="0" bIns="0" rtlCol="0"/>
          <a:lstStyle/>
          <a:p>
            <a:endParaRPr/>
          </a:p>
        </p:txBody>
      </p:sp>
      <p:sp>
        <p:nvSpPr>
          <p:cNvPr id="145" name="object 145"/>
          <p:cNvSpPr/>
          <p:nvPr/>
        </p:nvSpPr>
        <p:spPr>
          <a:xfrm>
            <a:off x="5178241" y="2910928"/>
            <a:ext cx="1864995" cy="2262505"/>
          </a:xfrm>
          <a:custGeom>
            <a:avLst/>
            <a:gdLst/>
            <a:ahLst/>
            <a:cxnLst/>
            <a:rect l="l" t="t" r="r" b="b"/>
            <a:pathLst>
              <a:path w="1864995" h="2262504">
                <a:moveTo>
                  <a:pt x="0" y="2262187"/>
                </a:moveTo>
                <a:lnTo>
                  <a:pt x="40355" y="2260815"/>
                </a:lnTo>
                <a:lnTo>
                  <a:pt x="80644" y="2256752"/>
                </a:lnTo>
                <a:lnTo>
                  <a:pt x="120802" y="2250078"/>
                </a:lnTo>
                <a:lnTo>
                  <a:pt x="160762" y="2240871"/>
                </a:lnTo>
                <a:lnTo>
                  <a:pt x="200459" y="2229210"/>
                </a:lnTo>
                <a:lnTo>
                  <a:pt x="239826" y="2215176"/>
                </a:lnTo>
                <a:lnTo>
                  <a:pt x="278797" y="2198846"/>
                </a:lnTo>
                <a:lnTo>
                  <a:pt x="317307" y="2180300"/>
                </a:lnTo>
                <a:lnTo>
                  <a:pt x="355290" y="2159617"/>
                </a:lnTo>
                <a:lnTo>
                  <a:pt x="392680" y="2136876"/>
                </a:lnTo>
                <a:lnTo>
                  <a:pt x="429411" y="2112157"/>
                </a:lnTo>
                <a:lnTo>
                  <a:pt x="465416" y="2085538"/>
                </a:lnTo>
                <a:lnTo>
                  <a:pt x="500631" y="2057100"/>
                </a:lnTo>
                <a:lnTo>
                  <a:pt x="534989" y="2026919"/>
                </a:lnTo>
                <a:lnTo>
                  <a:pt x="568425" y="1995077"/>
                </a:lnTo>
                <a:lnTo>
                  <a:pt x="600872" y="1961652"/>
                </a:lnTo>
                <a:lnTo>
                  <a:pt x="632264" y="1926724"/>
                </a:lnTo>
                <a:lnTo>
                  <a:pt x="662536" y="1890370"/>
                </a:lnTo>
                <a:lnTo>
                  <a:pt x="691622" y="1852672"/>
                </a:lnTo>
                <a:lnTo>
                  <a:pt x="719456" y="1813707"/>
                </a:lnTo>
                <a:lnTo>
                  <a:pt x="745971" y="1773554"/>
                </a:lnTo>
                <a:lnTo>
                  <a:pt x="771103" y="1732294"/>
                </a:lnTo>
                <a:lnTo>
                  <a:pt x="794785" y="1690005"/>
                </a:lnTo>
                <a:lnTo>
                  <a:pt x="816951" y="1646766"/>
                </a:lnTo>
                <a:lnTo>
                  <a:pt x="837535" y="1602657"/>
                </a:lnTo>
                <a:lnTo>
                  <a:pt x="856471" y="1557756"/>
                </a:lnTo>
                <a:lnTo>
                  <a:pt x="873694" y="1512143"/>
                </a:lnTo>
                <a:lnTo>
                  <a:pt x="889138" y="1465897"/>
                </a:lnTo>
                <a:lnTo>
                  <a:pt x="902736" y="1419097"/>
                </a:lnTo>
                <a:lnTo>
                  <a:pt x="914423" y="1371822"/>
                </a:lnTo>
                <a:lnTo>
                  <a:pt x="924133" y="1324151"/>
                </a:lnTo>
                <a:lnTo>
                  <a:pt x="931800" y="1276163"/>
                </a:lnTo>
                <a:lnTo>
                  <a:pt x="937358" y="1227939"/>
                </a:lnTo>
                <a:lnTo>
                  <a:pt x="940741" y="1179555"/>
                </a:lnTo>
                <a:lnTo>
                  <a:pt x="941883" y="1131093"/>
                </a:lnTo>
                <a:lnTo>
                  <a:pt x="943003" y="1082631"/>
                </a:lnTo>
                <a:lnTo>
                  <a:pt x="946318" y="1034248"/>
                </a:lnTo>
                <a:lnTo>
                  <a:pt x="951764" y="986023"/>
                </a:lnTo>
                <a:lnTo>
                  <a:pt x="959276" y="938036"/>
                </a:lnTo>
                <a:lnTo>
                  <a:pt x="968790" y="890365"/>
                </a:lnTo>
                <a:lnTo>
                  <a:pt x="980242" y="843090"/>
                </a:lnTo>
                <a:lnTo>
                  <a:pt x="993566" y="796289"/>
                </a:lnTo>
                <a:lnTo>
                  <a:pt x="1008698" y="750043"/>
                </a:lnTo>
                <a:lnTo>
                  <a:pt x="1025574" y="704430"/>
                </a:lnTo>
                <a:lnTo>
                  <a:pt x="1044129" y="659529"/>
                </a:lnTo>
                <a:lnTo>
                  <a:pt x="1064298" y="615420"/>
                </a:lnTo>
                <a:lnTo>
                  <a:pt x="1086017" y="572181"/>
                </a:lnTo>
                <a:lnTo>
                  <a:pt x="1109221" y="529892"/>
                </a:lnTo>
                <a:lnTo>
                  <a:pt x="1133847" y="488632"/>
                </a:lnTo>
                <a:lnTo>
                  <a:pt x="1159828" y="448480"/>
                </a:lnTo>
                <a:lnTo>
                  <a:pt x="1187100" y="409515"/>
                </a:lnTo>
                <a:lnTo>
                  <a:pt x="1215600" y="371816"/>
                </a:lnTo>
                <a:lnTo>
                  <a:pt x="1245262" y="335463"/>
                </a:lnTo>
                <a:lnTo>
                  <a:pt x="1276021" y="300534"/>
                </a:lnTo>
                <a:lnTo>
                  <a:pt x="1307814" y="267109"/>
                </a:lnTo>
                <a:lnTo>
                  <a:pt x="1340576" y="235267"/>
                </a:lnTo>
                <a:lnTo>
                  <a:pt x="1374242" y="205087"/>
                </a:lnTo>
                <a:lnTo>
                  <a:pt x="1408747" y="176648"/>
                </a:lnTo>
                <a:lnTo>
                  <a:pt x="1444027" y="150029"/>
                </a:lnTo>
                <a:lnTo>
                  <a:pt x="1480017" y="125310"/>
                </a:lnTo>
                <a:lnTo>
                  <a:pt x="1516653" y="102570"/>
                </a:lnTo>
                <a:lnTo>
                  <a:pt x="1553871" y="81887"/>
                </a:lnTo>
                <a:lnTo>
                  <a:pt x="1591605" y="63341"/>
                </a:lnTo>
                <a:lnTo>
                  <a:pt x="1629791" y="47011"/>
                </a:lnTo>
                <a:lnTo>
                  <a:pt x="1668364" y="32976"/>
                </a:lnTo>
                <a:lnTo>
                  <a:pt x="1707260" y="21316"/>
                </a:lnTo>
                <a:lnTo>
                  <a:pt x="1746415" y="12108"/>
                </a:lnTo>
                <a:lnTo>
                  <a:pt x="1785763" y="5434"/>
                </a:lnTo>
                <a:lnTo>
                  <a:pt x="1825241" y="1371"/>
                </a:lnTo>
                <a:lnTo>
                  <a:pt x="1864783" y="0"/>
                </a:lnTo>
              </a:path>
            </a:pathLst>
          </a:custGeom>
          <a:ln w="28574">
            <a:solidFill>
              <a:srgbClr val="A76585"/>
            </a:solidFill>
          </a:ln>
        </p:spPr>
        <p:txBody>
          <a:bodyPr wrap="square" lIns="0" tIns="0" rIns="0" bIns="0" rtlCol="0"/>
          <a:lstStyle/>
          <a:p>
            <a:endParaRPr/>
          </a:p>
        </p:txBody>
      </p:sp>
      <p:sp>
        <p:nvSpPr>
          <p:cNvPr id="146" name="object 146"/>
          <p:cNvSpPr/>
          <p:nvPr/>
        </p:nvSpPr>
        <p:spPr>
          <a:xfrm>
            <a:off x="8037859" y="4038054"/>
            <a:ext cx="561340" cy="987425"/>
          </a:xfrm>
          <a:custGeom>
            <a:avLst/>
            <a:gdLst/>
            <a:ahLst/>
            <a:cxnLst/>
            <a:rect l="l" t="t" r="r" b="b"/>
            <a:pathLst>
              <a:path w="561340" h="987425">
                <a:moveTo>
                  <a:pt x="256116" y="987424"/>
                </a:moveTo>
                <a:lnTo>
                  <a:pt x="297565" y="983426"/>
                </a:lnTo>
                <a:lnTo>
                  <a:pt x="338327" y="971933"/>
                </a:lnTo>
                <a:lnTo>
                  <a:pt x="377715" y="953692"/>
                </a:lnTo>
                <a:lnTo>
                  <a:pt x="415043" y="929456"/>
                </a:lnTo>
                <a:lnTo>
                  <a:pt x="449622" y="899972"/>
                </a:lnTo>
                <a:lnTo>
                  <a:pt x="480766" y="865990"/>
                </a:lnTo>
                <a:lnTo>
                  <a:pt x="507788" y="828260"/>
                </a:lnTo>
                <a:lnTo>
                  <a:pt x="530001" y="787532"/>
                </a:lnTo>
                <a:lnTo>
                  <a:pt x="546718" y="744556"/>
                </a:lnTo>
                <a:lnTo>
                  <a:pt x="557252" y="700080"/>
                </a:lnTo>
                <a:lnTo>
                  <a:pt x="560916" y="654854"/>
                </a:lnTo>
                <a:lnTo>
                  <a:pt x="556850" y="605135"/>
                </a:lnTo>
                <a:lnTo>
                  <a:pt x="545211" y="556414"/>
                </a:lnTo>
                <a:lnTo>
                  <a:pt x="526841" y="509688"/>
                </a:lnTo>
                <a:lnTo>
                  <a:pt x="502581" y="465955"/>
                </a:lnTo>
                <a:lnTo>
                  <a:pt x="473273" y="426213"/>
                </a:lnTo>
                <a:lnTo>
                  <a:pt x="439759" y="391460"/>
                </a:lnTo>
                <a:lnTo>
                  <a:pt x="402878" y="362692"/>
                </a:lnTo>
                <a:lnTo>
                  <a:pt x="363474" y="340909"/>
                </a:lnTo>
                <a:lnTo>
                  <a:pt x="322387" y="327108"/>
                </a:lnTo>
                <a:lnTo>
                  <a:pt x="280458" y="322285"/>
                </a:lnTo>
                <a:lnTo>
                  <a:pt x="238530" y="317612"/>
                </a:lnTo>
                <a:lnTo>
                  <a:pt x="197443" y="304237"/>
                </a:lnTo>
                <a:lnTo>
                  <a:pt x="158038" y="283128"/>
                </a:lnTo>
                <a:lnTo>
                  <a:pt x="121158" y="255250"/>
                </a:lnTo>
                <a:lnTo>
                  <a:pt x="87643" y="221571"/>
                </a:lnTo>
                <a:lnTo>
                  <a:pt x="58335" y="183058"/>
                </a:lnTo>
                <a:lnTo>
                  <a:pt x="34075" y="140677"/>
                </a:lnTo>
                <a:lnTo>
                  <a:pt x="15705" y="95396"/>
                </a:lnTo>
                <a:lnTo>
                  <a:pt x="4066" y="48181"/>
                </a:lnTo>
                <a:lnTo>
                  <a:pt x="0" y="0"/>
                </a:lnTo>
              </a:path>
            </a:pathLst>
          </a:custGeom>
          <a:ln w="28574">
            <a:solidFill>
              <a:srgbClr val="A76585"/>
            </a:solidFill>
          </a:ln>
        </p:spPr>
        <p:txBody>
          <a:bodyPr wrap="square" lIns="0" tIns="0" rIns="0" bIns="0" rtlCol="0"/>
          <a:lstStyle/>
          <a:p>
            <a:endParaRPr/>
          </a:p>
        </p:txBody>
      </p:sp>
      <p:sp>
        <p:nvSpPr>
          <p:cNvPr id="147" name="object 147"/>
          <p:cNvSpPr/>
          <p:nvPr/>
        </p:nvSpPr>
        <p:spPr>
          <a:xfrm>
            <a:off x="1926886" y="4753837"/>
            <a:ext cx="650875" cy="630555"/>
          </a:xfrm>
          <a:custGeom>
            <a:avLst/>
            <a:gdLst/>
            <a:ahLst/>
            <a:cxnLst/>
            <a:rect l="l" t="t" r="r" b="b"/>
            <a:pathLst>
              <a:path w="650875" h="630554">
                <a:moveTo>
                  <a:pt x="80437" y="0"/>
                </a:moveTo>
                <a:lnTo>
                  <a:pt x="0" y="584572"/>
                </a:lnTo>
                <a:lnTo>
                  <a:pt x="564037" y="630448"/>
                </a:lnTo>
                <a:lnTo>
                  <a:pt x="650853" y="45877"/>
                </a:lnTo>
                <a:lnTo>
                  <a:pt x="80437" y="0"/>
                </a:lnTo>
                <a:close/>
              </a:path>
            </a:pathLst>
          </a:custGeom>
          <a:solidFill>
            <a:srgbClr val="CCCCCC"/>
          </a:solidFill>
        </p:spPr>
        <p:txBody>
          <a:bodyPr wrap="square" lIns="0" tIns="0" rIns="0" bIns="0" rtlCol="0"/>
          <a:lstStyle/>
          <a:p>
            <a:endParaRPr/>
          </a:p>
        </p:txBody>
      </p:sp>
      <p:sp>
        <p:nvSpPr>
          <p:cNvPr id="148" name="object 148"/>
          <p:cNvSpPr/>
          <p:nvPr/>
        </p:nvSpPr>
        <p:spPr>
          <a:xfrm>
            <a:off x="1926886" y="4753836"/>
            <a:ext cx="650875" cy="630555"/>
          </a:xfrm>
          <a:custGeom>
            <a:avLst/>
            <a:gdLst/>
            <a:ahLst/>
            <a:cxnLst/>
            <a:rect l="l" t="t" r="r" b="b"/>
            <a:pathLst>
              <a:path w="650875" h="630554">
                <a:moveTo>
                  <a:pt x="80437" y="0"/>
                </a:moveTo>
                <a:lnTo>
                  <a:pt x="650853" y="45877"/>
                </a:lnTo>
                <a:lnTo>
                  <a:pt x="564038" y="630448"/>
                </a:lnTo>
                <a:lnTo>
                  <a:pt x="0" y="584572"/>
                </a:lnTo>
                <a:lnTo>
                  <a:pt x="80437" y="0"/>
                </a:lnTo>
              </a:path>
            </a:pathLst>
          </a:custGeom>
          <a:ln w="6258">
            <a:solidFill>
              <a:srgbClr val="CCCCCC"/>
            </a:solidFill>
          </a:ln>
        </p:spPr>
        <p:txBody>
          <a:bodyPr wrap="square" lIns="0" tIns="0" rIns="0" bIns="0" rtlCol="0"/>
          <a:lstStyle/>
          <a:p>
            <a:endParaRPr/>
          </a:p>
        </p:txBody>
      </p:sp>
      <p:sp>
        <p:nvSpPr>
          <p:cNvPr id="149" name="object 149"/>
          <p:cNvSpPr/>
          <p:nvPr/>
        </p:nvSpPr>
        <p:spPr>
          <a:xfrm>
            <a:off x="1951899" y="4762811"/>
            <a:ext cx="614045" cy="608330"/>
          </a:xfrm>
          <a:custGeom>
            <a:avLst/>
            <a:gdLst/>
            <a:ahLst/>
            <a:cxnLst/>
            <a:rect l="l" t="t" r="r" b="b"/>
            <a:pathLst>
              <a:path w="614044" h="608329">
                <a:moveTo>
                  <a:pt x="43163" y="0"/>
                </a:moveTo>
                <a:lnTo>
                  <a:pt x="0" y="584583"/>
                </a:lnTo>
                <a:lnTo>
                  <a:pt x="570420" y="607758"/>
                </a:lnTo>
                <a:lnTo>
                  <a:pt x="613591" y="23185"/>
                </a:lnTo>
                <a:lnTo>
                  <a:pt x="43163" y="0"/>
                </a:lnTo>
                <a:close/>
              </a:path>
            </a:pathLst>
          </a:custGeom>
          <a:solidFill>
            <a:srgbClr val="CCCCCC"/>
          </a:solidFill>
        </p:spPr>
        <p:txBody>
          <a:bodyPr wrap="square" lIns="0" tIns="0" rIns="0" bIns="0" rtlCol="0"/>
          <a:lstStyle/>
          <a:p>
            <a:endParaRPr/>
          </a:p>
        </p:txBody>
      </p:sp>
      <p:sp>
        <p:nvSpPr>
          <p:cNvPr id="150" name="object 150"/>
          <p:cNvSpPr/>
          <p:nvPr/>
        </p:nvSpPr>
        <p:spPr>
          <a:xfrm>
            <a:off x="1951899" y="4762810"/>
            <a:ext cx="614045" cy="608330"/>
          </a:xfrm>
          <a:custGeom>
            <a:avLst/>
            <a:gdLst/>
            <a:ahLst/>
            <a:cxnLst/>
            <a:rect l="l" t="t" r="r" b="b"/>
            <a:pathLst>
              <a:path w="614044" h="608329">
                <a:moveTo>
                  <a:pt x="43162" y="0"/>
                </a:moveTo>
                <a:lnTo>
                  <a:pt x="613590" y="23186"/>
                </a:lnTo>
                <a:lnTo>
                  <a:pt x="570420" y="607759"/>
                </a:lnTo>
                <a:lnTo>
                  <a:pt x="0" y="584583"/>
                </a:lnTo>
                <a:lnTo>
                  <a:pt x="43162" y="0"/>
                </a:lnTo>
              </a:path>
            </a:pathLst>
          </a:custGeom>
          <a:ln w="6261">
            <a:solidFill>
              <a:srgbClr val="CCCCCC"/>
            </a:solidFill>
          </a:ln>
        </p:spPr>
        <p:txBody>
          <a:bodyPr wrap="square" lIns="0" tIns="0" rIns="0" bIns="0" rtlCol="0"/>
          <a:lstStyle/>
          <a:p>
            <a:endParaRPr/>
          </a:p>
        </p:txBody>
      </p:sp>
      <p:sp>
        <p:nvSpPr>
          <p:cNvPr id="151" name="object 151"/>
          <p:cNvSpPr/>
          <p:nvPr/>
        </p:nvSpPr>
        <p:spPr>
          <a:xfrm>
            <a:off x="1982801" y="4767549"/>
            <a:ext cx="570865" cy="584835"/>
          </a:xfrm>
          <a:custGeom>
            <a:avLst/>
            <a:gdLst/>
            <a:ahLst/>
            <a:cxnLst/>
            <a:rect l="l" t="t" r="r" b="b"/>
            <a:pathLst>
              <a:path w="570864" h="584835">
                <a:moveTo>
                  <a:pt x="0" y="584576"/>
                </a:moveTo>
                <a:lnTo>
                  <a:pt x="570426" y="584576"/>
                </a:lnTo>
                <a:lnTo>
                  <a:pt x="570426" y="0"/>
                </a:lnTo>
                <a:lnTo>
                  <a:pt x="0" y="0"/>
                </a:lnTo>
                <a:lnTo>
                  <a:pt x="0" y="584576"/>
                </a:lnTo>
                <a:close/>
              </a:path>
            </a:pathLst>
          </a:custGeom>
          <a:solidFill>
            <a:srgbClr val="CCCCCC"/>
          </a:solidFill>
        </p:spPr>
        <p:txBody>
          <a:bodyPr wrap="square" lIns="0" tIns="0" rIns="0" bIns="0" rtlCol="0"/>
          <a:lstStyle/>
          <a:p>
            <a:endParaRPr/>
          </a:p>
        </p:txBody>
      </p:sp>
      <p:sp>
        <p:nvSpPr>
          <p:cNvPr id="152" name="object 152"/>
          <p:cNvSpPr/>
          <p:nvPr/>
        </p:nvSpPr>
        <p:spPr>
          <a:xfrm>
            <a:off x="1982800" y="4767554"/>
            <a:ext cx="570865" cy="584835"/>
          </a:xfrm>
          <a:custGeom>
            <a:avLst/>
            <a:gdLst/>
            <a:ahLst/>
            <a:cxnLst/>
            <a:rect l="l" t="t" r="r" b="b"/>
            <a:pathLst>
              <a:path w="570864" h="584835">
                <a:moveTo>
                  <a:pt x="0" y="0"/>
                </a:moveTo>
                <a:lnTo>
                  <a:pt x="570419" y="0"/>
                </a:lnTo>
                <a:lnTo>
                  <a:pt x="570419" y="584570"/>
                </a:lnTo>
                <a:lnTo>
                  <a:pt x="0" y="584570"/>
                </a:lnTo>
                <a:lnTo>
                  <a:pt x="0" y="0"/>
                </a:lnTo>
              </a:path>
            </a:pathLst>
          </a:custGeom>
          <a:ln w="6265">
            <a:solidFill>
              <a:srgbClr val="CCCCCC"/>
            </a:solidFill>
          </a:ln>
        </p:spPr>
        <p:txBody>
          <a:bodyPr wrap="square" lIns="0" tIns="0" rIns="0" bIns="0" rtlCol="0"/>
          <a:lstStyle/>
          <a:p>
            <a:endParaRPr/>
          </a:p>
        </p:txBody>
      </p:sp>
      <p:sp>
        <p:nvSpPr>
          <p:cNvPr id="153" name="object 153"/>
          <p:cNvSpPr/>
          <p:nvPr/>
        </p:nvSpPr>
        <p:spPr>
          <a:xfrm>
            <a:off x="2075498" y="4744844"/>
            <a:ext cx="37465" cy="83185"/>
          </a:xfrm>
          <a:custGeom>
            <a:avLst/>
            <a:gdLst/>
            <a:ahLst/>
            <a:cxnLst/>
            <a:rect l="l" t="t" r="r" b="b"/>
            <a:pathLst>
              <a:path w="37464" h="83185">
                <a:moveTo>
                  <a:pt x="25013" y="78037"/>
                </a:moveTo>
                <a:lnTo>
                  <a:pt x="6381" y="78037"/>
                </a:lnTo>
                <a:lnTo>
                  <a:pt x="12763" y="82762"/>
                </a:lnTo>
                <a:lnTo>
                  <a:pt x="25013" y="82762"/>
                </a:lnTo>
                <a:lnTo>
                  <a:pt x="25013" y="78037"/>
                </a:lnTo>
                <a:close/>
              </a:path>
              <a:path w="37464" h="83185">
                <a:moveTo>
                  <a:pt x="6381" y="8992"/>
                </a:moveTo>
                <a:lnTo>
                  <a:pt x="0" y="8992"/>
                </a:lnTo>
                <a:lnTo>
                  <a:pt x="0" y="78037"/>
                </a:lnTo>
                <a:lnTo>
                  <a:pt x="6381" y="78037"/>
                </a:lnTo>
                <a:lnTo>
                  <a:pt x="6381" y="8992"/>
                </a:lnTo>
                <a:close/>
              </a:path>
              <a:path w="37464" h="83185">
                <a:moveTo>
                  <a:pt x="31395" y="32160"/>
                </a:moveTo>
                <a:lnTo>
                  <a:pt x="25013" y="32160"/>
                </a:lnTo>
                <a:lnTo>
                  <a:pt x="25013" y="78037"/>
                </a:lnTo>
                <a:lnTo>
                  <a:pt x="31395" y="78037"/>
                </a:lnTo>
                <a:lnTo>
                  <a:pt x="31395" y="32160"/>
                </a:lnTo>
                <a:close/>
              </a:path>
              <a:path w="37464" h="83185">
                <a:moveTo>
                  <a:pt x="37283" y="4248"/>
                </a:moveTo>
                <a:lnTo>
                  <a:pt x="31395" y="4248"/>
                </a:lnTo>
                <a:lnTo>
                  <a:pt x="31395" y="17966"/>
                </a:lnTo>
                <a:lnTo>
                  <a:pt x="37283" y="17966"/>
                </a:lnTo>
                <a:lnTo>
                  <a:pt x="37283" y="4248"/>
                </a:lnTo>
                <a:close/>
              </a:path>
              <a:path w="37464" h="83185">
                <a:moveTo>
                  <a:pt x="12763" y="4248"/>
                </a:moveTo>
                <a:lnTo>
                  <a:pt x="6381" y="4248"/>
                </a:lnTo>
                <a:lnTo>
                  <a:pt x="6381" y="8992"/>
                </a:lnTo>
                <a:lnTo>
                  <a:pt x="12763" y="4248"/>
                </a:lnTo>
                <a:close/>
              </a:path>
              <a:path w="37464" h="83185">
                <a:moveTo>
                  <a:pt x="25013" y="0"/>
                </a:moveTo>
                <a:lnTo>
                  <a:pt x="12763" y="0"/>
                </a:lnTo>
                <a:lnTo>
                  <a:pt x="12763" y="4248"/>
                </a:lnTo>
                <a:lnTo>
                  <a:pt x="31395" y="4248"/>
                </a:lnTo>
                <a:lnTo>
                  <a:pt x="25013" y="0"/>
                </a:lnTo>
                <a:close/>
              </a:path>
            </a:pathLst>
          </a:custGeom>
          <a:solidFill>
            <a:srgbClr val="CCCCCC"/>
          </a:solidFill>
        </p:spPr>
        <p:txBody>
          <a:bodyPr wrap="square" lIns="0" tIns="0" rIns="0" bIns="0" rtlCol="0"/>
          <a:lstStyle/>
          <a:p>
            <a:endParaRPr/>
          </a:p>
        </p:txBody>
      </p:sp>
      <p:sp>
        <p:nvSpPr>
          <p:cNvPr id="154" name="object 154"/>
          <p:cNvSpPr/>
          <p:nvPr/>
        </p:nvSpPr>
        <p:spPr>
          <a:xfrm>
            <a:off x="2075498" y="4744844"/>
            <a:ext cx="37465" cy="83185"/>
          </a:xfrm>
          <a:custGeom>
            <a:avLst/>
            <a:gdLst/>
            <a:ahLst/>
            <a:cxnLst/>
            <a:rect l="l" t="t" r="r" b="b"/>
            <a:pathLst>
              <a:path w="37464" h="83185">
                <a:moveTo>
                  <a:pt x="37282" y="17966"/>
                </a:moveTo>
                <a:lnTo>
                  <a:pt x="31395" y="17966"/>
                </a:lnTo>
                <a:lnTo>
                  <a:pt x="31395" y="13717"/>
                </a:lnTo>
                <a:lnTo>
                  <a:pt x="31395" y="4248"/>
                </a:lnTo>
                <a:lnTo>
                  <a:pt x="18631" y="4248"/>
                </a:lnTo>
                <a:lnTo>
                  <a:pt x="12763" y="4248"/>
                </a:lnTo>
                <a:lnTo>
                  <a:pt x="6381" y="13717"/>
                </a:lnTo>
                <a:lnTo>
                  <a:pt x="6381" y="73312"/>
                </a:lnTo>
                <a:lnTo>
                  <a:pt x="6381" y="78037"/>
                </a:lnTo>
                <a:lnTo>
                  <a:pt x="18631" y="78037"/>
                </a:lnTo>
                <a:lnTo>
                  <a:pt x="25013" y="78037"/>
                </a:lnTo>
                <a:lnTo>
                  <a:pt x="25013" y="73312"/>
                </a:lnTo>
                <a:lnTo>
                  <a:pt x="25013" y="32159"/>
                </a:lnTo>
                <a:lnTo>
                  <a:pt x="31395" y="32159"/>
                </a:lnTo>
                <a:lnTo>
                  <a:pt x="31395" y="73312"/>
                </a:lnTo>
                <a:lnTo>
                  <a:pt x="25013" y="78037"/>
                </a:lnTo>
                <a:lnTo>
                  <a:pt x="18631" y="82762"/>
                </a:lnTo>
                <a:lnTo>
                  <a:pt x="6381" y="78037"/>
                </a:lnTo>
                <a:lnTo>
                  <a:pt x="0" y="73312"/>
                </a:lnTo>
                <a:lnTo>
                  <a:pt x="0" y="13717"/>
                </a:lnTo>
                <a:lnTo>
                  <a:pt x="6381" y="4248"/>
                </a:lnTo>
                <a:lnTo>
                  <a:pt x="18631" y="0"/>
                </a:lnTo>
                <a:lnTo>
                  <a:pt x="31395" y="4248"/>
                </a:lnTo>
                <a:lnTo>
                  <a:pt x="37282" y="13717"/>
                </a:lnTo>
                <a:lnTo>
                  <a:pt x="37282" y="17966"/>
                </a:lnTo>
              </a:path>
            </a:pathLst>
          </a:custGeom>
          <a:ln w="6337">
            <a:solidFill>
              <a:srgbClr val="CCCCCC"/>
            </a:solidFill>
          </a:ln>
        </p:spPr>
        <p:txBody>
          <a:bodyPr wrap="square" lIns="0" tIns="0" rIns="0" bIns="0" rtlCol="0"/>
          <a:lstStyle/>
          <a:p>
            <a:endParaRPr/>
          </a:p>
        </p:txBody>
      </p:sp>
      <p:sp>
        <p:nvSpPr>
          <p:cNvPr id="155" name="object 155"/>
          <p:cNvSpPr/>
          <p:nvPr/>
        </p:nvSpPr>
        <p:spPr>
          <a:xfrm>
            <a:off x="2075498" y="4749092"/>
            <a:ext cx="37465" cy="74295"/>
          </a:xfrm>
          <a:custGeom>
            <a:avLst/>
            <a:gdLst/>
            <a:ahLst/>
            <a:cxnLst/>
            <a:rect l="l" t="t" r="r" b="b"/>
            <a:pathLst>
              <a:path w="37464" h="74295">
                <a:moveTo>
                  <a:pt x="37282" y="13717"/>
                </a:moveTo>
                <a:lnTo>
                  <a:pt x="37282" y="9468"/>
                </a:lnTo>
                <a:lnTo>
                  <a:pt x="31395" y="0"/>
                </a:lnTo>
                <a:lnTo>
                  <a:pt x="18631" y="0"/>
                </a:lnTo>
                <a:lnTo>
                  <a:pt x="6381" y="0"/>
                </a:lnTo>
                <a:lnTo>
                  <a:pt x="0" y="9468"/>
                </a:lnTo>
                <a:lnTo>
                  <a:pt x="0" y="69064"/>
                </a:lnTo>
                <a:lnTo>
                  <a:pt x="6381" y="73789"/>
                </a:lnTo>
                <a:lnTo>
                  <a:pt x="12763" y="73789"/>
                </a:lnTo>
                <a:lnTo>
                  <a:pt x="25013" y="73789"/>
                </a:lnTo>
                <a:lnTo>
                  <a:pt x="25013" y="69064"/>
                </a:lnTo>
                <a:lnTo>
                  <a:pt x="25013" y="27911"/>
                </a:lnTo>
              </a:path>
            </a:pathLst>
          </a:custGeom>
          <a:ln w="6329">
            <a:solidFill>
              <a:srgbClr val="CCCCCC"/>
            </a:solidFill>
          </a:ln>
        </p:spPr>
        <p:txBody>
          <a:bodyPr wrap="square" lIns="0" tIns="0" rIns="0" bIns="0" rtlCol="0"/>
          <a:lstStyle/>
          <a:p>
            <a:endParaRPr/>
          </a:p>
        </p:txBody>
      </p:sp>
      <p:sp>
        <p:nvSpPr>
          <p:cNvPr id="156" name="object 156"/>
          <p:cNvSpPr/>
          <p:nvPr/>
        </p:nvSpPr>
        <p:spPr>
          <a:xfrm>
            <a:off x="1902361" y="4735394"/>
            <a:ext cx="650875" cy="626110"/>
          </a:xfrm>
          <a:custGeom>
            <a:avLst/>
            <a:gdLst/>
            <a:ahLst/>
            <a:cxnLst/>
            <a:rect l="l" t="t" r="r" b="b"/>
            <a:pathLst>
              <a:path w="650875" h="626110">
                <a:moveTo>
                  <a:pt x="86814" y="0"/>
                </a:moveTo>
                <a:lnTo>
                  <a:pt x="0" y="579840"/>
                </a:lnTo>
                <a:lnTo>
                  <a:pt x="569931" y="625717"/>
                </a:lnTo>
                <a:lnTo>
                  <a:pt x="650859" y="41610"/>
                </a:lnTo>
                <a:lnTo>
                  <a:pt x="86814" y="0"/>
                </a:lnTo>
                <a:close/>
              </a:path>
            </a:pathLst>
          </a:custGeom>
          <a:solidFill>
            <a:srgbClr val="999999"/>
          </a:solidFill>
        </p:spPr>
        <p:txBody>
          <a:bodyPr wrap="square" lIns="0" tIns="0" rIns="0" bIns="0" rtlCol="0"/>
          <a:lstStyle/>
          <a:p>
            <a:endParaRPr/>
          </a:p>
        </p:txBody>
      </p:sp>
      <p:sp>
        <p:nvSpPr>
          <p:cNvPr id="157" name="object 157"/>
          <p:cNvSpPr/>
          <p:nvPr/>
        </p:nvSpPr>
        <p:spPr>
          <a:xfrm>
            <a:off x="1902361" y="4735394"/>
            <a:ext cx="650875" cy="626110"/>
          </a:xfrm>
          <a:custGeom>
            <a:avLst/>
            <a:gdLst/>
            <a:ahLst/>
            <a:cxnLst/>
            <a:rect l="l" t="t" r="r" b="b"/>
            <a:pathLst>
              <a:path w="650875" h="626110">
                <a:moveTo>
                  <a:pt x="86815" y="0"/>
                </a:moveTo>
                <a:lnTo>
                  <a:pt x="650859" y="41609"/>
                </a:lnTo>
                <a:lnTo>
                  <a:pt x="569931" y="625717"/>
                </a:lnTo>
                <a:lnTo>
                  <a:pt x="0" y="579840"/>
                </a:lnTo>
                <a:lnTo>
                  <a:pt x="86815" y="0"/>
                </a:lnTo>
              </a:path>
            </a:pathLst>
          </a:custGeom>
          <a:ln w="6257">
            <a:solidFill>
              <a:srgbClr val="000000"/>
            </a:solidFill>
          </a:ln>
        </p:spPr>
        <p:txBody>
          <a:bodyPr wrap="square" lIns="0" tIns="0" rIns="0" bIns="0" rtlCol="0"/>
          <a:lstStyle/>
          <a:p>
            <a:endParaRPr/>
          </a:p>
        </p:txBody>
      </p:sp>
      <p:sp>
        <p:nvSpPr>
          <p:cNvPr id="158" name="object 158"/>
          <p:cNvSpPr/>
          <p:nvPr/>
        </p:nvSpPr>
        <p:spPr>
          <a:xfrm>
            <a:off x="1933262" y="4740120"/>
            <a:ext cx="614045" cy="607695"/>
          </a:xfrm>
          <a:custGeom>
            <a:avLst/>
            <a:gdLst/>
            <a:ahLst/>
            <a:cxnLst/>
            <a:rect l="l" t="t" r="r" b="b"/>
            <a:pathLst>
              <a:path w="614044" h="607695">
                <a:moveTo>
                  <a:pt x="43160" y="0"/>
                </a:moveTo>
                <a:lnTo>
                  <a:pt x="0" y="584573"/>
                </a:lnTo>
                <a:lnTo>
                  <a:pt x="570426" y="607274"/>
                </a:lnTo>
                <a:lnTo>
                  <a:pt x="613577" y="22691"/>
                </a:lnTo>
                <a:lnTo>
                  <a:pt x="43160" y="0"/>
                </a:lnTo>
                <a:close/>
              </a:path>
            </a:pathLst>
          </a:custGeom>
          <a:solidFill>
            <a:srgbClr val="CCCCCC"/>
          </a:solidFill>
        </p:spPr>
        <p:txBody>
          <a:bodyPr wrap="square" lIns="0" tIns="0" rIns="0" bIns="0" rtlCol="0"/>
          <a:lstStyle/>
          <a:p>
            <a:endParaRPr/>
          </a:p>
        </p:txBody>
      </p:sp>
      <p:sp>
        <p:nvSpPr>
          <p:cNvPr id="159" name="object 159"/>
          <p:cNvSpPr/>
          <p:nvPr/>
        </p:nvSpPr>
        <p:spPr>
          <a:xfrm>
            <a:off x="1933262" y="4740119"/>
            <a:ext cx="614045" cy="607695"/>
          </a:xfrm>
          <a:custGeom>
            <a:avLst/>
            <a:gdLst/>
            <a:ahLst/>
            <a:cxnLst/>
            <a:rect l="l" t="t" r="r" b="b"/>
            <a:pathLst>
              <a:path w="614044" h="607695">
                <a:moveTo>
                  <a:pt x="43160" y="0"/>
                </a:moveTo>
                <a:lnTo>
                  <a:pt x="613576" y="22690"/>
                </a:lnTo>
                <a:lnTo>
                  <a:pt x="570425" y="607274"/>
                </a:lnTo>
                <a:lnTo>
                  <a:pt x="0" y="584574"/>
                </a:lnTo>
                <a:lnTo>
                  <a:pt x="43160" y="0"/>
                </a:lnTo>
              </a:path>
            </a:pathLst>
          </a:custGeom>
          <a:ln w="6261">
            <a:solidFill>
              <a:srgbClr val="000000"/>
            </a:solidFill>
          </a:ln>
        </p:spPr>
        <p:txBody>
          <a:bodyPr wrap="square" lIns="0" tIns="0" rIns="0" bIns="0" rtlCol="0"/>
          <a:lstStyle/>
          <a:p>
            <a:endParaRPr/>
          </a:p>
        </p:txBody>
      </p:sp>
      <p:sp>
        <p:nvSpPr>
          <p:cNvPr id="160" name="object 160"/>
          <p:cNvSpPr/>
          <p:nvPr/>
        </p:nvSpPr>
        <p:spPr>
          <a:xfrm>
            <a:off x="1957786" y="4744850"/>
            <a:ext cx="577215" cy="584200"/>
          </a:xfrm>
          <a:custGeom>
            <a:avLst/>
            <a:gdLst/>
            <a:ahLst/>
            <a:cxnLst/>
            <a:rect l="l" t="t" r="r" b="b"/>
            <a:pathLst>
              <a:path w="577214" h="584200">
                <a:moveTo>
                  <a:pt x="0" y="584099"/>
                </a:moveTo>
                <a:lnTo>
                  <a:pt x="576807" y="584099"/>
                </a:lnTo>
                <a:lnTo>
                  <a:pt x="576807" y="0"/>
                </a:lnTo>
                <a:lnTo>
                  <a:pt x="0" y="0"/>
                </a:lnTo>
                <a:lnTo>
                  <a:pt x="0" y="584099"/>
                </a:lnTo>
                <a:close/>
              </a:path>
            </a:pathLst>
          </a:custGeom>
          <a:solidFill>
            <a:srgbClr val="FF9999"/>
          </a:solidFill>
        </p:spPr>
        <p:txBody>
          <a:bodyPr wrap="square" lIns="0" tIns="0" rIns="0" bIns="0" rtlCol="0"/>
          <a:lstStyle/>
          <a:p>
            <a:endParaRPr/>
          </a:p>
        </p:txBody>
      </p:sp>
      <p:sp>
        <p:nvSpPr>
          <p:cNvPr id="161" name="object 161"/>
          <p:cNvSpPr/>
          <p:nvPr/>
        </p:nvSpPr>
        <p:spPr>
          <a:xfrm>
            <a:off x="1957785" y="4744844"/>
            <a:ext cx="577215" cy="584200"/>
          </a:xfrm>
          <a:custGeom>
            <a:avLst/>
            <a:gdLst/>
            <a:ahLst/>
            <a:cxnLst/>
            <a:rect l="l" t="t" r="r" b="b"/>
            <a:pathLst>
              <a:path w="577214" h="584200">
                <a:moveTo>
                  <a:pt x="0" y="0"/>
                </a:moveTo>
                <a:lnTo>
                  <a:pt x="576803" y="0"/>
                </a:lnTo>
                <a:lnTo>
                  <a:pt x="576803" y="584105"/>
                </a:lnTo>
                <a:lnTo>
                  <a:pt x="0" y="584105"/>
                </a:lnTo>
                <a:lnTo>
                  <a:pt x="0" y="0"/>
                </a:lnTo>
              </a:path>
            </a:pathLst>
          </a:custGeom>
          <a:ln w="6263">
            <a:solidFill>
              <a:srgbClr val="000000"/>
            </a:solidFill>
          </a:ln>
        </p:spPr>
        <p:txBody>
          <a:bodyPr wrap="square" lIns="0" tIns="0" rIns="0" bIns="0" rtlCol="0"/>
          <a:lstStyle/>
          <a:p>
            <a:endParaRPr/>
          </a:p>
        </p:txBody>
      </p:sp>
      <p:sp>
        <p:nvSpPr>
          <p:cNvPr id="162" name="object 162"/>
          <p:cNvSpPr/>
          <p:nvPr/>
        </p:nvSpPr>
        <p:spPr>
          <a:xfrm>
            <a:off x="2057352" y="4721677"/>
            <a:ext cx="36830" cy="83185"/>
          </a:xfrm>
          <a:custGeom>
            <a:avLst/>
            <a:gdLst/>
            <a:ahLst/>
            <a:cxnLst/>
            <a:rect l="l" t="t" r="r" b="b"/>
            <a:pathLst>
              <a:path w="36830" h="83185">
                <a:moveTo>
                  <a:pt x="24527" y="78037"/>
                </a:moveTo>
                <a:lnTo>
                  <a:pt x="5886" y="78037"/>
                </a:lnTo>
                <a:lnTo>
                  <a:pt x="5886" y="82762"/>
                </a:lnTo>
                <a:lnTo>
                  <a:pt x="24527" y="82762"/>
                </a:lnTo>
                <a:lnTo>
                  <a:pt x="24527" y="78037"/>
                </a:lnTo>
                <a:close/>
              </a:path>
              <a:path w="36830" h="83185">
                <a:moveTo>
                  <a:pt x="12261" y="4724"/>
                </a:moveTo>
                <a:lnTo>
                  <a:pt x="5886" y="4724"/>
                </a:lnTo>
                <a:lnTo>
                  <a:pt x="0" y="8973"/>
                </a:lnTo>
                <a:lnTo>
                  <a:pt x="0" y="78037"/>
                </a:lnTo>
                <a:lnTo>
                  <a:pt x="5886" y="78037"/>
                </a:lnTo>
                <a:lnTo>
                  <a:pt x="5886" y="8973"/>
                </a:lnTo>
                <a:lnTo>
                  <a:pt x="12261" y="4724"/>
                </a:lnTo>
                <a:close/>
              </a:path>
              <a:path w="36830" h="83185">
                <a:moveTo>
                  <a:pt x="30909" y="32160"/>
                </a:moveTo>
                <a:lnTo>
                  <a:pt x="24527" y="32160"/>
                </a:lnTo>
                <a:lnTo>
                  <a:pt x="24527" y="78037"/>
                </a:lnTo>
                <a:lnTo>
                  <a:pt x="30909" y="73769"/>
                </a:lnTo>
                <a:lnTo>
                  <a:pt x="30909" y="32160"/>
                </a:lnTo>
                <a:close/>
              </a:path>
              <a:path w="36830" h="83185">
                <a:moveTo>
                  <a:pt x="36777" y="8973"/>
                </a:moveTo>
                <a:lnTo>
                  <a:pt x="30909" y="8973"/>
                </a:lnTo>
                <a:lnTo>
                  <a:pt x="30909" y="18442"/>
                </a:lnTo>
                <a:lnTo>
                  <a:pt x="36777" y="18442"/>
                </a:lnTo>
                <a:lnTo>
                  <a:pt x="36777" y="8973"/>
                </a:lnTo>
                <a:close/>
              </a:path>
              <a:path w="36830" h="83185">
                <a:moveTo>
                  <a:pt x="30909" y="4724"/>
                </a:moveTo>
                <a:lnTo>
                  <a:pt x="24527" y="4724"/>
                </a:lnTo>
                <a:lnTo>
                  <a:pt x="24527" y="8973"/>
                </a:lnTo>
                <a:lnTo>
                  <a:pt x="30909" y="8973"/>
                </a:lnTo>
                <a:lnTo>
                  <a:pt x="30909" y="4724"/>
                </a:lnTo>
                <a:close/>
              </a:path>
              <a:path w="36830" h="83185">
                <a:moveTo>
                  <a:pt x="18145" y="0"/>
                </a:moveTo>
                <a:lnTo>
                  <a:pt x="12261" y="4724"/>
                </a:lnTo>
                <a:lnTo>
                  <a:pt x="18145" y="4724"/>
                </a:lnTo>
                <a:lnTo>
                  <a:pt x="18145" y="0"/>
                </a:lnTo>
                <a:close/>
              </a:path>
            </a:pathLst>
          </a:custGeom>
          <a:solidFill>
            <a:srgbClr val="E5E5E5"/>
          </a:solidFill>
        </p:spPr>
        <p:txBody>
          <a:bodyPr wrap="square" lIns="0" tIns="0" rIns="0" bIns="0" rtlCol="0"/>
          <a:lstStyle/>
          <a:p>
            <a:endParaRPr/>
          </a:p>
        </p:txBody>
      </p:sp>
      <p:sp>
        <p:nvSpPr>
          <p:cNvPr id="163" name="object 163"/>
          <p:cNvSpPr/>
          <p:nvPr/>
        </p:nvSpPr>
        <p:spPr>
          <a:xfrm>
            <a:off x="2057352" y="4721676"/>
            <a:ext cx="36830" cy="83185"/>
          </a:xfrm>
          <a:custGeom>
            <a:avLst/>
            <a:gdLst/>
            <a:ahLst/>
            <a:cxnLst/>
            <a:rect l="l" t="t" r="r" b="b"/>
            <a:pathLst>
              <a:path w="36830" h="83185">
                <a:moveTo>
                  <a:pt x="36777" y="18442"/>
                </a:moveTo>
                <a:lnTo>
                  <a:pt x="30909" y="18442"/>
                </a:lnTo>
                <a:lnTo>
                  <a:pt x="30909" y="13717"/>
                </a:lnTo>
                <a:lnTo>
                  <a:pt x="24527" y="8973"/>
                </a:lnTo>
                <a:lnTo>
                  <a:pt x="18145" y="4724"/>
                </a:lnTo>
                <a:lnTo>
                  <a:pt x="5885" y="8973"/>
                </a:lnTo>
                <a:lnTo>
                  <a:pt x="5885" y="13717"/>
                </a:lnTo>
                <a:lnTo>
                  <a:pt x="5885" y="73769"/>
                </a:lnTo>
                <a:lnTo>
                  <a:pt x="5885" y="78037"/>
                </a:lnTo>
                <a:lnTo>
                  <a:pt x="12261" y="78037"/>
                </a:lnTo>
                <a:lnTo>
                  <a:pt x="18145" y="78037"/>
                </a:lnTo>
                <a:lnTo>
                  <a:pt x="24527" y="73769"/>
                </a:lnTo>
                <a:lnTo>
                  <a:pt x="24527" y="32159"/>
                </a:lnTo>
                <a:lnTo>
                  <a:pt x="30909" y="32159"/>
                </a:lnTo>
                <a:lnTo>
                  <a:pt x="30909" y="73769"/>
                </a:lnTo>
                <a:lnTo>
                  <a:pt x="24527" y="78037"/>
                </a:lnTo>
                <a:lnTo>
                  <a:pt x="12261" y="82762"/>
                </a:lnTo>
                <a:lnTo>
                  <a:pt x="5885" y="78037"/>
                </a:lnTo>
                <a:lnTo>
                  <a:pt x="0" y="73769"/>
                </a:lnTo>
                <a:lnTo>
                  <a:pt x="0" y="13717"/>
                </a:lnTo>
                <a:lnTo>
                  <a:pt x="5885" y="4724"/>
                </a:lnTo>
                <a:lnTo>
                  <a:pt x="18145" y="0"/>
                </a:lnTo>
                <a:lnTo>
                  <a:pt x="30909" y="4724"/>
                </a:lnTo>
                <a:lnTo>
                  <a:pt x="36777" y="13717"/>
                </a:lnTo>
                <a:lnTo>
                  <a:pt x="36777" y="18442"/>
                </a:lnTo>
              </a:path>
            </a:pathLst>
          </a:custGeom>
          <a:ln w="6338">
            <a:solidFill>
              <a:srgbClr val="7E7E7E"/>
            </a:solidFill>
          </a:ln>
        </p:spPr>
        <p:txBody>
          <a:bodyPr wrap="square" lIns="0" tIns="0" rIns="0" bIns="0" rtlCol="0"/>
          <a:lstStyle/>
          <a:p>
            <a:endParaRPr/>
          </a:p>
        </p:txBody>
      </p:sp>
      <p:sp>
        <p:nvSpPr>
          <p:cNvPr id="164" name="object 164"/>
          <p:cNvSpPr/>
          <p:nvPr/>
        </p:nvSpPr>
        <p:spPr>
          <a:xfrm>
            <a:off x="2057352" y="4726401"/>
            <a:ext cx="31115" cy="78105"/>
          </a:xfrm>
          <a:custGeom>
            <a:avLst/>
            <a:gdLst/>
            <a:ahLst/>
            <a:cxnLst/>
            <a:rect l="l" t="t" r="r" b="b"/>
            <a:pathLst>
              <a:path w="31114" h="78104">
                <a:moveTo>
                  <a:pt x="30909" y="13717"/>
                </a:moveTo>
                <a:lnTo>
                  <a:pt x="30909" y="8992"/>
                </a:lnTo>
                <a:lnTo>
                  <a:pt x="30909" y="0"/>
                </a:lnTo>
                <a:lnTo>
                  <a:pt x="18145" y="0"/>
                </a:lnTo>
                <a:lnTo>
                  <a:pt x="5885" y="4248"/>
                </a:lnTo>
                <a:lnTo>
                  <a:pt x="0" y="8992"/>
                </a:lnTo>
                <a:lnTo>
                  <a:pt x="0" y="69044"/>
                </a:lnTo>
                <a:lnTo>
                  <a:pt x="5885" y="73312"/>
                </a:lnTo>
                <a:lnTo>
                  <a:pt x="12261" y="78037"/>
                </a:lnTo>
                <a:lnTo>
                  <a:pt x="24527" y="73312"/>
                </a:lnTo>
                <a:lnTo>
                  <a:pt x="24527" y="69044"/>
                </a:lnTo>
                <a:lnTo>
                  <a:pt x="24527" y="32159"/>
                </a:lnTo>
              </a:path>
            </a:pathLst>
          </a:custGeom>
          <a:ln w="6345">
            <a:solidFill>
              <a:srgbClr val="999999"/>
            </a:solidFill>
          </a:ln>
        </p:spPr>
        <p:txBody>
          <a:bodyPr wrap="square" lIns="0" tIns="0" rIns="0" bIns="0" rtlCol="0"/>
          <a:lstStyle/>
          <a:p>
            <a:endParaRPr/>
          </a:p>
        </p:txBody>
      </p:sp>
      <p:sp>
        <p:nvSpPr>
          <p:cNvPr id="165" name="object 165"/>
          <p:cNvSpPr/>
          <p:nvPr/>
        </p:nvSpPr>
        <p:spPr>
          <a:xfrm>
            <a:off x="2038715" y="4836599"/>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166" name="object 166"/>
          <p:cNvSpPr/>
          <p:nvPr/>
        </p:nvSpPr>
        <p:spPr>
          <a:xfrm>
            <a:off x="2038715" y="4855041"/>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67" name="object 167"/>
          <p:cNvSpPr/>
          <p:nvPr/>
        </p:nvSpPr>
        <p:spPr>
          <a:xfrm>
            <a:off x="2038715" y="4878228"/>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168" name="object 168"/>
          <p:cNvSpPr/>
          <p:nvPr/>
        </p:nvSpPr>
        <p:spPr>
          <a:xfrm>
            <a:off x="2038715" y="4919361"/>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169" name="object 169"/>
          <p:cNvSpPr/>
          <p:nvPr/>
        </p:nvSpPr>
        <p:spPr>
          <a:xfrm>
            <a:off x="2038715" y="4942548"/>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170" name="object 170"/>
          <p:cNvSpPr/>
          <p:nvPr/>
        </p:nvSpPr>
        <p:spPr>
          <a:xfrm>
            <a:off x="2038715" y="4965715"/>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71" name="object 171"/>
          <p:cNvSpPr/>
          <p:nvPr/>
        </p:nvSpPr>
        <p:spPr>
          <a:xfrm>
            <a:off x="2038715" y="4984158"/>
            <a:ext cx="297815" cy="0"/>
          </a:xfrm>
          <a:custGeom>
            <a:avLst/>
            <a:gdLst/>
            <a:ahLst/>
            <a:cxnLst/>
            <a:rect l="l" t="t" r="r" b="b"/>
            <a:pathLst>
              <a:path w="297814">
                <a:moveTo>
                  <a:pt x="0" y="0"/>
                </a:moveTo>
                <a:lnTo>
                  <a:pt x="297229" y="0"/>
                </a:lnTo>
              </a:path>
            </a:pathLst>
          </a:custGeom>
          <a:ln w="6148">
            <a:solidFill>
              <a:srgbClr val="000000"/>
            </a:solidFill>
          </a:ln>
        </p:spPr>
        <p:txBody>
          <a:bodyPr wrap="square" lIns="0" tIns="0" rIns="0" bIns="0" rtlCol="0"/>
          <a:lstStyle/>
          <a:p>
            <a:endParaRPr/>
          </a:p>
        </p:txBody>
      </p:sp>
      <p:sp>
        <p:nvSpPr>
          <p:cNvPr id="172" name="object 172"/>
          <p:cNvSpPr/>
          <p:nvPr/>
        </p:nvSpPr>
        <p:spPr>
          <a:xfrm>
            <a:off x="2038715" y="5030035"/>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173" name="object 173"/>
          <p:cNvSpPr/>
          <p:nvPr/>
        </p:nvSpPr>
        <p:spPr>
          <a:xfrm>
            <a:off x="2038715" y="5048477"/>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174" name="object 174"/>
          <p:cNvSpPr/>
          <p:nvPr/>
        </p:nvSpPr>
        <p:spPr>
          <a:xfrm>
            <a:off x="2038715" y="5071188"/>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75" name="object 175"/>
          <p:cNvSpPr/>
          <p:nvPr/>
        </p:nvSpPr>
        <p:spPr>
          <a:xfrm>
            <a:off x="2038715" y="5089630"/>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76" name="object 176"/>
          <p:cNvSpPr/>
          <p:nvPr/>
        </p:nvSpPr>
        <p:spPr>
          <a:xfrm>
            <a:off x="2038715" y="5135984"/>
            <a:ext cx="427990" cy="0"/>
          </a:xfrm>
          <a:custGeom>
            <a:avLst/>
            <a:gdLst/>
            <a:ahLst/>
            <a:cxnLst/>
            <a:rect l="l" t="t" r="r" b="b"/>
            <a:pathLst>
              <a:path w="427989">
                <a:moveTo>
                  <a:pt x="0" y="0"/>
                </a:moveTo>
                <a:lnTo>
                  <a:pt x="427690" y="0"/>
                </a:lnTo>
              </a:path>
            </a:pathLst>
          </a:custGeom>
          <a:ln w="6148">
            <a:solidFill>
              <a:srgbClr val="000000"/>
            </a:solidFill>
          </a:ln>
        </p:spPr>
        <p:txBody>
          <a:bodyPr wrap="square" lIns="0" tIns="0" rIns="0" bIns="0" rtlCol="0"/>
          <a:lstStyle/>
          <a:p>
            <a:endParaRPr/>
          </a:p>
        </p:txBody>
      </p:sp>
      <p:sp>
        <p:nvSpPr>
          <p:cNvPr id="177" name="object 177"/>
          <p:cNvSpPr/>
          <p:nvPr/>
        </p:nvSpPr>
        <p:spPr>
          <a:xfrm>
            <a:off x="2038715" y="5154426"/>
            <a:ext cx="409575" cy="0"/>
          </a:xfrm>
          <a:custGeom>
            <a:avLst/>
            <a:gdLst/>
            <a:ahLst/>
            <a:cxnLst/>
            <a:rect l="l" t="t" r="r" b="b"/>
            <a:pathLst>
              <a:path w="409575">
                <a:moveTo>
                  <a:pt x="0" y="0"/>
                </a:moveTo>
                <a:lnTo>
                  <a:pt x="409058" y="0"/>
                </a:lnTo>
              </a:path>
            </a:pathLst>
          </a:custGeom>
          <a:ln w="6148">
            <a:solidFill>
              <a:srgbClr val="000000"/>
            </a:solidFill>
          </a:ln>
        </p:spPr>
        <p:txBody>
          <a:bodyPr wrap="square" lIns="0" tIns="0" rIns="0" bIns="0" rtlCol="0"/>
          <a:lstStyle/>
          <a:p>
            <a:endParaRPr/>
          </a:p>
        </p:txBody>
      </p:sp>
      <p:sp>
        <p:nvSpPr>
          <p:cNvPr id="178" name="object 178"/>
          <p:cNvSpPr/>
          <p:nvPr/>
        </p:nvSpPr>
        <p:spPr>
          <a:xfrm>
            <a:off x="2038715" y="5177136"/>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79" name="object 179"/>
          <p:cNvSpPr/>
          <p:nvPr/>
        </p:nvSpPr>
        <p:spPr>
          <a:xfrm>
            <a:off x="2038715" y="5200304"/>
            <a:ext cx="415925" cy="0"/>
          </a:xfrm>
          <a:custGeom>
            <a:avLst/>
            <a:gdLst/>
            <a:ahLst/>
            <a:cxnLst/>
            <a:rect l="l" t="t" r="r" b="b"/>
            <a:pathLst>
              <a:path w="415925">
                <a:moveTo>
                  <a:pt x="0" y="0"/>
                </a:moveTo>
                <a:lnTo>
                  <a:pt x="415440" y="0"/>
                </a:lnTo>
              </a:path>
            </a:pathLst>
          </a:custGeom>
          <a:ln w="6148">
            <a:solidFill>
              <a:srgbClr val="000000"/>
            </a:solidFill>
          </a:ln>
        </p:spPr>
        <p:txBody>
          <a:bodyPr wrap="square" lIns="0" tIns="0" rIns="0" bIns="0" rtlCol="0"/>
          <a:lstStyle/>
          <a:p>
            <a:endParaRPr/>
          </a:p>
        </p:txBody>
      </p:sp>
      <p:sp>
        <p:nvSpPr>
          <p:cNvPr id="180" name="object 180"/>
          <p:cNvSpPr/>
          <p:nvPr/>
        </p:nvSpPr>
        <p:spPr>
          <a:xfrm>
            <a:off x="2038715" y="5218750"/>
            <a:ext cx="421640" cy="0"/>
          </a:xfrm>
          <a:custGeom>
            <a:avLst/>
            <a:gdLst/>
            <a:ahLst/>
            <a:cxnLst/>
            <a:rect l="l" t="t" r="r" b="b"/>
            <a:pathLst>
              <a:path w="421639">
                <a:moveTo>
                  <a:pt x="0" y="0"/>
                </a:moveTo>
                <a:lnTo>
                  <a:pt x="421308" y="0"/>
                </a:lnTo>
              </a:path>
            </a:pathLst>
          </a:custGeom>
          <a:ln w="6148">
            <a:solidFill>
              <a:srgbClr val="000000"/>
            </a:solidFill>
          </a:ln>
        </p:spPr>
        <p:txBody>
          <a:bodyPr wrap="square" lIns="0" tIns="0" rIns="0" bIns="0" rtlCol="0"/>
          <a:lstStyle/>
          <a:p>
            <a:endParaRPr/>
          </a:p>
        </p:txBody>
      </p:sp>
      <p:sp>
        <p:nvSpPr>
          <p:cNvPr id="181" name="object 181"/>
          <p:cNvSpPr/>
          <p:nvPr/>
        </p:nvSpPr>
        <p:spPr>
          <a:xfrm>
            <a:off x="2038715" y="5241453"/>
            <a:ext cx="123825" cy="0"/>
          </a:xfrm>
          <a:custGeom>
            <a:avLst/>
            <a:gdLst/>
            <a:ahLst/>
            <a:cxnLst/>
            <a:rect l="l" t="t" r="r" b="b"/>
            <a:pathLst>
              <a:path w="123825">
                <a:moveTo>
                  <a:pt x="0" y="0"/>
                </a:moveTo>
                <a:lnTo>
                  <a:pt x="123598" y="0"/>
                </a:lnTo>
              </a:path>
            </a:pathLst>
          </a:custGeom>
          <a:ln w="6148">
            <a:solidFill>
              <a:srgbClr val="000000"/>
            </a:solidFill>
          </a:ln>
        </p:spPr>
        <p:txBody>
          <a:bodyPr wrap="square" lIns="0" tIns="0" rIns="0" bIns="0" rtlCol="0"/>
          <a:lstStyle/>
          <a:p>
            <a:endParaRPr/>
          </a:p>
        </p:txBody>
      </p:sp>
      <p:sp>
        <p:nvSpPr>
          <p:cNvPr id="182" name="object 182"/>
          <p:cNvSpPr txBox="1"/>
          <p:nvPr/>
        </p:nvSpPr>
        <p:spPr>
          <a:xfrm>
            <a:off x="1419618" y="5444579"/>
            <a:ext cx="1681480" cy="845819"/>
          </a:xfrm>
          <a:prstGeom prst="rect">
            <a:avLst/>
          </a:prstGeom>
        </p:spPr>
        <p:txBody>
          <a:bodyPr vert="horz" wrap="square" lIns="0" tIns="12700" rIns="0" bIns="0" rtlCol="0">
            <a:spAutoFit/>
          </a:bodyPr>
          <a:lstStyle/>
          <a:p>
            <a:pPr marL="12700">
              <a:lnSpc>
                <a:spcPts val="2130"/>
              </a:lnSpc>
              <a:spcBef>
                <a:spcPts val="100"/>
              </a:spcBef>
            </a:pPr>
            <a:r>
              <a:rPr sz="1800" dirty="0">
                <a:solidFill>
                  <a:srgbClr val="FF0000"/>
                </a:solidFill>
                <a:latin typeface="华文新魏" panose="02010800040101010101" charset="-122"/>
                <a:cs typeface="华文新魏" panose="02010800040101010101" charset="-122"/>
              </a:rPr>
              <a:t>用例</a:t>
            </a:r>
            <a:r>
              <a:rPr sz="1800" dirty="0">
                <a:solidFill>
                  <a:srgbClr val="FF2600"/>
                </a:solidFill>
                <a:latin typeface="Calibri" panose="020F0502020204030204"/>
                <a:cs typeface="Calibri" panose="020F0502020204030204"/>
              </a:rPr>
              <a:t>1</a:t>
            </a:r>
            <a:r>
              <a:rPr sz="1800" dirty="0">
                <a:solidFill>
                  <a:srgbClr val="FF0000"/>
                </a:solidFill>
                <a:latin typeface="华文新魏" panose="02010800040101010101" charset="-122"/>
                <a:cs typeface="华文新魏" panose="02010800040101010101" charset="-122"/>
              </a:rPr>
              <a:t>规约</a:t>
            </a:r>
            <a:r>
              <a:rPr sz="1800" spc="-105" dirty="0">
                <a:solidFill>
                  <a:srgbClr val="FF0000"/>
                </a:solidFill>
                <a:latin typeface="华文新魏" panose="02010800040101010101" charset="-122"/>
                <a:cs typeface="华文新魏" panose="02010800040101010101" charset="-122"/>
              </a:rPr>
              <a:t> </a:t>
            </a:r>
            <a:r>
              <a:rPr sz="1800" spc="-5" dirty="0">
                <a:solidFill>
                  <a:srgbClr val="FF2600"/>
                </a:solidFill>
                <a:latin typeface="Calibri" panose="020F0502020204030204"/>
                <a:cs typeface="Calibri" panose="020F0502020204030204"/>
              </a:rPr>
              <a:t>(Spec)</a:t>
            </a:r>
            <a:endParaRPr sz="1800">
              <a:latin typeface="Calibri" panose="020F0502020204030204"/>
              <a:cs typeface="Calibri" panose="020F0502020204030204"/>
            </a:endParaRPr>
          </a:p>
          <a:p>
            <a:pPr marL="12700">
              <a:lnSpc>
                <a:spcPts val="2130"/>
              </a:lnSpc>
            </a:pPr>
            <a:r>
              <a:rPr sz="1800" spc="-370" dirty="0">
                <a:latin typeface="Calibri" panose="020F0502020204030204"/>
                <a:cs typeface="Calibri" panose="020F0502020204030204"/>
              </a:rPr>
              <a:t>-­‐       </a:t>
            </a:r>
            <a:r>
              <a:rPr sz="1800" spc="-355" dirty="0">
                <a:latin typeface="Calibri" panose="020F0502020204030204"/>
                <a:cs typeface="Calibri" panose="020F0502020204030204"/>
              </a:rPr>
              <a:t> </a:t>
            </a:r>
            <a:r>
              <a:rPr sz="1800" dirty="0">
                <a:latin typeface="华文新魏" panose="02010800040101010101" charset="-122"/>
                <a:cs typeface="华文新魏" panose="02010800040101010101" charset="-122"/>
              </a:rPr>
              <a:t>简要描述</a:t>
            </a:r>
            <a:endParaRPr sz="1800">
              <a:latin typeface="华文新魏" panose="02010800040101010101" charset="-122"/>
              <a:cs typeface="华文新魏" panose="02010800040101010101" charset="-122"/>
            </a:endParaRPr>
          </a:p>
          <a:p>
            <a:pPr marL="12700">
              <a:lnSpc>
                <a:spcPct val="100000"/>
              </a:lnSpc>
              <a:spcBef>
                <a:spcPts val="40"/>
              </a:spcBef>
            </a:pPr>
            <a:r>
              <a:rPr sz="1800" spc="-370" dirty="0">
                <a:latin typeface="Calibri" panose="020F0502020204030204"/>
                <a:cs typeface="Calibri" panose="020F0502020204030204"/>
              </a:rPr>
              <a:t>-­‐       </a:t>
            </a:r>
            <a:r>
              <a:rPr sz="1800" spc="-355" dirty="0">
                <a:latin typeface="Calibri" panose="020F0502020204030204"/>
                <a:cs typeface="Calibri" panose="020F0502020204030204"/>
              </a:rPr>
              <a:t> </a:t>
            </a:r>
            <a:r>
              <a:rPr sz="1800" dirty="0">
                <a:latin typeface="华文新魏" panose="02010800040101010101" charset="-122"/>
                <a:cs typeface="华文新魏" panose="02010800040101010101" charset="-122"/>
              </a:rPr>
              <a:t>事件流程</a:t>
            </a:r>
            <a:endParaRPr sz="1800">
              <a:latin typeface="华文新魏" panose="02010800040101010101" charset="-122"/>
              <a:cs typeface="华文新魏" panose="02010800040101010101" charset="-122"/>
            </a:endParaRPr>
          </a:p>
        </p:txBody>
      </p:sp>
      <p:sp>
        <p:nvSpPr>
          <p:cNvPr id="183" name="object 183"/>
          <p:cNvSpPr txBox="1"/>
          <p:nvPr/>
        </p:nvSpPr>
        <p:spPr>
          <a:xfrm>
            <a:off x="7568255" y="1399348"/>
            <a:ext cx="795655" cy="779780"/>
          </a:xfrm>
          <a:prstGeom prst="rect">
            <a:avLst/>
          </a:prstGeom>
        </p:spPr>
        <p:txBody>
          <a:bodyPr vert="horz" wrap="square" lIns="0" tIns="12700" rIns="0" bIns="0" rtlCol="0">
            <a:spAutoFit/>
          </a:bodyPr>
          <a:lstStyle/>
          <a:p>
            <a:pPr marL="131445">
              <a:lnSpc>
                <a:spcPct val="100000"/>
              </a:lnSpc>
              <a:spcBef>
                <a:spcPts val="100"/>
              </a:spcBef>
            </a:pPr>
            <a:r>
              <a:rPr sz="1800" dirty="0">
                <a:solidFill>
                  <a:srgbClr val="FF0000"/>
                </a:solidFill>
                <a:latin typeface="华文新魏" panose="02010800040101010101" charset="-122"/>
                <a:cs typeface="华文新魏" panose="02010800040101010101" charset="-122"/>
              </a:rPr>
              <a:t>系统</a:t>
            </a:r>
            <a:endParaRPr sz="1800">
              <a:latin typeface="华文新魏" panose="02010800040101010101" charset="-122"/>
              <a:cs typeface="华文新魏" panose="02010800040101010101" charset="-122"/>
            </a:endParaRPr>
          </a:p>
          <a:p>
            <a:pPr>
              <a:lnSpc>
                <a:spcPct val="100000"/>
              </a:lnSpc>
              <a:spcBef>
                <a:spcPts val="25"/>
              </a:spcBef>
            </a:pPr>
            <a:endParaRPr sz="1800">
              <a:latin typeface="Times New Roman" panose="02020603050405020304"/>
              <a:cs typeface="Times New Roman" panose="02020603050405020304"/>
            </a:endParaRPr>
          </a:p>
          <a:p>
            <a:pPr marL="12700">
              <a:lnSpc>
                <a:spcPct val="100000"/>
              </a:lnSpc>
            </a:pPr>
            <a:r>
              <a:rPr sz="1400" b="1" dirty="0">
                <a:latin typeface="Calibri" panose="020F0502020204030204"/>
                <a:cs typeface="Calibri" panose="020F0502020204030204"/>
              </a:rPr>
              <a:t>Use case</a:t>
            </a:r>
            <a:r>
              <a:rPr sz="1400" b="1" spc="-90" dirty="0">
                <a:latin typeface="Calibri" panose="020F0502020204030204"/>
                <a:cs typeface="Calibri" panose="020F0502020204030204"/>
              </a:rPr>
              <a:t> </a:t>
            </a:r>
            <a:r>
              <a:rPr sz="1400" b="1" dirty="0">
                <a:latin typeface="Calibri" panose="020F0502020204030204"/>
                <a:cs typeface="Calibri" panose="020F0502020204030204"/>
              </a:rPr>
              <a:t>1</a:t>
            </a:r>
            <a:endParaRPr sz="1400">
              <a:latin typeface="Calibri" panose="020F0502020204030204"/>
              <a:cs typeface="Calibri" panose="020F0502020204030204"/>
            </a:endParaRPr>
          </a:p>
        </p:txBody>
      </p:sp>
      <p:sp>
        <p:nvSpPr>
          <p:cNvPr id="184" name="object 184"/>
          <p:cNvSpPr/>
          <p:nvPr/>
        </p:nvSpPr>
        <p:spPr>
          <a:xfrm>
            <a:off x="8917009" y="2771228"/>
            <a:ext cx="1369060" cy="118745"/>
          </a:xfrm>
          <a:custGeom>
            <a:avLst/>
            <a:gdLst/>
            <a:ahLst/>
            <a:cxnLst/>
            <a:rect l="l" t="t" r="r" b="b"/>
            <a:pathLst>
              <a:path w="1369059" h="118744">
                <a:moveTo>
                  <a:pt x="1368749" y="0"/>
                </a:moveTo>
                <a:lnTo>
                  <a:pt x="0" y="118210"/>
                </a:lnTo>
              </a:path>
            </a:pathLst>
          </a:custGeom>
          <a:ln w="28574">
            <a:solidFill>
              <a:srgbClr val="A76585"/>
            </a:solidFill>
          </a:ln>
        </p:spPr>
        <p:txBody>
          <a:bodyPr wrap="square" lIns="0" tIns="0" rIns="0" bIns="0" rtlCol="0"/>
          <a:lstStyle/>
          <a:p>
            <a:endParaRPr/>
          </a:p>
        </p:txBody>
      </p:sp>
      <p:sp>
        <p:nvSpPr>
          <p:cNvPr id="185" name="object 185"/>
          <p:cNvSpPr/>
          <p:nvPr/>
        </p:nvSpPr>
        <p:spPr>
          <a:xfrm>
            <a:off x="8888759" y="2816018"/>
            <a:ext cx="134249" cy="132154"/>
          </a:xfrm>
          <a:prstGeom prst="rect">
            <a:avLst/>
          </a:prstGeom>
          <a:blipFill>
            <a:blip r:embed="rId5" cstate="print"/>
            <a:stretch>
              <a:fillRect/>
            </a:stretch>
          </a:blipFill>
        </p:spPr>
        <p:txBody>
          <a:bodyPr wrap="square" lIns="0" tIns="0" rIns="0" bIns="0" rtlCol="0"/>
          <a:lstStyle/>
          <a:p>
            <a:endParaRPr/>
          </a:p>
        </p:txBody>
      </p:sp>
      <p:sp>
        <p:nvSpPr>
          <p:cNvPr id="186" name="object 186"/>
          <p:cNvSpPr/>
          <p:nvPr/>
        </p:nvSpPr>
        <p:spPr>
          <a:xfrm>
            <a:off x="9033296" y="3795634"/>
            <a:ext cx="1553210" cy="201295"/>
          </a:xfrm>
          <a:custGeom>
            <a:avLst/>
            <a:gdLst/>
            <a:ahLst/>
            <a:cxnLst/>
            <a:rect l="l" t="t" r="r" b="b"/>
            <a:pathLst>
              <a:path w="1553209" h="201295">
                <a:moveTo>
                  <a:pt x="1553030" y="201144"/>
                </a:moveTo>
                <a:lnTo>
                  <a:pt x="0" y="0"/>
                </a:lnTo>
              </a:path>
            </a:pathLst>
          </a:custGeom>
          <a:ln w="28574">
            <a:solidFill>
              <a:srgbClr val="A76585"/>
            </a:solidFill>
          </a:ln>
        </p:spPr>
        <p:txBody>
          <a:bodyPr wrap="square" lIns="0" tIns="0" rIns="0" bIns="0" rtlCol="0"/>
          <a:lstStyle/>
          <a:p>
            <a:endParaRPr/>
          </a:p>
        </p:txBody>
      </p:sp>
      <p:sp>
        <p:nvSpPr>
          <p:cNvPr id="187" name="object 187"/>
          <p:cNvSpPr/>
          <p:nvPr/>
        </p:nvSpPr>
        <p:spPr>
          <a:xfrm>
            <a:off x="9005176" y="3740822"/>
            <a:ext cx="135789" cy="131547"/>
          </a:xfrm>
          <a:prstGeom prst="rect">
            <a:avLst/>
          </a:prstGeom>
          <a:blipFill>
            <a:blip r:embed="rId6" cstate="print"/>
            <a:stretch>
              <a:fillRect/>
            </a:stretch>
          </a:blipFill>
        </p:spPr>
        <p:txBody>
          <a:bodyPr wrap="square" lIns="0" tIns="0" rIns="0" bIns="0" rtlCol="0"/>
          <a:lstStyle/>
          <a:p>
            <a:endParaRPr/>
          </a:p>
        </p:txBody>
      </p:sp>
      <p:sp>
        <p:nvSpPr>
          <p:cNvPr id="190" name="标题 189"/>
          <p:cNvSpPr>
            <a:spLocks noGrp="1"/>
          </p:cNvSpPr>
          <p:nvPr>
            <p:ph type="title"/>
          </p:nvPr>
        </p:nvSpPr>
        <p:spPr/>
        <p:txBody>
          <a:bodyPr/>
          <a:lstStyle/>
          <a:p>
            <a:r>
              <a:rPr lang="zh-CN" altLang="en-US" dirty="0"/>
              <a:t>用例模型的表示</a:t>
            </a:r>
            <a:r>
              <a:rPr lang="en-US" altLang="zh-CN" dirty="0"/>
              <a:t>——</a:t>
            </a:r>
            <a:r>
              <a:rPr lang="zh-CN" altLang="en-US" dirty="0"/>
              <a:t>文本描述</a:t>
            </a:r>
          </a:p>
        </p:txBody>
      </p:sp>
      <p:sp>
        <p:nvSpPr>
          <p:cNvPr id="192" name="灯片编号占位符 191"/>
          <p:cNvSpPr>
            <a:spLocks noGrp="1"/>
          </p:cNvSpPr>
          <p:nvPr>
            <p:ph type="sldNum" sz="quarter" idx="12"/>
          </p:nvPr>
        </p:nvSpPr>
        <p:spPr/>
        <p:txBody>
          <a:bodyPr/>
          <a:lstStyle/>
          <a:p>
            <a:fld id="{74D2AB8B-5816-41F2-8B4B-CA5C3E4E6A65}" type="slidenum">
              <a:rPr lang="zh-CN" altLang="en-US" smtClean="0"/>
              <a:t>22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4141"/>
    </mc:Choice>
    <mc:Fallback xmlns="">
      <p:transition spd="slow" advTm="7414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object 66"/>
          <p:cNvSpPr txBox="1"/>
          <p:nvPr/>
        </p:nvSpPr>
        <p:spPr>
          <a:xfrm>
            <a:off x="850900" y="2061820"/>
            <a:ext cx="8496300" cy="628377"/>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4000" dirty="0">
                <a:latin typeface="微软雅黑" panose="020B0503020204020204" pitchFamily="34" charset="-122"/>
                <a:ea typeface="微软雅黑" panose="020B0503020204020204" pitchFamily="34" charset="-122"/>
                <a:cs typeface="华文新魏" panose="02010800040101010101" charset="-122"/>
              </a:rPr>
              <a:t>AT</a:t>
            </a:r>
            <a:r>
              <a:rPr sz="4000" spc="-5" dirty="0">
                <a:latin typeface="微软雅黑" panose="020B0503020204020204" pitchFamily="34" charset="-122"/>
                <a:ea typeface="微软雅黑" panose="020B0503020204020204" pitchFamily="34" charset="-122"/>
                <a:cs typeface="华文新魏" panose="02010800040101010101" charset="-122"/>
              </a:rPr>
              <a:t>M</a:t>
            </a:r>
            <a:r>
              <a:rPr sz="4000" dirty="0">
                <a:latin typeface="微软雅黑" panose="020B0503020204020204" pitchFamily="34" charset="-122"/>
                <a:ea typeface="微软雅黑" panose="020B0503020204020204" pitchFamily="34" charset="-122"/>
                <a:cs typeface="华文新魏" panose="02010800040101010101" charset="-122"/>
              </a:rPr>
              <a:t>涉及哪些业务？</a:t>
            </a:r>
          </a:p>
        </p:txBody>
      </p:sp>
      <p:sp>
        <p:nvSpPr>
          <p:cNvPr id="69" name="object 69"/>
          <p:cNvSpPr txBox="1"/>
          <p:nvPr/>
        </p:nvSpPr>
        <p:spPr>
          <a:xfrm>
            <a:off x="800100" y="2756529"/>
            <a:ext cx="11201400" cy="1402948"/>
          </a:xfrm>
          <a:prstGeom prst="rect">
            <a:avLst/>
          </a:prstGeom>
        </p:spPr>
        <p:txBody>
          <a:bodyPr vert="horz" wrap="square" lIns="0" tIns="93980" rIns="0" bIns="0" rtlCol="0">
            <a:spAutoFit/>
          </a:bodyPr>
          <a:lstStyle/>
          <a:p>
            <a:pPr marL="292100" indent="-228600">
              <a:lnSpc>
                <a:spcPct val="100000"/>
              </a:lnSpc>
              <a:spcBef>
                <a:spcPts val="740"/>
              </a:spcBef>
              <a:buFont typeface="Arial" panose="020B0604020202020204"/>
              <a:buChar char="•"/>
              <a:tabLst>
                <a:tab pos="292100" algn="l"/>
              </a:tabLst>
            </a:pPr>
            <a:r>
              <a:rPr sz="4000" dirty="0" err="1">
                <a:latin typeface="微软雅黑" panose="020B0503020204020204" pitchFamily="34" charset="-122"/>
                <a:ea typeface="微软雅黑" panose="020B0503020204020204" pitchFamily="34" charset="-122"/>
                <a:cs typeface="华文新魏" panose="02010800040101010101" charset="-122"/>
              </a:rPr>
              <a:t>ATM会与哪些系统或对象进行</a:t>
            </a:r>
            <a:r>
              <a:rPr lang="zh-CN" altLang="en-US" sz="4000" dirty="0">
                <a:latin typeface="微软雅黑" panose="020B0503020204020204" pitchFamily="34" charset="-122"/>
                <a:ea typeface="微软雅黑" panose="020B0503020204020204" pitchFamily="34" charset="-122"/>
                <a:cs typeface="华文新魏" panose="02010800040101010101" charset="-122"/>
              </a:rPr>
              <a:t>交互</a:t>
            </a:r>
            <a:r>
              <a:rPr sz="4000" dirty="0">
                <a:latin typeface="微软雅黑" panose="020B0503020204020204" pitchFamily="34" charset="-122"/>
                <a:ea typeface="微软雅黑" panose="020B0503020204020204" pitchFamily="34" charset="-122"/>
                <a:cs typeface="华文新魏" panose="02010800040101010101" charset="-122"/>
              </a:rPr>
              <a:t>？</a:t>
            </a:r>
          </a:p>
          <a:p>
            <a:pPr marL="292100" indent="-228600">
              <a:lnSpc>
                <a:spcPct val="100000"/>
              </a:lnSpc>
              <a:spcBef>
                <a:spcPts val="640"/>
              </a:spcBef>
              <a:buFont typeface="Arial" panose="020B0604020202020204"/>
              <a:buChar char="•"/>
              <a:tabLst>
                <a:tab pos="292100" algn="l"/>
              </a:tabLst>
            </a:pPr>
            <a:r>
              <a:rPr sz="4000" dirty="0" err="1">
                <a:latin typeface="微软雅黑" panose="020B0503020204020204" pitchFamily="34" charset="-122"/>
                <a:ea typeface="微软雅黑" panose="020B0503020204020204" pitchFamily="34" charset="-122"/>
                <a:cs typeface="华文新魏" panose="02010800040101010101" charset="-122"/>
              </a:rPr>
              <a:t>不同对象、系统是如何和ATM进行交互的</a:t>
            </a:r>
            <a:r>
              <a:rPr sz="4000" dirty="0">
                <a:latin typeface="微软雅黑" panose="020B0503020204020204" pitchFamily="34" charset="-122"/>
                <a:ea typeface="微软雅黑" panose="020B0503020204020204" pitchFamily="34" charset="-122"/>
                <a:cs typeface="华文新魏" panose="02010800040101010101" charset="-122"/>
              </a:rPr>
              <a:t>？</a:t>
            </a:r>
          </a:p>
        </p:txBody>
      </p:sp>
      <p:sp>
        <p:nvSpPr>
          <p:cNvPr id="73" name="标题 72"/>
          <p:cNvSpPr>
            <a:spLocks noGrp="1"/>
          </p:cNvSpPr>
          <p:nvPr>
            <p:ph type="title"/>
          </p:nvPr>
        </p:nvSpPr>
        <p:spPr/>
        <p:txBody>
          <a:bodyPr/>
          <a:lstStyle/>
          <a:p>
            <a:r>
              <a:rPr lang="zh-CN" altLang="en-US" dirty="0"/>
              <a:t>用例模型的表示</a:t>
            </a:r>
            <a:r>
              <a:rPr lang="en-US" altLang="zh-CN" dirty="0"/>
              <a:t>——</a:t>
            </a:r>
            <a:r>
              <a:rPr lang="zh-CN" altLang="en-US" dirty="0"/>
              <a:t>用例图</a:t>
            </a:r>
          </a:p>
        </p:txBody>
      </p:sp>
      <p:sp>
        <p:nvSpPr>
          <p:cNvPr id="78" name="灯片编号占位符 76"/>
          <p:cNvSpPr>
            <a:spLocks noGrp="1"/>
          </p:cNvSpPr>
          <p:nvPr>
            <p:ph type="sldNum" sz="quarter" idx="12"/>
          </p:nvPr>
        </p:nvSpPr>
        <p:spPr>
          <a:xfrm>
            <a:off x="10406617" y="6382978"/>
            <a:ext cx="997857" cy="365125"/>
          </a:xfrm>
        </p:spPr>
        <p:txBody>
          <a:bodyPr/>
          <a:lstStyle/>
          <a:p>
            <a:fld id="{74D2AB8B-5816-41F2-8B4B-CA5C3E4E6A65}" type="slidenum">
              <a:rPr lang="zh-CN" altLang="en-US" smtClean="0"/>
              <a:t>23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753"/>
    </mc:Choice>
    <mc:Fallback xmlns="">
      <p:transition spd="slow" advTm="4275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标题 72"/>
          <p:cNvSpPr>
            <a:spLocks noGrp="1"/>
          </p:cNvSpPr>
          <p:nvPr>
            <p:ph type="title"/>
          </p:nvPr>
        </p:nvSpPr>
        <p:spPr/>
        <p:txBody>
          <a:bodyPr/>
          <a:lstStyle/>
          <a:p>
            <a:r>
              <a:rPr lang="zh-CN" altLang="en-US" dirty="0"/>
              <a:t>用例模型的表示</a:t>
            </a:r>
            <a:r>
              <a:rPr lang="en-US" altLang="zh-CN" dirty="0"/>
              <a:t>——</a:t>
            </a:r>
            <a:r>
              <a:rPr lang="zh-CN" altLang="en-US" dirty="0"/>
              <a:t>用例图</a:t>
            </a:r>
          </a:p>
        </p:txBody>
      </p:sp>
      <p:sp>
        <p:nvSpPr>
          <p:cNvPr id="77" name="灯片编号占位符 76"/>
          <p:cNvSpPr>
            <a:spLocks noGrp="1"/>
          </p:cNvSpPr>
          <p:nvPr>
            <p:ph type="sldNum" sz="quarter" idx="12"/>
          </p:nvPr>
        </p:nvSpPr>
        <p:spPr/>
        <p:txBody>
          <a:bodyPr/>
          <a:lstStyle/>
          <a:p>
            <a:fld id="{74D2AB8B-5816-41F2-8B4B-CA5C3E4E6A65}" type="slidenum">
              <a:rPr lang="zh-CN" altLang="en-US" smtClean="0"/>
              <a:t>24</a:t>
            </a:fld>
            <a:endParaRPr lang="zh-CN" altLang="en-US"/>
          </a:p>
        </p:txBody>
      </p:sp>
      <p:grpSp>
        <p:nvGrpSpPr>
          <p:cNvPr id="2" name="组合 1"/>
          <p:cNvGrpSpPr/>
          <p:nvPr/>
        </p:nvGrpSpPr>
        <p:grpSpPr>
          <a:xfrm>
            <a:off x="1060714" y="1642908"/>
            <a:ext cx="10070572" cy="4740070"/>
            <a:chOff x="1048276" y="1315185"/>
            <a:chExt cx="10070572" cy="4740070"/>
          </a:xfrm>
        </p:grpSpPr>
        <p:sp>
          <p:nvSpPr>
            <p:cNvPr id="67" name="object 6"/>
            <p:cNvSpPr/>
            <p:nvPr/>
          </p:nvSpPr>
          <p:spPr>
            <a:xfrm>
              <a:off x="2932110" y="1765830"/>
              <a:ext cx="6019800" cy="4289425"/>
            </a:xfrm>
            <a:custGeom>
              <a:avLst/>
              <a:gdLst/>
              <a:ahLst/>
              <a:cxnLst/>
              <a:rect l="l" t="t" r="r" b="b"/>
              <a:pathLst>
                <a:path w="6019800" h="4289425">
                  <a:moveTo>
                    <a:pt x="0" y="0"/>
                  </a:moveTo>
                  <a:lnTo>
                    <a:pt x="6019798" y="0"/>
                  </a:lnTo>
                  <a:lnTo>
                    <a:pt x="6019798" y="4289052"/>
                  </a:lnTo>
                  <a:lnTo>
                    <a:pt x="0" y="4289052"/>
                  </a:lnTo>
                  <a:lnTo>
                    <a:pt x="0" y="0"/>
                  </a:lnTo>
                  <a:close/>
                </a:path>
              </a:pathLst>
            </a:custGeom>
            <a:solidFill>
              <a:srgbClr val="E4E4E4"/>
            </a:solidFill>
          </p:spPr>
          <p:txBody>
            <a:bodyPr wrap="square" lIns="0" tIns="0" rIns="0" bIns="0" rtlCol="0"/>
            <a:lstStyle/>
            <a:p>
              <a:endParaRPr/>
            </a:p>
          </p:txBody>
        </p:sp>
        <p:sp>
          <p:nvSpPr>
            <p:cNvPr id="68" name="object 7"/>
            <p:cNvSpPr/>
            <p:nvPr/>
          </p:nvSpPr>
          <p:spPr>
            <a:xfrm>
              <a:off x="2932110" y="1765829"/>
              <a:ext cx="6019800" cy="4289425"/>
            </a:xfrm>
            <a:custGeom>
              <a:avLst/>
              <a:gdLst/>
              <a:ahLst/>
              <a:cxnLst/>
              <a:rect l="l" t="t" r="r" b="b"/>
              <a:pathLst>
                <a:path w="6019800" h="4289425">
                  <a:moveTo>
                    <a:pt x="0" y="0"/>
                  </a:moveTo>
                  <a:lnTo>
                    <a:pt x="6019798" y="0"/>
                  </a:lnTo>
                  <a:lnTo>
                    <a:pt x="6019798" y="4289051"/>
                  </a:lnTo>
                  <a:lnTo>
                    <a:pt x="0" y="4289051"/>
                  </a:lnTo>
                  <a:lnTo>
                    <a:pt x="0" y="0"/>
                  </a:lnTo>
                  <a:close/>
                </a:path>
              </a:pathLst>
            </a:custGeom>
            <a:ln w="9524">
              <a:solidFill>
                <a:srgbClr val="ECEBEB"/>
              </a:solidFill>
            </a:ln>
          </p:spPr>
          <p:txBody>
            <a:bodyPr wrap="square" lIns="0" tIns="0" rIns="0" bIns="0" rtlCol="0"/>
            <a:lstStyle/>
            <a:p>
              <a:endParaRPr/>
            </a:p>
          </p:txBody>
        </p:sp>
        <p:sp>
          <p:nvSpPr>
            <p:cNvPr id="70" name="object 8"/>
            <p:cNvSpPr/>
            <p:nvPr/>
          </p:nvSpPr>
          <p:spPr>
            <a:xfrm>
              <a:off x="7586658" y="2089534"/>
              <a:ext cx="2006600" cy="519430"/>
            </a:xfrm>
            <a:custGeom>
              <a:avLst/>
              <a:gdLst/>
              <a:ahLst/>
              <a:cxnLst/>
              <a:rect l="l" t="t" r="r" b="b"/>
              <a:pathLst>
                <a:path w="2006600" h="519430">
                  <a:moveTo>
                    <a:pt x="0" y="0"/>
                  </a:moveTo>
                  <a:lnTo>
                    <a:pt x="2006599" y="519112"/>
                  </a:lnTo>
                </a:path>
              </a:pathLst>
            </a:custGeom>
            <a:ln w="28574">
              <a:solidFill>
                <a:srgbClr val="A76585"/>
              </a:solidFill>
            </a:ln>
          </p:spPr>
          <p:txBody>
            <a:bodyPr wrap="square" lIns="0" tIns="0" rIns="0" bIns="0" rtlCol="0"/>
            <a:lstStyle/>
            <a:p>
              <a:endParaRPr/>
            </a:p>
          </p:txBody>
        </p:sp>
        <p:sp>
          <p:nvSpPr>
            <p:cNvPr id="71" name="object 9"/>
            <p:cNvSpPr/>
            <p:nvPr/>
          </p:nvSpPr>
          <p:spPr>
            <a:xfrm>
              <a:off x="7616291" y="3000759"/>
              <a:ext cx="2066289" cy="1905"/>
            </a:xfrm>
            <a:custGeom>
              <a:avLst/>
              <a:gdLst/>
              <a:ahLst/>
              <a:cxnLst/>
              <a:rect l="l" t="t" r="r" b="b"/>
              <a:pathLst>
                <a:path w="2066290" h="1905">
                  <a:moveTo>
                    <a:pt x="0" y="0"/>
                  </a:moveTo>
                  <a:lnTo>
                    <a:pt x="2065866" y="1587"/>
                  </a:lnTo>
                </a:path>
              </a:pathLst>
            </a:custGeom>
            <a:ln w="28574">
              <a:solidFill>
                <a:srgbClr val="A76585"/>
              </a:solidFill>
            </a:ln>
          </p:spPr>
          <p:txBody>
            <a:bodyPr wrap="square" lIns="0" tIns="0" rIns="0" bIns="0" rtlCol="0"/>
            <a:lstStyle/>
            <a:p>
              <a:endParaRPr/>
            </a:p>
          </p:txBody>
        </p:sp>
        <p:sp>
          <p:nvSpPr>
            <p:cNvPr id="72" name="object 10"/>
            <p:cNvSpPr/>
            <p:nvPr/>
          </p:nvSpPr>
          <p:spPr>
            <a:xfrm>
              <a:off x="7688258" y="3361121"/>
              <a:ext cx="1841500" cy="490855"/>
            </a:xfrm>
            <a:custGeom>
              <a:avLst/>
              <a:gdLst/>
              <a:ahLst/>
              <a:cxnLst/>
              <a:rect l="l" t="t" r="r" b="b"/>
              <a:pathLst>
                <a:path w="1841500" h="490854">
                  <a:moveTo>
                    <a:pt x="0" y="490537"/>
                  </a:moveTo>
                  <a:lnTo>
                    <a:pt x="1841499" y="0"/>
                  </a:lnTo>
                </a:path>
              </a:pathLst>
            </a:custGeom>
            <a:ln w="28574">
              <a:solidFill>
                <a:srgbClr val="A76585"/>
              </a:solidFill>
            </a:ln>
          </p:spPr>
          <p:txBody>
            <a:bodyPr wrap="square" lIns="0" tIns="0" rIns="0" bIns="0" rtlCol="0"/>
            <a:lstStyle/>
            <a:p>
              <a:endParaRPr/>
            </a:p>
          </p:txBody>
        </p:sp>
        <p:sp>
          <p:nvSpPr>
            <p:cNvPr id="74" name="object 12"/>
            <p:cNvSpPr/>
            <p:nvPr/>
          </p:nvSpPr>
          <p:spPr>
            <a:xfrm>
              <a:off x="10510304" y="2518157"/>
              <a:ext cx="187324" cy="282576"/>
            </a:xfrm>
            <a:prstGeom prst="rect">
              <a:avLst/>
            </a:prstGeom>
            <a:blipFill>
              <a:blip r:embed="rId3" cstate="print"/>
              <a:stretch>
                <a:fillRect/>
              </a:stretch>
            </a:blipFill>
          </p:spPr>
          <p:txBody>
            <a:bodyPr wrap="square" lIns="0" tIns="0" rIns="0" bIns="0" rtlCol="0"/>
            <a:lstStyle/>
            <a:p>
              <a:endParaRPr/>
            </a:p>
          </p:txBody>
        </p:sp>
        <p:sp>
          <p:nvSpPr>
            <p:cNvPr id="78" name="object 13"/>
            <p:cNvSpPr/>
            <p:nvPr/>
          </p:nvSpPr>
          <p:spPr>
            <a:xfrm>
              <a:off x="10471674" y="2700720"/>
              <a:ext cx="269240" cy="0"/>
            </a:xfrm>
            <a:custGeom>
              <a:avLst/>
              <a:gdLst/>
              <a:ahLst/>
              <a:cxnLst/>
              <a:rect l="l" t="t" r="r" b="b"/>
              <a:pathLst>
                <a:path w="269240">
                  <a:moveTo>
                    <a:pt x="0" y="0"/>
                  </a:moveTo>
                  <a:lnTo>
                    <a:pt x="268816" y="1"/>
                  </a:lnTo>
                </a:path>
              </a:pathLst>
            </a:custGeom>
            <a:ln w="28574">
              <a:solidFill>
                <a:srgbClr val="000000"/>
              </a:solidFill>
            </a:ln>
          </p:spPr>
          <p:txBody>
            <a:bodyPr wrap="square" lIns="0" tIns="0" rIns="0" bIns="0" rtlCol="0"/>
            <a:lstStyle/>
            <a:p>
              <a:endParaRPr/>
            </a:p>
          </p:txBody>
        </p:sp>
        <p:sp>
          <p:nvSpPr>
            <p:cNvPr id="79" name="object 14"/>
            <p:cNvSpPr/>
            <p:nvPr/>
          </p:nvSpPr>
          <p:spPr>
            <a:xfrm>
              <a:off x="10598674" y="2800733"/>
              <a:ext cx="161290" cy="116205"/>
            </a:xfrm>
            <a:custGeom>
              <a:avLst/>
              <a:gdLst/>
              <a:ahLst/>
              <a:cxnLst/>
              <a:rect l="l" t="t" r="r" b="b"/>
              <a:pathLst>
                <a:path w="161290" h="116205">
                  <a:moveTo>
                    <a:pt x="160866" y="115887"/>
                  </a:moveTo>
                  <a:lnTo>
                    <a:pt x="0" y="0"/>
                  </a:lnTo>
                </a:path>
              </a:pathLst>
            </a:custGeom>
            <a:ln w="28574">
              <a:solidFill>
                <a:srgbClr val="000000"/>
              </a:solidFill>
            </a:ln>
          </p:spPr>
          <p:txBody>
            <a:bodyPr wrap="square" lIns="0" tIns="0" rIns="0" bIns="0" rtlCol="0"/>
            <a:lstStyle/>
            <a:p>
              <a:endParaRPr/>
            </a:p>
          </p:txBody>
        </p:sp>
        <p:sp>
          <p:nvSpPr>
            <p:cNvPr id="80" name="object 15"/>
            <p:cNvSpPr/>
            <p:nvPr/>
          </p:nvSpPr>
          <p:spPr>
            <a:xfrm>
              <a:off x="10435691" y="2800733"/>
              <a:ext cx="163195" cy="116205"/>
            </a:xfrm>
            <a:custGeom>
              <a:avLst/>
              <a:gdLst/>
              <a:ahLst/>
              <a:cxnLst/>
              <a:rect l="l" t="t" r="r" b="b"/>
              <a:pathLst>
                <a:path w="163195" h="116205">
                  <a:moveTo>
                    <a:pt x="0" y="115887"/>
                  </a:moveTo>
                  <a:lnTo>
                    <a:pt x="162983" y="0"/>
                  </a:lnTo>
                </a:path>
              </a:pathLst>
            </a:custGeom>
            <a:ln w="28574">
              <a:solidFill>
                <a:srgbClr val="000000"/>
              </a:solidFill>
            </a:ln>
          </p:spPr>
          <p:txBody>
            <a:bodyPr wrap="square" lIns="0" tIns="0" rIns="0" bIns="0" rtlCol="0"/>
            <a:lstStyle/>
            <a:p>
              <a:endParaRPr/>
            </a:p>
          </p:txBody>
        </p:sp>
        <p:sp>
          <p:nvSpPr>
            <p:cNvPr id="81" name="object 16"/>
            <p:cNvSpPr txBox="1"/>
            <p:nvPr/>
          </p:nvSpPr>
          <p:spPr>
            <a:xfrm>
              <a:off x="10441170" y="3097596"/>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华文新魏" panose="02010800040101010101" charset="-122"/>
                  <a:cs typeface="华文新魏" panose="02010800040101010101" charset="-122"/>
                </a:rPr>
                <a:t>银联</a:t>
              </a:r>
              <a:endParaRPr sz="1800">
                <a:latin typeface="华文新魏" panose="02010800040101010101" charset="-122"/>
                <a:cs typeface="华文新魏" panose="02010800040101010101" charset="-122"/>
              </a:endParaRPr>
            </a:p>
          </p:txBody>
        </p:sp>
        <p:sp>
          <p:nvSpPr>
            <p:cNvPr id="82" name="object 17"/>
            <p:cNvSpPr/>
            <p:nvPr/>
          </p:nvSpPr>
          <p:spPr>
            <a:xfrm>
              <a:off x="1522938" y="2653096"/>
              <a:ext cx="187324" cy="282575"/>
            </a:xfrm>
            <a:prstGeom prst="rect">
              <a:avLst/>
            </a:prstGeom>
            <a:blipFill>
              <a:blip r:embed="rId4" cstate="print"/>
              <a:stretch>
                <a:fillRect/>
              </a:stretch>
            </a:blipFill>
          </p:spPr>
          <p:txBody>
            <a:bodyPr wrap="square" lIns="0" tIns="0" rIns="0" bIns="0" rtlCol="0"/>
            <a:lstStyle/>
            <a:p>
              <a:endParaRPr/>
            </a:p>
          </p:txBody>
        </p:sp>
        <p:sp>
          <p:nvSpPr>
            <p:cNvPr id="83" name="object 18"/>
            <p:cNvSpPr/>
            <p:nvPr/>
          </p:nvSpPr>
          <p:spPr>
            <a:xfrm>
              <a:off x="1484308" y="2835659"/>
              <a:ext cx="269240" cy="0"/>
            </a:xfrm>
            <a:custGeom>
              <a:avLst/>
              <a:gdLst/>
              <a:ahLst/>
              <a:cxnLst/>
              <a:rect l="l" t="t" r="r" b="b"/>
              <a:pathLst>
                <a:path w="269239">
                  <a:moveTo>
                    <a:pt x="0" y="0"/>
                  </a:moveTo>
                  <a:lnTo>
                    <a:pt x="268816" y="1"/>
                  </a:lnTo>
                </a:path>
              </a:pathLst>
            </a:custGeom>
            <a:ln w="28574">
              <a:solidFill>
                <a:srgbClr val="000000"/>
              </a:solidFill>
            </a:ln>
          </p:spPr>
          <p:txBody>
            <a:bodyPr wrap="square" lIns="0" tIns="0" rIns="0" bIns="0" rtlCol="0"/>
            <a:lstStyle/>
            <a:p>
              <a:endParaRPr/>
            </a:p>
          </p:txBody>
        </p:sp>
        <p:sp>
          <p:nvSpPr>
            <p:cNvPr id="84" name="object 19"/>
            <p:cNvSpPr/>
            <p:nvPr/>
          </p:nvSpPr>
          <p:spPr>
            <a:xfrm>
              <a:off x="1611310" y="2935671"/>
              <a:ext cx="161290" cy="116205"/>
            </a:xfrm>
            <a:custGeom>
              <a:avLst/>
              <a:gdLst/>
              <a:ahLst/>
              <a:cxnLst/>
              <a:rect l="l" t="t" r="r" b="b"/>
              <a:pathLst>
                <a:path w="161289" h="116205">
                  <a:moveTo>
                    <a:pt x="160866" y="115887"/>
                  </a:moveTo>
                  <a:lnTo>
                    <a:pt x="0" y="0"/>
                  </a:lnTo>
                </a:path>
              </a:pathLst>
            </a:custGeom>
            <a:ln w="28574">
              <a:solidFill>
                <a:srgbClr val="000000"/>
              </a:solidFill>
            </a:ln>
          </p:spPr>
          <p:txBody>
            <a:bodyPr wrap="square" lIns="0" tIns="0" rIns="0" bIns="0" rtlCol="0"/>
            <a:lstStyle/>
            <a:p>
              <a:endParaRPr/>
            </a:p>
          </p:txBody>
        </p:sp>
        <p:sp>
          <p:nvSpPr>
            <p:cNvPr id="85" name="object 20"/>
            <p:cNvSpPr/>
            <p:nvPr/>
          </p:nvSpPr>
          <p:spPr>
            <a:xfrm>
              <a:off x="1448326" y="2935671"/>
              <a:ext cx="163195" cy="116205"/>
            </a:xfrm>
            <a:custGeom>
              <a:avLst/>
              <a:gdLst/>
              <a:ahLst/>
              <a:cxnLst/>
              <a:rect l="l" t="t" r="r" b="b"/>
              <a:pathLst>
                <a:path w="163194" h="116205">
                  <a:moveTo>
                    <a:pt x="0" y="115887"/>
                  </a:moveTo>
                  <a:lnTo>
                    <a:pt x="162983" y="0"/>
                  </a:lnTo>
                </a:path>
              </a:pathLst>
            </a:custGeom>
            <a:ln w="28574">
              <a:solidFill>
                <a:srgbClr val="000000"/>
              </a:solidFill>
            </a:ln>
          </p:spPr>
          <p:txBody>
            <a:bodyPr wrap="square" lIns="0" tIns="0" rIns="0" bIns="0" rtlCol="0"/>
            <a:lstStyle/>
            <a:p>
              <a:endParaRPr/>
            </a:p>
          </p:txBody>
        </p:sp>
        <p:sp>
          <p:nvSpPr>
            <p:cNvPr id="86" name="object 21"/>
            <p:cNvSpPr txBox="1"/>
            <p:nvPr/>
          </p:nvSpPr>
          <p:spPr>
            <a:xfrm>
              <a:off x="1048276" y="3119184"/>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华文新魏" panose="02010800040101010101" charset="-122"/>
                  <a:cs typeface="华文新魏" panose="02010800040101010101" charset="-122"/>
                </a:rPr>
                <a:t>银行客户</a:t>
              </a:r>
            </a:p>
          </p:txBody>
        </p:sp>
        <p:sp>
          <p:nvSpPr>
            <p:cNvPr id="87" name="object 22"/>
            <p:cNvSpPr txBox="1"/>
            <p:nvPr/>
          </p:nvSpPr>
          <p:spPr>
            <a:xfrm>
              <a:off x="4743540" y="1315185"/>
              <a:ext cx="3212132" cy="505267"/>
            </a:xfrm>
            <a:prstGeom prst="rect">
              <a:avLst/>
            </a:prstGeom>
          </p:spPr>
          <p:txBody>
            <a:bodyPr vert="horz" wrap="square" lIns="0" tIns="12700" rIns="0" bIns="0" rtlCol="0">
              <a:spAutoFit/>
            </a:bodyPr>
            <a:lstStyle/>
            <a:p>
              <a:pPr marL="12700">
                <a:lnSpc>
                  <a:spcPct val="100000"/>
                </a:lnSpc>
                <a:spcBef>
                  <a:spcPts val="100"/>
                </a:spcBef>
              </a:pPr>
              <a:r>
                <a:rPr sz="3200" dirty="0">
                  <a:latin typeface="华文新魏" panose="02010800040101010101" charset="-122"/>
                  <a:cs typeface="华文新魏" panose="02010800040101010101" charset="-122"/>
                </a:rPr>
                <a:t>自动提款机</a:t>
              </a:r>
              <a:r>
                <a:rPr sz="3200" dirty="0">
                  <a:latin typeface="Calibri" panose="020F0502020204030204"/>
                  <a:cs typeface="Calibri" panose="020F0502020204030204"/>
                </a:rPr>
                <a:t>(ATM)</a:t>
              </a:r>
            </a:p>
          </p:txBody>
        </p:sp>
        <p:sp>
          <p:nvSpPr>
            <p:cNvPr id="88" name="object 23"/>
            <p:cNvSpPr/>
            <p:nvPr/>
          </p:nvSpPr>
          <p:spPr>
            <a:xfrm>
              <a:off x="1484838" y="4531107"/>
              <a:ext cx="187325" cy="282575"/>
            </a:xfrm>
            <a:prstGeom prst="rect">
              <a:avLst/>
            </a:prstGeom>
            <a:blipFill>
              <a:blip r:embed="rId5" cstate="print"/>
              <a:stretch>
                <a:fillRect/>
              </a:stretch>
            </a:blipFill>
          </p:spPr>
          <p:txBody>
            <a:bodyPr wrap="square" lIns="0" tIns="0" rIns="0" bIns="0" rtlCol="0"/>
            <a:lstStyle/>
            <a:p>
              <a:endParaRPr/>
            </a:p>
          </p:txBody>
        </p:sp>
        <p:sp>
          <p:nvSpPr>
            <p:cNvPr id="89" name="object 24"/>
            <p:cNvSpPr/>
            <p:nvPr/>
          </p:nvSpPr>
          <p:spPr>
            <a:xfrm>
              <a:off x="1446208" y="4713670"/>
              <a:ext cx="269240" cy="0"/>
            </a:xfrm>
            <a:custGeom>
              <a:avLst/>
              <a:gdLst/>
              <a:ahLst/>
              <a:cxnLst/>
              <a:rect l="l" t="t" r="r" b="b"/>
              <a:pathLst>
                <a:path w="269239">
                  <a:moveTo>
                    <a:pt x="0" y="0"/>
                  </a:moveTo>
                  <a:lnTo>
                    <a:pt x="268817" y="0"/>
                  </a:lnTo>
                </a:path>
              </a:pathLst>
            </a:custGeom>
            <a:ln w="28574">
              <a:solidFill>
                <a:srgbClr val="000000"/>
              </a:solidFill>
            </a:ln>
          </p:spPr>
          <p:txBody>
            <a:bodyPr wrap="square" lIns="0" tIns="0" rIns="0" bIns="0" rtlCol="0"/>
            <a:lstStyle/>
            <a:p>
              <a:endParaRPr/>
            </a:p>
          </p:txBody>
        </p:sp>
        <p:sp>
          <p:nvSpPr>
            <p:cNvPr id="90" name="object 25"/>
            <p:cNvSpPr/>
            <p:nvPr/>
          </p:nvSpPr>
          <p:spPr>
            <a:xfrm>
              <a:off x="1573210" y="4813683"/>
              <a:ext cx="161290" cy="116205"/>
            </a:xfrm>
            <a:custGeom>
              <a:avLst/>
              <a:gdLst/>
              <a:ahLst/>
              <a:cxnLst/>
              <a:rect l="l" t="t" r="r" b="b"/>
              <a:pathLst>
                <a:path w="161289" h="116204">
                  <a:moveTo>
                    <a:pt x="160866" y="115887"/>
                  </a:moveTo>
                  <a:lnTo>
                    <a:pt x="0" y="0"/>
                  </a:lnTo>
                </a:path>
              </a:pathLst>
            </a:custGeom>
            <a:ln w="28574">
              <a:solidFill>
                <a:srgbClr val="000000"/>
              </a:solidFill>
            </a:ln>
          </p:spPr>
          <p:txBody>
            <a:bodyPr wrap="square" lIns="0" tIns="0" rIns="0" bIns="0" rtlCol="0"/>
            <a:lstStyle/>
            <a:p>
              <a:endParaRPr/>
            </a:p>
          </p:txBody>
        </p:sp>
        <p:sp>
          <p:nvSpPr>
            <p:cNvPr id="91" name="object 26"/>
            <p:cNvSpPr/>
            <p:nvPr/>
          </p:nvSpPr>
          <p:spPr>
            <a:xfrm>
              <a:off x="1410226" y="4813683"/>
              <a:ext cx="163195" cy="116205"/>
            </a:xfrm>
            <a:custGeom>
              <a:avLst/>
              <a:gdLst/>
              <a:ahLst/>
              <a:cxnLst/>
              <a:rect l="l" t="t" r="r" b="b"/>
              <a:pathLst>
                <a:path w="163194" h="116204">
                  <a:moveTo>
                    <a:pt x="0" y="115887"/>
                  </a:moveTo>
                  <a:lnTo>
                    <a:pt x="162983" y="0"/>
                  </a:lnTo>
                </a:path>
              </a:pathLst>
            </a:custGeom>
            <a:ln w="28574">
              <a:solidFill>
                <a:srgbClr val="000000"/>
              </a:solidFill>
            </a:ln>
          </p:spPr>
          <p:txBody>
            <a:bodyPr wrap="square" lIns="0" tIns="0" rIns="0" bIns="0" rtlCol="0"/>
            <a:lstStyle/>
            <a:p>
              <a:endParaRPr/>
            </a:p>
          </p:txBody>
        </p:sp>
        <p:sp>
          <p:nvSpPr>
            <p:cNvPr id="92" name="object 27"/>
            <p:cNvSpPr txBox="1"/>
            <p:nvPr/>
          </p:nvSpPr>
          <p:spPr>
            <a:xfrm>
              <a:off x="1381835" y="5039108"/>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华文新魏" panose="02010800040101010101" charset="-122"/>
                  <a:cs typeface="华文新魏" panose="02010800040101010101" charset="-122"/>
                </a:rPr>
                <a:t>柜员</a:t>
              </a:r>
              <a:endParaRPr sz="1800">
                <a:latin typeface="华文新魏" panose="02010800040101010101" charset="-122"/>
                <a:cs typeface="华文新魏" panose="02010800040101010101" charset="-122"/>
              </a:endParaRPr>
            </a:p>
          </p:txBody>
        </p:sp>
        <p:sp>
          <p:nvSpPr>
            <p:cNvPr id="93" name="object 28"/>
            <p:cNvSpPr/>
            <p:nvPr/>
          </p:nvSpPr>
          <p:spPr>
            <a:xfrm>
              <a:off x="4724924" y="1805370"/>
              <a:ext cx="2762250" cy="474980"/>
            </a:xfrm>
            <a:custGeom>
              <a:avLst/>
              <a:gdLst/>
              <a:ahLst/>
              <a:cxnLst/>
              <a:rect l="l" t="t" r="r" b="b"/>
              <a:pathLst>
                <a:path w="2762250" h="474980">
                  <a:moveTo>
                    <a:pt x="1381126" y="0"/>
                  </a:moveTo>
                  <a:lnTo>
                    <a:pt x="1230637" y="1392"/>
                  </a:lnTo>
                  <a:lnTo>
                    <a:pt x="1084842" y="5474"/>
                  </a:lnTo>
                  <a:lnTo>
                    <a:pt x="944583" y="12099"/>
                  </a:lnTo>
                  <a:lnTo>
                    <a:pt x="876793" y="16320"/>
                  </a:lnTo>
                  <a:lnTo>
                    <a:pt x="810703" y="21123"/>
                  </a:lnTo>
                  <a:lnTo>
                    <a:pt x="746419" y="26490"/>
                  </a:lnTo>
                  <a:lnTo>
                    <a:pt x="684045" y="32402"/>
                  </a:lnTo>
                  <a:lnTo>
                    <a:pt x="623687" y="38842"/>
                  </a:lnTo>
                  <a:lnTo>
                    <a:pt x="565451" y="45791"/>
                  </a:lnTo>
                  <a:lnTo>
                    <a:pt x="509441" y="53231"/>
                  </a:lnTo>
                  <a:lnTo>
                    <a:pt x="455763" y="61144"/>
                  </a:lnTo>
                  <a:lnTo>
                    <a:pt x="404522" y="69512"/>
                  </a:lnTo>
                  <a:lnTo>
                    <a:pt x="355824" y="78318"/>
                  </a:lnTo>
                  <a:lnTo>
                    <a:pt x="309774" y="87542"/>
                  </a:lnTo>
                  <a:lnTo>
                    <a:pt x="266477" y="97166"/>
                  </a:lnTo>
                  <a:lnTo>
                    <a:pt x="226038" y="107174"/>
                  </a:lnTo>
                  <a:lnTo>
                    <a:pt x="188564" y="117546"/>
                  </a:lnTo>
                  <a:lnTo>
                    <a:pt x="122927" y="139311"/>
                  </a:lnTo>
                  <a:lnTo>
                    <a:pt x="70410" y="162316"/>
                  </a:lnTo>
                  <a:lnTo>
                    <a:pt x="31855" y="186419"/>
                  </a:lnTo>
                  <a:lnTo>
                    <a:pt x="2043" y="224310"/>
                  </a:lnTo>
                  <a:lnTo>
                    <a:pt x="0" y="237332"/>
                  </a:lnTo>
                  <a:lnTo>
                    <a:pt x="2043" y="250354"/>
                  </a:lnTo>
                  <a:lnTo>
                    <a:pt x="31855" y="288245"/>
                  </a:lnTo>
                  <a:lnTo>
                    <a:pt x="70410" y="312347"/>
                  </a:lnTo>
                  <a:lnTo>
                    <a:pt x="122927" y="335353"/>
                  </a:lnTo>
                  <a:lnTo>
                    <a:pt x="188564" y="357118"/>
                  </a:lnTo>
                  <a:lnTo>
                    <a:pt x="226038" y="367489"/>
                  </a:lnTo>
                  <a:lnTo>
                    <a:pt x="266477" y="377497"/>
                  </a:lnTo>
                  <a:lnTo>
                    <a:pt x="309774" y="387121"/>
                  </a:lnTo>
                  <a:lnTo>
                    <a:pt x="355824" y="396345"/>
                  </a:lnTo>
                  <a:lnTo>
                    <a:pt x="404522" y="405150"/>
                  </a:lnTo>
                  <a:lnTo>
                    <a:pt x="455763" y="413519"/>
                  </a:lnTo>
                  <a:lnTo>
                    <a:pt x="509441" y="421432"/>
                  </a:lnTo>
                  <a:lnTo>
                    <a:pt x="565451" y="428872"/>
                  </a:lnTo>
                  <a:lnTo>
                    <a:pt x="623687" y="435821"/>
                  </a:lnTo>
                  <a:lnTo>
                    <a:pt x="684045" y="442261"/>
                  </a:lnTo>
                  <a:lnTo>
                    <a:pt x="746419" y="448173"/>
                  </a:lnTo>
                  <a:lnTo>
                    <a:pt x="810703" y="453539"/>
                  </a:lnTo>
                  <a:lnTo>
                    <a:pt x="876793" y="458343"/>
                  </a:lnTo>
                  <a:lnTo>
                    <a:pt x="944583" y="462564"/>
                  </a:lnTo>
                  <a:lnTo>
                    <a:pt x="1084842" y="469189"/>
                  </a:lnTo>
                  <a:lnTo>
                    <a:pt x="1230637" y="473271"/>
                  </a:lnTo>
                  <a:lnTo>
                    <a:pt x="1305347" y="474312"/>
                  </a:lnTo>
                  <a:lnTo>
                    <a:pt x="1381126" y="474663"/>
                  </a:lnTo>
                  <a:lnTo>
                    <a:pt x="1531615" y="473271"/>
                  </a:lnTo>
                  <a:lnTo>
                    <a:pt x="1677410" y="469189"/>
                  </a:lnTo>
                  <a:lnTo>
                    <a:pt x="1817668" y="462564"/>
                  </a:lnTo>
                  <a:lnTo>
                    <a:pt x="1885458" y="458343"/>
                  </a:lnTo>
                  <a:lnTo>
                    <a:pt x="1951548" y="453539"/>
                  </a:lnTo>
                  <a:lnTo>
                    <a:pt x="2015833" y="448173"/>
                  </a:lnTo>
                  <a:lnTo>
                    <a:pt x="2078207" y="442261"/>
                  </a:lnTo>
                  <a:lnTo>
                    <a:pt x="2138564" y="435821"/>
                  </a:lnTo>
                  <a:lnTo>
                    <a:pt x="2196801" y="428872"/>
                  </a:lnTo>
                  <a:lnTo>
                    <a:pt x="2252811" y="421432"/>
                  </a:lnTo>
                  <a:lnTo>
                    <a:pt x="2306489" y="413519"/>
                  </a:lnTo>
                  <a:lnTo>
                    <a:pt x="2357729" y="405150"/>
                  </a:lnTo>
                  <a:lnTo>
                    <a:pt x="2406428" y="396345"/>
                  </a:lnTo>
                  <a:lnTo>
                    <a:pt x="2452478" y="387121"/>
                  </a:lnTo>
                  <a:lnTo>
                    <a:pt x="2495775" y="377497"/>
                  </a:lnTo>
                  <a:lnTo>
                    <a:pt x="2536213" y="367489"/>
                  </a:lnTo>
                  <a:lnTo>
                    <a:pt x="2573688" y="357118"/>
                  </a:lnTo>
                  <a:lnTo>
                    <a:pt x="2639324" y="335353"/>
                  </a:lnTo>
                  <a:lnTo>
                    <a:pt x="2691841" y="312347"/>
                  </a:lnTo>
                  <a:lnTo>
                    <a:pt x="2730397" y="288245"/>
                  </a:lnTo>
                  <a:lnTo>
                    <a:pt x="2760208" y="250354"/>
                  </a:lnTo>
                  <a:lnTo>
                    <a:pt x="2762252" y="237332"/>
                  </a:lnTo>
                  <a:lnTo>
                    <a:pt x="2760208" y="224310"/>
                  </a:lnTo>
                  <a:lnTo>
                    <a:pt x="2730397" y="186419"/>
                  </a:lnTo>
                  <a:lnTo>
                    <a:pt x="2691841" y="162316"/>
                  </a:lnTo>
                  <a:lnTo>
                    <a:pt x="2639324" y="139311"/>
                  </a:lnTo>
                  <a:lnTo>
                    <a:pt x="2573688" y="117546"/>
                  </a:lnTo>
                  <a:lnTo>
                    <a:pt x="2536213" y="107174"/>
                  </a:lnTo>
                  <a:lnTo>
                    <a:pt x="2495775" y="97166"/>
                  </a:lnTo>
                  <a:lnTo>
                    <a:pt x="2452478" y="87542"/>
                  </a:lnTo>
                  <a:lnTo>
                    <a:pt x="2406428" y="78318"/>
                  </a:lnTo>
                  <a:lnTo>
                    <a:pt x="2357729" y="69512"/>
                  </a:lnTo>
                  <a:lnTo>
                    <a:pt x="2306489" y="61144"/>
                  </a:lnTo>
                  <a:lnTo>
                    <a:pt x="2252811" y="53231"/>
                  </a:lnTo>
                  <a:lnTo>
                    <a:pt x="2196801" y="45791"/>
                  </a:lnTo>
                  <a:lnTo>
                    <a:pt x="2138564" y="38842"/>
                  </a:lnTo>
                  <a:lnTo>
                    <a:pt x="2078207" y="32402"/>
                  </a:lnTo>
                  <a:lnTo>
                    <a:pt x="2015833" y="26490"/>
                  </a:lnTo>
                  <a:lnTo>
                    <a:pt x="1951548" y="21123"/>
                  </a:lnTo>
                  <a:lnTo>
                    <a:pt x="1885458" y="16320"/>
                  </a:lnTo>
                  <a:lnTo>
                    <a:pt x="1817668" y="12099"/>
                  </a:lnTo>
                  <a:lnTo>
                    <a:pt x="1677410" y="5474"/>
                  </a:lnTo>
                  <a:lnTo>
                    <a:pt x="1531615" y="1392"/>
                  </a:lnTo>
                  <a:lnTo>
                    <a:pt x="1381126" y="0"/>
                  </a:lnTo>
                  <a:close/>
                </a:path>
              </a:pathLst>
            </a:custGeom>
            <a:solidFill>
              <a:srgbClr val="F2913F"/>
            </a:solidFill>
          </p:spPr>
          <p:txBody>
            <a:bodyPr wrap="square" lIns="0" tIns="0" rIns="0" bIns="0" rtlCol="0"/>
            <a:lstStyle/>
            <a:p>
              <a:endParaRPr/>
            </a:p>
          </p:txBody>
        </p:sp>
        <p:sp>
          <p:nvSpPr>
            <p:cNvPr id="94" name="object 29"/>
            <p:cNvSpPr/>
            <p:nvPr/>
          </p:nvSpPr>
          <p:spPr>
            <a:xfrm>
              <a:off x="4724924" y="1805370"/>
              <a:ext cx="2762250" cy="474980"/>
            </a:xfrm>
            <a:custGeom>
              <a:avLst/>
              <a:gdLst/>
              <a:ahLst/>
              <a:cxnLst/>
              <a:rect l="l" t="t" r="r" b="b"/>
              <a:pathLst>
                <a:path w="2762250" h="474980">
                  <a:moveTo>
                    <a:pt x="0" y="237332"/>
                  </a:moveTo>
                  <a:lnTo>
                    <a:pt x="18076" y="198835"/>
                  </a:lnTo>
                  <a:lnTo>
                    <a:pt x="49335" y="174239"/>
                  </a:lnTo>
                  <a:lnTo>
                    <a:pt x="94976" y="150667"/>
                  </a:lnTo>
                  <a:lnTo>
                    <a:pt x="154158" y="128264"/>
                  </a:lnTo>
                  <a:lnTo>
                    <a:pt x="226038" y="107174"/>
                  </a:lnTo>
                  <a:lnTo>
                    <a:pt x="266477" y="97166"/>
                  </a:lnTo>
                  <a:lnTo>
                    <a:pt x="309774" y="87542"/>
                  </a:lnTo>
                  <a:lnTo>
                    <a:pt x="355824" y="78318"/>
                  </a:lnTo>
                  <a:lnTo>
                    <a:pt x="404522" y="69512"/>
                  </a:lnTo>
                  <a:lnTo>
                    <a:pt x="455762" y="61144"/>
                  </a:lnTo>
                  <a:lnTo>
                    <a:pt x="509440" y="53231"/>
                  </a:lnTo>
                  <a:lnTo>
                    <a:pt x="565450" y="45791"/>
                  </a:lnTo>
                  <a:lnTo>
                    <a:pt x="623687" y="38842"/>
                  </a:lnTo>
                  <a:lnTo>
                    <a:pt x="684045" y="32402"/>
                  </a:lnTo>
                  <a:lnTo>
                    <a:pt x="746418" y="26490"/>
                  </a:lnTo>
                  <a:lnTo>
                    <a:pt x="810703" y="21123"/>
                  </a:lnTo>
                  <a:lnTo>
                    <a:pt x="876793" y="16320"/>
                  </a:lnTo>
                  <a:lnTo>
                    <a:pt x="944583" y="12099"/>
                  </a:lnTo>
                  <a:lnTo>
                    <a:pt x="1013967" y="8477"/>
                  </a:lnTo>
                  <a:lnTo>
                    <a:pt x="1084841" y="5474"/>
                  </a:lnTo>
                  <a:lnTo>
                    <a:pt x="1157099" y="3106"/>
                  </a:lnTo>
                  <a:lnTo>
                    <a:pt x="1230636" y="1392"/>
                  </a:lnTo>
                  <a:lnTo>
                    <a:pt x="1305347" y="351"/>
                  </a:lnTo>
                  <a:lnTo>
                    <a:pt x="1381125" y="0"/>
                  </a:lnTo>
                  <a:lnTo>
                    <a:pt x="1456904" y="351"/>
                  </a:lnTo>
                  <a:lnTo>
                    <a:pt x="1531614" y="1392"/>
                  </a:lnTo>
                  <a:lnTo>
                    <a:pt x="1605151" y="3106"/>
                  </a:lnTo>
                  <a:lnTo>
                    <a:pt x="1677409" y="5474"/>
                  </a:lnTo>
                  <a:lnTo>
                    <a:pt x="1748283" y="8477"/>
                  </a:lnTo>
                  <a:lnTo>
                    <a:pt x="1817667" y="12099"/>
                  </a:lnTo>
                  <a:lnTo>
                    <a:pt x="1885457" y="16320"/>
                  </a:lnTo>
                  <a:lnTo>
                    <a:pt x="1951547" y="21123"/>
                  </a:lnTo>
                  <a:lnTo>
                    <a:pt x="2015832" y="26490"/>
                  </a:lnTo>
                  <a:lnTo>
                    <a:pt x="2078205" y="32402"/>
                  </a:lnTo>
                  <a:lnTo>
                    <a:pt x="2138563" y="38842"/>
                  </a:lnTo>
                  <a:lnTo>
                    <a:pt x="2196800" y="45791"/>
                  </a:lnTo>
                  <a:lnTo>
                    <a:pt x="2252810" y="53231"/>
                  </a:lnTo>
                  <a:lnTo>
                    <a:pt x="2306488" y="61144"/>
                  </a:lnTo>
                  <a:lnTo>
                    <a:pt x="2357728" y="69512"/>
                  </a:lnTo>
                  <a:lnTo>
                    <a:pt x="2406426" y="78318"/>
                  </a:lnTo>
                  <a:lnTo>
                    <a:pt x="2452476" y="87542"/>
                  </a:lnTo>
                  <a:lnTo>
                    <a:pt x="2495773" y="97166"/>
                  </a:lnTo>
                  <a:lnTo>
                    <a:pt x="2536212" y="107174"/>
                  </a:lnTo>
                  <a:lnTo>
                    <a:pt x="2573687" y="117545"/>
                  </a:lnTo>
                  <a:lnTo>
                    <a:pt x="2639323" y="139310"/>
                  </a:lnTo>
                  <a:lnTo>
                    <a:pt x="2691840" y="162316"/>
                  </a:lnTo>
                  <a:lnTo>
                    <a:pt x="2730395" y="186418"/>
                  </a:lnTo>
                  <a:lnTo>
                    <a:pt x="2760207" y="224310"/>
                  </a:lnTo>
                  <a:lnTo>
                    <a:pt x="2762251" y="237332"/>
                  </a:lnTo>
                  <a:lnTo>
                    <a:pt x="2760207" y="250353"/>
                  </a:lnTo>
                  <a:lnTo>
                    <a:pt x="2730395" y="288245"/>
                  </a:lnTo>
                  <a:lnTo>
                    <a:pt x="2691840" y="312347"/>
                  </a:lnTo>
                  <a:lnTo>
                    <a:pt x="2639323" y="335353"/>
                  </a:lnTo>
                  <a:lnTo>
                    <a:pt x="2573687" y="357118"/>
                  </a:lnTo>
                  <a:lnTo>
                    <a:pt x="2536212" y="367489"/>
                  </a:lnTo>
                  <a:lnTo>
                    <a:pt x="2495773" y="377497"/>
                  </a:lnTo>
                  <a:lnTo>
                    <a:pt x="2452476" y="387121"/>
                  </a:lnTo>
                  <a:lnTo>
                    <a:pt x="2406426" y="396345"/>
                  </a:lnTo>
                  <a:lnTo>
                    <a:pt x="2357728" y="405151"/>
                  </a:lnTo>
                  <a:lnTo>
                    <a:pt x="2306488" y="413519"/>
                  </a:lnTo>
                  <a:lnTo>
                    <a:pt x="2252810" y="421432"/>
                  </a:lnTo>
                  <a:lnTo>
                    <a:pt x="2196800" y="428872"/>
                  </a:lnTo>
                  <a:lnTo>
                    <a:pt x="2138563" y="435821"/>
                  </a:lnTo>
                  <a:lnTo>
                    <a:pt x="2078205" y="442261"/>
                  </a:lnTo>
                  <a:lnTo>
                    <a:pt x="2015832" y="448173"/>
                  </a:lnTo>
                  <a:lnTo>
                    <a:pt x="1951547" y="453540"/>
                  </a:lnTo>
                  <a:lnTo>
                    <a:pt x="1885457" y="458343"/>
                  </a:lnTo>
                  <a:lnTo>
                    <a:pt x="1817667" y="462564"/>
                  </a:lnTo>
                  <a:lnTo>
                    <a:pt x="1748283" y="466186"/>
                  </a:lnTo>
                  <a:lnTo>
                    <a:pt x="1677409" y="469189"/>
                  </a:lnTo>
                  <a:lnTo>
                    <a:pt x="1605151" y="471557"/>
                  </a:lnTo>
                  <a:lnTo>
                    <a:pt x="1531614" y="473271"/>
                  </a:lnTo>
                  <a:lnTo>
                    <a:pt x="1456904" y="474312"/>
                  </a:lnTo>
                  <a:lnTo>
                    <a:pt x="1381125" y="474663"/>
                  </a:lnTo>
                  <a:lnTo>
                    <a:pt x="1305347" y="474312"/>
                  </a:lnTo>
                  <a:lnTo>
                    <a:pt x="1230636" y="473271"/>
                  </a:lnTo>
                  <a:lnTo>
                    <a:pt x="1157099" y="471557"/>
                  </a:lnTo>
                  <a:lnTo>
                    <a:pt x="1084841" y="469189"/>
                  </a:lnTo>
                  <a:lnTo>
                    <a:pt x="1013967" y="466186"/>
                  </a:lnTo>
                  <a:lnTo>
                    <a:pt x="944583" y="462564"/>
                  </a:lnTo>
                  <a:lnTo>
                    <a:pt x="876793" y="458343"/>
                  </a:lnTo>
                  <a:lnTo>
                    <a:pt x="810703" y="453540"/>
                  </a:lnTo>
                  <a:lnTo>
                    <a:pt x="746418" y="448173"/>
                  </a:lnTo>
                  <a:lnTo>
                    <a:pt x="684045" y="442261"/>
                  </a:lnTo>
                  <a:lnTo>
                    <a:pt x="623687" y="435821"/>
                  </a:lnTo>
                  <a:lnTo>
                    <a:pt x="565450" y="428872"/>
                  </a:lnTo>
                  <a:lnTo>
                    <a:pt x="509440" y="421432"/>
                  </a:lnTo>
                  <a:lnTo>
                    <a:pt x="455762" y="413519"/>
                  </a:lnTo>
                  <a:lnTo>
                    <a:pt x="404522" y="405151"/>
                  </a:lnTo>
                  <a:lnTo>
                    <a:pt x="355824" y="396345"/>
                  </a:lnTo>
                  <a:lnTo>
                    <a:pt x="309774" y="387121"/>
                  </a:lnTo>
                  <a:lnTo>
                    <a:pt x="266477" y="377497"/>
                  </a:lnTo>
                  <a:lnTo>
                    <a:pt x="226038" y="367489"/>
                  </a:lnTo>
                  <a:lnTo>
                    <a:pt x="188564" y="357118"/>
                  </a:lnTo>
                  <a:lnTo>
                    <a:pt x="122927" y="335353"/>
                  </a:lnTo>
                  <a:lnTo>
                    <a:pt x="70410" y="312347"/>
                  </a:lnTo>
                  <a:lnTo>
                    <a:pt x="31855" y="288245"/>
                  </a:lnTo>
                  <a:lnTo>
                    <a:pt x="2043" y="250353"/>
                  </a:lnTo>
                  <a:lnTo>
                    <a:pt x="0" y="237332"/>
                  </a:lnTo>
                  <a:close/>
                </a:path>
              </a:pathLst>
            </a:custGeom>
            <a:ln w="28574">
              <a:solidFill>
                <a:srgbClr val="ECEBEB"/>
              </a:solidFill>
            </a:ln>
          </p:spPr>
          <p:txBody>
            <a:bodyPr wrap="square" lIns="0" tIns="0" rIns="0" bIns="0" rtlCol="0"/>
            <a:lstStyle/>
            <a:p>
              <a:endParaRPr/>
            </a:p>
          </p:txBody>
        </p:sp>
        <p:sp>
          <p:nvSpPr>
            <p:cNvPr id="95" name="object 30"/>
            <p:cNvSpPr/>
            <p:nvPr/>
          </p:nvSpPr>
          <p:spPr>
            <a:xfrm>
              <a:off x="4674126" y="2805495"/>
              <a:ext cx="2825750" cy="436880"/>
            </a:xfrm>
            <a:custGeom>
              <a:avLst/>
              <a:gdLst/>
              <a:ahLst/>
              <a:cxnLst/>
              <a:rect l="l" t="t" r="r" b="b"/>
              <a:pathLst>
                <a:path w="2825750" h="436880">
                  <a:moveTo>
                    <a:pt x="1412876" y="0"/>
                  </a:moveTo>
                  <a:lnTo>
                    <a:pt x="1335355" y="322"/>
                  </a:lnTo>
                  <a:lnTo>
                    <a:pt x="1183700" y="2856"/>
                  </a:lnTo>
                  <a:lnTo>
                    <a:pt x="1037277" y="7797"/>
                  </a:lnTo>
                  <a:lnTo>
                    <a:pt x="896949" y="15010"/>
                  </a:lnTo>
                  <a:lnTo>
                    <a:pt x="763578" y="24364"/>
                  </a:lnTo>
                  <a:lnTo>
                    <a:pt x="699770" y="29802"/>
                  </a:lnTo>
                  <a:lnTo>
                    <a:pt x="638025" y="35724"/>
                  </a:lnTo>
                  <a:lnTo>
                    <a:pt x="578450" y="42116"/>
                  </a:lnTo>
                  <a:lnTo>
                    <a:pt x="521152" y="48959"/>
                  </a:lnTo>
                  <a:lnTo>
                    <a:pt x="466240" y="56237"/>
                  </a:lnTo>
                  <a:lnTo>
                    <a:pt x="413822" y="63933"/>
                  </a:lnTo>
                  <a:lnTo>
                    <a:pt x="364004" y="72032"/>
                  </a:lnTo>
                  <a:lnTo>
                    <a:pt x="316895" y="80515"/>
                  </a:lnTo>
                  <a:lnTo>
                    <a:pt x="272603" y="89367"/>
                  </a:lnTo>
                  <a:lnTo>
                    <a:pt x="231235" y="98572"/>
                  </a:lnTo>
                  <a:lnTo>
                    <a:pt x="192899" y="108111"/>
                  </a:lnTo>
                  <a:lnTo>
                    <a:pt x="125753" y="128129"/>
                  </a:lnTo>
                  <a:lnTo>
                    <a:pt x="72029" y="149288"/>
                  </a:lnTo>
                  <a:lnTo>
                    <a:pt x="32587" y="171455"/>
                  </a:lnTo>
                  <a:lnTo>
                    <a:pt x="2090" y="206306"/>
                  </a:lnTo>
                  <a:lnTo>
                    <a:pt x="0" y="218282"/>
                  </a:lnTo>
                  <a:lnTo>
                    <a:pt x="2090" y="230259"/>
                  </a:lnTo>
                  <a:lnTo>
                    <a:pt x="32587" y="265108"/>
                  </a:lnTo>
                  <a:lnTo>
                    <a:pt x="72029" y="287276"/>
                  </a:lnTo>
                  <a:lnTo>
                    <a:pt x="125753" y="308435"/>
                  </a:lnTo>
                  <a:lnTo>
                    <a:pt x="192899" y="328453"/>
                  </a:lnTo>
                  <a:lnTo>
                    <a:pt x="231235" y="337992"/>
                  </a:lnTo>
                  <a:lnTo>
                    <a:pt x="272603" y="347196"/>
                  </a:lnTo>
                  <a:lnTo>
                    <a:pt x="316895" y="356048"/>
                  </a:lnTo>
                  <a:lnTo>
                    <a:pt x="364004" y="364532"/>
                  </a:lnTo>
                  <a:lnTo>
                    <a:pt x="413822" y="372630"/>
                  </a:lnTo>
                  <a:lnTo>
                    <a:pt x="466240" y="380327"/>
                  </a:lnTo>
                  <a:lnTo>
                    <a:pt x="521152" y="387605"/>
                  </a:lnTo>
                  <a:lnTo>
                    <a:pt x="578450" y="394448"/>
                  </a:lnTo>
                  <a:lnTo>
                    <a:pt x="638025" y="400839"/>
                  </a:lnTo>
                  <a:lnTo>
                    <a:pt x="699770" y="406761"/>
                  </a:lnTo>
                  <a:lnTo>
                    <a:pt x="763578" y="412199"/>
                  </a:lnTo>
                  <a:lnTo>
                    <a:pt x="829340" y="417135"/>
                  </a:lnTo>
                  <a:lnTo>
                    <a:pt x="966298" y="425435"/>
                  </a:lnTo>
                  <a:lnTo>
                    <a:pt x="1109781" y="431529"/>
                  </a:lnTo>
                  <a:lnTo>
                    <a:pt x="1258927" y="435282"/>
                  </a:lnTo>
                  <a:lnTo>
                    <a:pt x="1335355" y="436240"/>
                  </a:lnTo>
                  <a:lnTo>
                    <a:pt x="1412876" y="436563"/>
                  </a:lnTo>
                  <a:lnTo>
                    <a:pt x="1566824" y="435282"/>
                  </a:lnTo>
                  <a:lnTo>
                    <a:pt x="1715971" y="431529"/>
                  </a:lnTo>
                  <a:lnTo>
                    <a:pt x="1859454" y="425435"/>
                  </a:lnTo>
                  <a:lnTo>
                    <a:pt x="1996411" y="417135"/>
                  </a:lnTo>
                  <a:lnTo>
                    <a:pt x="2062173" y="412199"/>
                  </a:lnTo>
                  <a:lnTo>
                    <a:pt x="2125981" y="406761"/>
                  </a:lnTo>
                  <a:lnTo>
                    <a:pt x="2187726" y="400839"/>
                  </a:lnTo>
                  <a:lnTo>
                    <a:pt x="2247302" y="394448"/>
                  </a:lnTo>
                  <a:lnTo>
                    <a:pt x="2304599" y="387605"/>
                  </a:lnTo>
                  <a:lnTo>
                    <a:pt x="2359511" y="380327"/>
                  </a:lnTo>
                  <a:lnTo>
                    <a:pt x="2411929" y="372630"/>
                  </a:lnTo>
                  <a:lnTo>
                    <a:pt x="2461747" y="364532"/>
                  </a:lnTo>
                  <a:lnTo>
                    <a:pt x="2508856" y="356048"/>
                  </a:lnTo>
                  <a:lnTo>
                    <a:pt x="2553148" y="347196"/>
                  </a:lnTo>
                  <a:lnTo>
                    <a:pt x="2594516" y="337992"/>
                  </a:lnTo>
                  <a:lnTo>
                    <a:pt x="2632852" y="328453"/>
                  </a:lnTo>
                  <a:lnTo>
                    <a:pt x="2699997" y="308435"/>
                  </a:lnTo>
                  <a:lnTo>
                    <a:pt x="2753721" y="287276"/>
                  </a:lnTo>
                  <a:lnTo>
                    <a:pt x="2793163" y="265108"/>
                  </a:lnTo>
                  <a:lnTo>
                    <a:pt x="2823660" y="230259"/>
                  </a:lnTo>
                  <a:lnTo>
                    <a:pt x="2825751" y="218282"/>
                  </a:lnTo>
                  <a:lnTo>
                    <a:pt x="2823660" y="206306"/>
                  </a:lnTo>
                  <a:lnTo>
                    <a:pt x="2793163" y="171455"/>
                  </a:lnTo>
                  <a:lnTo>
                    <a:pt x="2753721" y="149288"/>
                  </a:lnTo>
                  <a:lnTo>
                    <a:pt x="2699997" y="128129"/>
                  </a:lnTo>
                  <a:lnTo>
                    <a:pt x="2632852" y="108111"/>
                  </a:lnTo>
                  <a:lnTo>
                    <a:pt x="2594516" y="98572"/>
                  </a:lnTo>
                  <a:lnTo>
                    <a:pt x="2553148" y="89367"/>
                  </a:lnTo>
                  <a:lnTo>
                    <a:pt x="2508856" y="80515"/>
                  </a:lnTo>
                  <a:lnTo>
                    <a:pt x="2461747" y="72032"/>
                  </a:lnTo>
                  <a:lnTo>
                    <a:pt x="2411929" y="63933"/>
                  </a:lnTo>
                  <a:lnTo>
                    <a:pt x="2359511" y="56237"/>
                  </a:lnTo>
                  <a:lnTo>
                    <a:pt x="2304599" y="48959"/>
                  </a:lnTo>
                  <a:lnTo>
                    <a:pt x="2247302" y="42116"/>
                  </a:lnTo>
                  <a:lnTo>
                    <a:pt x="2187726" y="35724"/>
                  </a:lnTo>
                  <a:lnTo>
                    <a:pt x="2125981" y="29802"/>
                  </a:lnTo>
                  <a:lnTo>
                    <a:pt x="2062173" y="24364"/>
                  </a:lnTo>
                  <a:lnTo>
                    <a:pt x="1928802" y="15010"/>
                  </a:lnTo>
                  <a:lnTo>
                    <a:pt x="1788474" y="7797"/>
                  </a:lnTo>
                  <a:lnTo>
                    <a:pt x="1642052" y="2856"/>
                  </a:lnTo>
                  <a:lnTo>
                    <a:pt x="1490396" y="322"/>
                  </a:lnTo>
                  <a:lnTo>
                    <a:pt x="1412876" y="0"/>
                  </a:lnTo>
                  <a:close/>
                </a:path>
              </a:pathLst>
            </a:custGeom>
            <a:solidFill>
              <a:srgbClr val="F2913F"/>
            </a:solidFill>
          </p:spPr>
          <p:txBody>
            <a:bodyPr wrap="square" lIns="0" tIns="0" rIns="0" bIns="0" rtlCol="0"/>
            <a:lstStyle/>
            <a:p>
              <a:endParaRPr/>
            </a:p>
          </p:txBody>
        </p:sp>
        <p:sp>
          <p:nvSpPr>
            <p:cNvPr id="96" name="object 31"/>
            <p:cNvSpPr/>
            <p:nvPr/>
          </p:nvSpPr>
          <p:spPr>
            <a:xfrm>
              <a:off x="4674126" y="2805495"/>
              <a:ext cx="2825750" cy="436880"/>
            </a:xfrm>
            <a:custGeom>
              <a:avLst/>
              <a:gdLst/>
              <a:ahLst/>
              <a:cxnLst/>
              <a:rect l="l" t="t" r="r" b="b"/>
              <a:pathLst>
                <a:path w="2825750" h="436880">
                  <a:moveTo>
                    <a:pt x="0" y="218282"/>
                  </a:moveTo>
                  <a:lnTo>
                    <a:pt x="18492" y="182875"/>
                  </a:lnTo>
                  <a:lnTo>
                    <a:pt x="50469" y="160254"/>
                  </a:lnTo>
                  <a:lnTo>
                    <a:pt x="97160" y="138574"/>
                  </a:lnTo>
                  <a:lnTo>
                    <a:pt x="157702" y="117968"/>
                  </a:lnTo>
                  <a:lnTo>
                    <a:pt x="231234" y="98571"/>
                  </a:lnTo>
                  <a:lnTo>
                    <a:pt x="272603" y="89367"/>
                  </a:lnTo>
                  <a:lnTo>
                    <a:pt x="316895" y="80515"/>
                  </a:lnTo>
                  <a:lnTo>
                    <a:pt x="364004" y="72031"/>
                  </a:lnTo>
                  <a:lnTo>
                    <a:pt x="413821" y="63933"/>
                  </a:lnTo>
                  <a:lnTo>
                    <a:pt x="466240" y="56236"/>
                  </a:lnTo>
                  <a:lnTo>
                    <a:pt x="521152" y="48958"/>
                  </a:lnTo>
                  <a:lnTo>
                    <a:pt x="578449" y="42115"/>
                  </a:lnTo>
                  <a:lnTo>
                    <a:pt x="638024" y="35724"/>
                  </a:lnTo>
                  <a:lnTo>
                    <a:pt x="699770" y="29801"/>
                  </a:lnTo>
                  <a:lnTo>
                    <a:pt x="763577" y="24364"/>
                  </a:lnTo>
                  <a:lnTo>
                    <a:pt x="829340" y="19428"/>
                  </a:lnTo>
                  <a:lnTo>
                    <a:pt x="896949" y="15010"/>
                  </a:lnTo>
                  <a:lnTo>
                    <a:pt x="966297" y="11128"/>
                  </a:lnTo>
                  <a:lnTo>
                    <a:pt x="1037277" y="7797"/>
                  </a:lnTo>
                  <a:lnTo>
                    <a:pt x="1109780" y="5034"/>
                  </a:lnTo>
                  <a:lnTo>
                    <a:pt x="1183699" y="2856"/>
                  </a:lnTo>
                  <a:lnTo>
                    <a:pt x="1258927" y="1280"/>
                  </a:lnTo>
                  <a:lnTo>
                    <a:pt x="1335355" y="322"/>
                  </a:lnTo>
                  <a:lnTo>
                    <a:pt x="1412875" y="0"/>
                  </a:lnTo>
                  <a:lnTo>
                    <a:pt x="1490396" y="322"/>
                  </a:lnTo>
                  <a:lnTo>
                    <a:pt x="1566823" y="1280"/>
                  </a:lnTo>
                  <a:lnTo>
                    <a:pt x="1642051" y="2856"/>
                  </a:lnTo>
                  <a:lnTo>
                    <a:pt x="1715970" y="5034"/>
                  </a:lnTo>
                  <a:lnTo>
                    <a:pt x="1788473" y="7797"/>
                  </a:lnTo>
                  <a:lnTo>
                    <a:pt x="1859453" y="11128"/>
                  </a:lnTo>
                  <a:lnTo>
                    <a:pt x="1928801" y="15010"/>
                  </a:lnTo>
                  <a:lnTo>
                    <a:pt x="1996410" y="19428"/>
                  </a:lnTo>
                  <a:lnTo>
                    <a:pt x="2062173" y="24364"/>
                  </a:lnTo>
                  <a:lnTo>
                    <a:pt x="2125980" y="29801"/>
                  </a:lnTo>
                  <a:lnTo>
                    <a:pt x="2187726" y="35724"/>
                  </a:lnTo>
                  <a:lnTo>
                    <a:pt x="2247301" y="42115"/>
                  </a:lnTo>
                  <a:lnTo>
                    <a:pt x="2304599" y="48958"/>
                  </a:lnTo>
                  <a:lnTo>
                    <a:pt x="2359510" y="56236"/>
                  </a:lnTo>
                  <a:lnTo>
                    <a:pt x="2411929" y="63933"/>
                  </a:lnTo>
                  <a:lnTo>
                    <a:pt x="2461747" y="72031"/>
                  </a:lnTo>
                  <a:lnTo>
                    <a:pt x="2508855" y="80515"/>
                  </a:lnTo>
                  <a:lnTo>
                    <a:pt x="2553148" y="89367"/>
                  </a:lnTo>
                  <a:lnTo>
                    <a:pt x="2594516" y="98571"/>
                  </a:lnTo>
                  <a:lnTo>
                    <a:pt x="2632852" y="108110"/>
                  </a:lnTo>
                  <a:lnTo>
                    <a:pt x="2699997" y="128128"/>
                  </a:lnTo>
                  <a:lnTo>
                    <a:pt x="2753721" y="149288"/>
                  </a:lnTo>
                  <a:lnTo>
                    <a:pt x="2793163" y="171455"/>
                  </a:lnTo>
                  <a:lnTo>
                    <a:pt x="2823660" y="206305"/>
                  </a:lnTo>
                  <a:lnTo>
                    <a:pt x="2825751" y="218282"/>
                  </a:lnTo>
                  <a:lnTo>
                    <a:pt x="2823660" y="230258"/>
                  </a:lnTo>
                  <a:lnTo>
                    <a:pt x="2793163" y="265108"/>
                  </a:lnTo>
                  <a:lnTo>
                    <a:pt x="2753721" y="287276"/>
                  </a:lnTo>
                  <a:lnTo>
                    <a:pt x="2699997" y="308435"/>
                  </a:lnTo>
                  <a:lnTo>
                    <a:pt x="2632852" y="328453"/>
                  </a:lnTo>
                  <a:lnTo>
                    <a:pt x="2594516" y="337992"/>
                  </a:lnTo>
                  <a:lnTo>
                    <a:pt x="2553148" y="347196"/>
                  </a:lnTo>
                  <a:lnTo>
                    <a:pt x="2508855" y="356048"/>
                  </a:lnTo>
                  <a:lnTo>
                    <a:pt x="2461747" y="364532"/>
                  </a:lnTo>
                  <a:lnTo>
                    <a:pt x="2411929" y="372630"/>
                  </a:lnTo>
                  <a:lnTo>
                    <a:pt x="2359510" y="380327"/>
                  </a:lnTo>
                  <a:lnTo>
                    <a:pt x="2304599" y="387605"/>
                  </a:lnTo>
                  <a:lnTo>
                    <a:pt x="2247301" y="394448"/>
                  </a:lnTo>
                  <a:lnTo>
                    <a:pt x="2187726" y="400839"/>
                  </a:lnTo>
                  <a:lnTo>
                    <a:pt x="2125980" y="406762"/>
                  </a:lnTo>
                  <a:lnTo>
                    <a:pt x="2062173" y="412199"/>
                  </a:lnTo>
                  <a:lnTo>
                    <a:pt x="1996410" y="417135"/>
                  </a:lnTo>
                  <a:lnTo>
                    <a:pt x="1928801" y="421553"/>
                  </a:lnTo>
                  <a:lnTo>
                    <a:pt x="1859453" y="425435"/>
                  </a:lnTo>
                  <a:lnTo>
                    <a:pt x="1788473" y="428766"/>
                  </a:lnTo>
                  <a:lnTo>
                    <a:pt x="1715970" y="431529"/>
                  </a:lnTo>
                  <a:lnTo>
                    <a:pt x="1642051" y="433707"/>
                  </a:lnTo>
                  <a:lnTo>
                    <a:pt x="1566823" y="435283"/>
                  </a:lnTo>
                  <a:lnTo>
                    <a:pt x="1490396" y="436241"/>
                  </a:lnTo>
                  <a:lnTo>
                    <a:pt x="1412875" y="436563"/>
                  </a:lnTo>
                  <a:lnTo>
                    <a:pt x="1335355" y="436241"/>
                  </a:lnTo>
                  <a:lnTo>
                    <a:pt x="1258927" y="435283"/>
                  </a:lnTo>
                  <a:lnTo>
                    <a:pt x="1183699" y="433707"/>
                  </a:lnTo>
                  <a:lnTo>
                    <a:pt x="1109780" y="431529"/>
                  </a:lnTo>
                  <a:lnTo>
                    <a:pt x="1037277" y="428766"/>
                  </a:lnTo>
                  <a:lnTo>
                    <a:pt x="966297" y="425435"/>
                  </a:lnTo>
                  <a:lnTo>
                    <a:pt x="896949" y="421553"/>
                  </a:lnTo>
                  <a:lnTo>
                    <a:pt x="829340" y="417135"/>
                  </a:lnTo>
                  <a:lnTo>
                    <a:pt x="763577" y="412199"/>
                  </a:lnTo>
                  <a:lnTo>
                    <a:pt x="699770" y="406762"/>
                  </a:lnTo>
                  <a:lnTo>
                    <a:pt x="638024" y="400839"/>
                  </a:lnTo>
                  <a:lnTo>
                    <a:pt x="578449" y="394448"/>
                  </a:lnTo>
                  <a:lnTo>
                    <a:pt x="521152" y="387605"/>
                  </a:lnTo>
                  <a:lnTo>
                    <a:pt x="466240" y="380327"/>
                  </a:lnTo>
                  <a:lnTo>
                    <a:pt x="413821" y="372630"/>
                  </a:lnTo>
                  <a:lnTo>
                    <a:pt x="364004" y="364532"/>
                  </a:lnTo>
                  <a:lnTo>
                    <a:pt x="316895" y="356048"/>
                  </a:lnTo>
                  <a:lnTo>
                    <a:pt x="272603" y="347196"/>
                  </a:lnTo>
                  <a:lnTo>
                    <a:pt x="231234" y="337992"/>
                  </a:lnTo>
                  <a:lnTo>
                    <a:pt x="192898" y="328453"/>
                  </a:lnTo>
                  <a:lnTo>
                    <a:pt x="125753" y="308435"/>
                  </a:lnTo>
                  <a:lnTo>
                    <a:pt x="72029" y="287276"/>
                  </a:lnTo>
                  <a:lnTo>
                    <a:pt x="32587" y="265108"/>
                  </a:lnTo>
                  <a:lnTo>
                    <a:pt x="2090" y="230258"/>
                  </a:lnTo>
                  <a:lnTo>
                    <a:pt x="0" y="218282"/>
                  </a:lnTo>
                  <a:close/>
                </a:path>
              </a:pathLst>
            </a:custGeom>
            <a:ln w="28574">
              <a:solidFill>
                <a:srgbClr val="ECEBEB"/>
              </a:solidFill>
            </a:ln>
          </p:spPr>
          <p:txBody>
            <a:bodyPr wrap="square" lIns="0" tIns="0" rIns="0" bIns="0" rtlCol="0"/>
            <a:lstStyle/>
            <a:p>
              <a:endParaRPr/>
            </a:p>
          </p:txBody>
        </p:sp>
        <p:sp>
          <p:nvSpPr>
            <p:cNvPr id="97" name="object 32"/>
            <p:cNvSpPr/>
            <p:nvPr/>
          </p:nvSpPr>
          <p:spPr>
            <a:xfrm>
              <a:off x="4585224" y="3727834"/>
              <a:ext cx="3067050" cy="427355"/>
            </a:xfrm>
            <a:custGeom>
              <a:avLst/>
              <a:gdLst/>
              <a:ahLst/>
              <a:cxnLst/>
              <a:rect l="l" t="t" r="r" b="b"/>
              <a:pathLst>
                <a:path w="3067050" h="427354">
                  <a:moveTo>
                    <a:pt x="1533526" y="0"/>
                  </a:moveTo>
                  <a:lnTo>
                    <a:pt x="1381420" y="1037"/>
                  </a:lnTo>
                  <a:lnTo>
                    <a:pt x="1233552" y="4083"/>
                  </a:lnTo>
                  <a:lnTo>
                    <a:pt x="1090623" y="9040"/>
                  </a:lnTo>
                  <a:lnTo>
                    <a:pt x="953337" y="15810"/>
                  </a:lnTo>
                  <a:lnTo>
                    <a:pt x="822397" y="24296"/>
                  </a:lnTo>
                  <a:lnTo>
                    <a:pt x="698505" y="34399"/>
                  </a:lnTo>
                  <a:lnTo>
                    <a:pt x="582364" y="46021"/>
                  </a:lnTo>
                  <a:lnTo>
                    <a:pt x="527420" y="52372"/>
                  </a:lnTo>
                  <a:lnTo>
                    <a:pt x="474677" y="59066"/>
                  </a:lnTo>
                  <a:lnTo>
                    <a:pt x="424224" y="66091"/>
                  </a:lnTo>
                  <a:lnTo>
                    <a:pt x="376148" y="73434"/>
                  </a:lnTo>
                  <a:lnTo>
                    <a:pt x="330536" y="81084"/>
                  </a:lnTo>
                  <a:lnTo>
                    <a:pt x="287478" y="89029"/>
                  </a:lnTo>
                  <a:lnTo>
                    <a:pt x="247060" y="97255"/>
                  </a:lnTo>
                  <a:lnTo>
                    <a:pt x="209371" y="105751"/>
                  </a:lnTo>
                  <a:lnTo>
                    <a:pt x="142529" y="123504"/>
                  </a:lnTo>
                  <a:lnTo>
                    <a:pt x="87656" y="142189"/>
                  </a:lnTo>
                  <a:lnTo>
                    <a:pt x="45454" y="161709"/>
                  </a:lnTo>
                  <a:lnTo>
                    <a:pt x="7448" y="192340"/>
                  </a:lnTo>
                  <a:lnTo>
                    <a:pt x="0" y="213518"/>
                  </a:lnTo>
                  <a:lnTo>
                    <a:pt x="1876" y="224175"/>
                  </a:lnTo>
                  <a:lnTo>
                    <a:pt x="29325" y="255285"/>
                  </a:lnTo>
                  <a:lnTo>
                    <a:pt x="64928" y="275185"/>
                  </a:lnTo>
                  <a:lnTo>
                    <a:pt x="113553" y="294300"/>
                  </a:lnTo>
                  <a:lnTo>
                    <a:pt x="174498" y="312532"/>
                  </a:lnTo>
                  <a:lnTo>
                    <a:pt x="247060" y="329782"/>
                  </a:lnTo>
                  <a:lnTo>
                    <a:pt x="287478" y="338008"/>
                  </a:lnTo>
                  <a:lnTo>
                    <a:pt x="330536" y="345952"/>
                  </a:lnTo>
                  <a:lnTo>
                    <a:pt x="376148" y="353602"/>
                  </a:lnTo>
                  <a:lnTo>
                    <a:pt x="424224" y="360946"/>
                  </a:lnTo>
                  <a:lnTo>
                    <a:pt x="474677" y="367971"/>
                  </a:lnTo>
                  <a:lnTo>
                    <a:pt x="527420" y="374665"/>
                  </a:lnTo>
                  <a:lnTo>
                    <a:pt x="582364" y="381015"/>
                  </a:lnTo>
                  <a:lnTo>
                    <a:pt x="639422" y="387010"/>
                  </a:lnTo>
                  <a:lnTo>
                    <a:pt x="759526" y="397885"/>
                  </a:lnTo>
                  <a:lnTo>
                    <a:pt x="887030" y="407192"/>
                  </a:lnTo>
                  <a:lnTo>
                    <a:pt x="1021231" y="414832"/>
                  </a:lnTo>
                  <a:lnTo>
                    <a:pt x="1161426" y="420708"/>
                  </a:lnTo>
                  <a:lnTo>
                    <a:pt x="1306913" y="424722"/>
                  </a:lnTo>
                  <a:lnTo>
                    <a:pt x="1381420" y="426000"/>
                  </a:lnTo>
                  <a:lnTo>
                    <a:pt x="1456987" y="426776"/>
                  </a:lnTo>
                  <a:lnTo>
                    <a:pt x="1533526" y="427037"/>
                  </a:lnTo>
                  <a:lnTo>
                    <a:pt x="1685631" y="426000"/>
                  </a:lnTo>
                  <a:lnTo>
                    <a:pt x="1833500" y="422954"/>
                  </a:lnTo>
                  <a:lnTo>
                    <a:pt x="1976428" y="417997"/>
                  </a:lnTo>
                  <a:lnTo>
                    <a:pt x="2113714" y="411227"/>
                  </a:lnTo>
                  <a:lnTo>
                    <a:pt x="2244655" y="402741"/>
                  </a:lnTo>
                  <a:lnTo>
                    <a:pt x="2368547" y="392638"/>
                  </a:lnTo>
                  <a:lnTo>
                    <a:pt x="2484687" y="381015"/>
                  </a:lnTo>
                  <a:lnTo>
                    <a:pt x="2539631" y="374665"/>
                  </a:lnTo>
                  <a:lnTo>
                    <a:pt x="2592374" y="367971"/>
                  </a:lnTo>
                  <a:lnTo>
                    <a:pt x="2642827" y="360946"/>
                  </a:lnTo>
                  <a:lnTo>
                    <a:pt x="2690904" y="353602"/>
                  </a:lnTo>
                  <a:lnTo>
                    <a:pt x="2736515" y="345952"/>
                  </a:lnTo>
                  <a:lnTo>
                    <a:pt x="2779574" y="338008"/>
                  </a:lnTo>
                  <a:lnTo>
                    <a:pt x="2819991" y="329782"/>
                  </a:lnTo>
                  <a:lnTo>
                    <a:pt x="2857681" y="321285"/>
                  </a:lnTo>
                  <a:lnTo>
                    <a:pt x="2924522" y="303532"/>
                  </a:lnTo>
                  <a:lnTo>
                    <a:pt x="2979395" y="284847"/>
                  </a:lnTo>
                  <a:lnTo>
                    <a:pt x="3021597" y="265327"/>
                  </a:lnTo>
                  <a:lnTo>
                    <a:pt x="3059604" y="234697"/>
                  </a:lnTo>
                  <a:lnTo>
                    <a:pt x="3067052" y="213518"/>
                  </a:lnTo>
                  <a:lnTo>
                    <a:pt x="3065175" y="202861"/>
                  </a:lnTo>
                  <a:lnTo>
                    <a:pt x="3037727" y="171752"/>
                  </a:lnTo>
                  <a:lnTo>
                    <a:pt x="3002124" y="151851"/>
                  </a:lnTo>
                  <a:lnTo>
                    <a:pt x="2953499" y="132736"/>
                  </a:lnTo>
                  <a:lnTo>
                    <a:pt x="2892554" y="114505"/>
                  </a:lnTo>
                  <a:lnTo>
                    <a:pt x="2819991" y="97255"/>
                  </a:lnTo>
                  <a:lnTo>
                    <a:pt x="2779574" y="89029"/>
                  </a:lnTo>
                  <a:lnTo>
                    <a:pt x="2736515" y="81084"/>
                  </a:lnTo>
                  <a:lnTo>
                    <a:pt x="2690904" y="73434"/>
                  </a:lnTo>
                  <a:lnTo>
                    <a:pt x="2642827" y="66091"/>
                  </a:lnTo>
                  <a:lnTo>
                    <a:pt x="2592374" y="59066"/>
                  </a:lnTo>
                  <a:lnTo>
                    <a:pt x="2539631" y="52372"/>
                  </a:lnTo>
                  <a:lnTo>
                    <a:pt x="2484687" y="46021"/>
                  </a:lnTo>
                  <a:lnTo>
                    <a:pt x="2368547" y="34399"/>
                  </a:lnTo>
                  <a:lnTo>
                    <a:pt x="2244655" y="24296"/>
                  </a:lnTo>
                  <a:lnTo>
                    <a:pt x="2113714" y="15810"/>
                  </a:lnTo>
                  <a:lnTo>
                    <a:pt x="1976428" y="9040"/>
                  </a:lnTo>
                  <a:lnTo>
                    <a:pt x="1833500" y="4083"/>
                  </a:lnTo>
                  <a:lnTo>
                    <a:pt x="1760139" y="2315"/>
                  </a:lnTo>
                  <a:lnTo>
                    <a:pt x="1685631" y="1037"/>
                  </a:lnTo>
                  <a:lnTo>
                    <a:pt x="1610064" y="261"/>
                  </a:lnTo>
                  <a:lnTo>
                    <a:pt x="1533526" y="0"/>
                  </a:lnTo>
                  <a:close/>
                </a:path>
              </a:pathLst>
            </a:custGeom>
            <a:solidFill>
              <a:srgbClr val="F2913F"/>
            </a:solidFill>
          </p:spPr>
          <p:txBody>
            <a:bodyPr wrap="square" lIns="0" tIns="0" rIns="0" bIns="0" rtlCol="0"/>
            <a:lstStyle/>
            <a:p>
              <a:endParaRPr/>
            </a:p>
          </p:txBody>
        </p:sp>
        <p:sp>
          <p:nvSpPr>
            <p:cNvPr id="98" name="object 33"/>
            <p:cNvSpPr/>
            <p:nvPr/>
          </p:nvSpPr>
          <p:spPr>
            <a:xfrm>
              <a:off x="4585224" y="3727834"/>
              <a:ext cx="3067050" cy="427355"/>
            </a:xfrm>
            <a:custGeom>
              <a:avLst/>
              <a:gdLst/>
              <a:ahLst/>
              <a:cxnLst/>
              <a:rect l="l" t="t" r="r" b="b"/>
              <a:pathLst>
                <a:path w="3067050" h="427354">
                  <a:moveTo>
                    <a:pt x="0" y="213518"/>
                  </a:moveTo>
                  <a:lnTo>
                    <a:pt x="29325" y="171752"/>
                  </a:lnTo>
                  <a:lnTo>
                    <a:pt x="64927" y="151851"/>
                  </a:lnTo>
                  <a:lnTo>
                    <a:pt x="113553" y="132736"/>
                  </a:lnTo>
                  <a:lnTo>
                    <a:pt x="174498" y="114505"/>
                  </a:lnTo>
                  <a:lnTo>
                    <a:pt x="247060" y="97255"/>
                  </a:lnTo>
                  <a:lnTo>
                    <a:pt x="287478" y="89029"/>
                  </a:lnTo>
                  <a:lnTo>
                    <a:pt x="330536" y="81084"/>
                  </a:lnTo>
                  <a:lnTo>
                    <a:pt x="376147" y="73434"/>
                  </a:lnTo>
                  <a:lnTo>
                    <a:pt x="424224" y="66091"/>
                  </a:lnTo>
                  <a:lnTo>
                    <a:pt x="474677" y="59066"/>
                  </a:lnTo>
                  <a:lnTo>
                    <a:pt x="527420" y="52372"/>
                  </a:lnTo>
                  <a:lnTo>
                    <a:pt x="582364" y="46021"/>
                  </a:lnTo>
                  <a:lnTo>
                    <a:pt x="639421" y="40026"/>
                  </a:lnTo>
                  <a:lnTo>
                    <a:pt x="698504" y="34399"/>
                  </a:lnTo>
                  <a:lnTo>
                    <a:pt x="759525" y="29151"/>
                  </a:lnTo>
                  <a:lnTo>
                    <a:pt x="822396" y="24296"/>
                  </a:lnTo>
                  <a:lnTo>
                    <a:pt x="887029" y="19844"/>
                  </a:lnTo>
                  <a:lnTo>
                    <a:pt x="953337" y="15810"/>
                  </a:lnTo>
                  <a:lnTo>
                    <a:pt x="1021230" y="12204"/>
                  </a:lnTo>
                  <a:lnTo>
                    <a:pt x="1090623" y="9040"/>
                  </a:lnTo>
                  <a:lnTo>
                    <a:pt x="1161426" y="6328"/>
                  </a:lnTo>
                  <a:lnTo>
                    <a:pt x="1233551" y="4083"/>
                  </a:lnTo>
                  <a:lnTo>
                    <a:pt x="1306912" y="2315"/>
                  </a:lnTo>
                  <a:lnTo>
                    <a:pt x="1381420" y="1037"/>
                  </a:lnTo>
                  <a:lnTo>
                    <a:pt x="1456987" y="261"/>
                  </a:lnTo>
                  <a:lnTo>
                    <a:pt x="1533525" y="0"/>
                  </a:lnTo>
                  <a:lnTo>
                    <a:pt x="1610064" y="261"/>
                  </a:lnTo>
                  <a:lnTo>
                    <a:pt x="1685631" y="1037"/>
                  </a:lnTo>
                  <a:lnTo>
                    <a:pt x="1760138" y="2315"/>
                  </a:lnTo>
                  <a:lnTo>
                    <a:pt x="1833499" y="4083"/>
                  </a:lnTo>
                  <a:lnTo>
                    <a:pt x="1905625" y="6328"/>
                  </a:lnTo>
                  <a:lnTo>
                    <a:pt x="1976428" y="9040"/>
                  </a:lnTo>
                  <a:lnTo>
                    <a:pt x="2045820" y="12204"/>
                  </a:lnTo>
                  <a:lnTo>
                    <a:pt x="2113714" y="15810"/>
                  </a:lnTo>
                  <a:lnTo>
                    <a:pt x="2180021" y="19844"/>
                  </a:lnTo>
                  <a:lnTo>
                    <a:pt x="2244654" y="24296"/>
                  </a:lnTo>
                  <a:lnTo>
                    <a:pt x="2307525" y="29151"/>
                  </a:lnTo>
                  <a:lnTo>
                    <a:pt x="2368546" y="34399"/>
                  </a:lnTo>
                  <a:lnTo>
                    <a:pt x="2427629" y="40026"/>
                  </a:lnTo>
                  <a:lnTo>
                    <a:pt x="2484687" y="46021"/>
                  </a:lnTo>
                  <a:lnTo>
                    <a:pt x="2539631" y="52372"/>
                  </a:lnTo>
                  <a:lnTo>
                    <a:pt x="2592373" y="59066"/>
                  </a:lnTo>
                  <a:lnTo>
                    <a:pt x="2642827" y="66091"/>
                  </a:lnTo>
                  <a:lnTo>
                    <a:pt x="2690903" y="73434"/>
                  </a:lnTo>
                  <a:lnTo>
                    <a:pt x="2736514" y="81084"/>
                  </a:lnTo>
                  <a:lnTo>
                    <a:pt x="2779573" y="89029"/>
                  </a:lnTo>
                  <a:lnTo>
                    <a:pt x="2819990" y="97255"/>
                  </a:lnTo>
                  <a:lnTo>
                    <a:pt x="2857680" y="105751"/>
                  </a:lnTo>
                  <a:lnTo>
                    <a:pt x="2924521" y="123504"/>
                  </a:lnTo>
                  <a:lnTo>
                    <a:pt x="2979394" y="142190"/>
                  </a:lnTo>
                  <a:lnTo>
                    <a:pt x="3021596" y="161709"/>
                  </a:lnTo>
                  <a:lnTo>
                    <a:pt x="3059602" y="192340"/>
                  </a:lnTo>
                  <a:lnTo>
                    <a:pt x="3067051" y="213518"/>
                  </a:lnTo>
                  <a:lnTo>
                    <a:pt x="3065174" y="224175"/>
                  </a:lnTo>
                  <a:lnTo>
                    <a:pt x="3037725" y="255285"/>
                  </a:lnTo>
                  <a:lnTo>
                    <a:pt x="3002123" y="275185"/>
                  </a:lnTo>
                  <a:lnTo>
                    <a:pt x="2953498" y="294300"/>
                  </a:lnTo>
                  <a:lnTo>
                    <a:pt x="2892552" y="312532"/>
                  </a:lnTo>
                  <a:lnTo>
                    <a:pt x="2819990" y="329782"/>
                  </a:lnTo>
                  <a:lnTo>
                    <a:pt x="2779573" y="338008"/>
                  </a:lnTo>
                  <a:lnTo>
                    <a:pt x="2736514" y="345952"/>
                  </a:lnTo>
                  <a:lnTo>
                    <a:pt x="2690903" y="353602"/>
                  </a:lnTo>
                  <a:lnTo>
                    <a:pt x="2642827" y="360946"/>
                  </a:lnTo>
                  <a:lnTo>
                    <a:pt x="2592373" y="367971"/>
                  </a:lnTo>
                  <a:lnTo>
                    <a:pt x="2539631" y="374665"/>
                  </a:lnTo>
                  <a:lnTo>
                    <a:pt x="2484687" y="381015"/>
                  </a:lnTo>
                  <a:lnTo>
                    <a:pt x="2427629" y="387011"/>
                  </a:lnTo>
                  <a:lnTo>
                    <a:pt x="2368546" y="392638"/>
                  </a:lnTo>
                  <a:lnTo>
                    <a:pt x="2307525" y="397886"/>
                  </a:lnTo>
                  <a:lnTo>
                    <a:pt x="2244654" y="402741"/>
                  </a:lnTo>
                  <a:lnTo>
                    <a:pt x="2180021" y="407192"/>
                  </a:lnTo>
                  <a:lnTo>
                    <a:pt x="2113714" y="411227"/>
                  </a:lnTo>
                  <a:lnTo>
                    <a:pt x="2045820" y="414833"/>
                  </a:lnTo>
                  <a:lnTo>
                    <a:pt x="1976428" y="417997"/>
                  </a:lnTo>
                  <a:lnTo>
                    <a:pt x="1905625" y="420708"/>
                  </a:lnTo>
                  <a:lnTo>
                    <a:pt x="1833499" y="422954"/>
                  </a:lnTo>
                  <a:lnTo>
                    <a:pt x="1760138" y="424722"/>
                  </a:lnTo>
                  <a:lnTo>
                    <a:pt x="1685631" y="426000"/>
                  </a:lnTo>
                  <a:lnTo>
                    <a:pt x="1610064" y="426776"/>
                  </a:lnTo>
                  <a:lnTo>
                    <a:pt x="1533525" y="427037"/>
                  </a:lnTo>
                  <a:lnTo>
                    <a:pt x="1456987" y="426776"/>
                  </a:lnTo>
                  <a:lnTo>
                    <a:pt x="1381420" y="426000"/>
                  </a:lnTo>
                  <a:lnTo>
                    <a:pt x="1306912" y="424722"/>
                  </a:lnTo>
                  <a:lnTo>
                    <a:pt x="1233551" y="422954"/>
                  </a:lnTo>
                  <a:lnTo>
                    <a:pt x="1161426" y="420708"/>
                  </a:lnTo>
                  <a:lnTo>
                    <a:pt x="1090623" y="417997"/>
                  </a:lnTo>
                  <a:lnTo>
                    <a:pt x="1021230" y="414833"/>
                  </a:lnTo>
                  <a:lnTo>
                    <a:pt x="953337" y="411227"/>
                  </a:lnTo>
                  <a:lnTo>
                    <a:pt x="887029" y="407192"/>
                  </a:lnTo>
                  <a:lnTo>
                    <a:pt x="822396" y="402741"/>
                  </a:lnTo>
                  <a:lnTo>
                    <a:pt x="759525" y="397886"/>
                  </a:lnTo>
                  <a:lnTo>
                    <a:pt x="698504" y="392638"/>
                  </a:lnTo>
                  <a:lnTo>
                    <a:pt x="639421" y="387011"/>
                  </a:lnTo>
                  <a:lnTo>
                    <a:pt x="582364" y="381015"/>
                  </a:lnTo>
                  <a:lnTo>
                    <a:pt x="527420" y="374665"/>
                  </a:lnTo>
                  <a:lnTo>
                    <a:pt x="474677" y="367971"/>
                  </a:lnTo>
                  <a:lnTo>
                    <a:pt x="424224" y="360946"/>
                  </a:lnTo>
                  <a:lnTo>
                    <a:pt x="376147" y="353602"/>
                  </a:lnTo>
                  <a:lnTo>
                    <a:pt x="330536" y="345952"/>
                  </a:lnTo>
                  <a:lnTo>
                    <a:pt x="287478" y="338008"/>
                  </a:lnTo>
                  <a:lnTo>
                    <a:pt x="247060" y="329782"/>
                  </a:lnTo>
                  <a:lnTo>
                    <a:pt x="209371" y="321285"/>
                  </a:lnTo>
                  <a:lnTo>
                    <a:pt x="142529" y="303533"/>
                  </a:lnTo>
                  <a:lnTo>
                    <a:pt x="87656" y="284847"/>
                  </a:lnTo>
                  <a:lnTo>
                    <a:pt x="45454" y="265327"/>
                  </a:lnTo>
                  <a:lnTo>
                    <a:pt x="7448" y="234697"/>
                  </a:lnTo>
                  <a:lnTo>
                    <a:pt x="0" y="213518"/>
                  </a:lnTo>
                  <a:close/>
                </a:path>
              </a:pathLst>
            </a:custGeom>
            <a:ln w="28574">
              <a:solidFill>
                <a:srgbClr val="ECEBEB"/>
              </a:solidFill>
            </a:ln>
          </p:spPr>
          <p:txBody>
            <a:bodyPr wrap="square" lIns="0" tIns="0" rIns="0" bIns="0" rtlCol="0"/>
            <a:lstStyle/>
            <a:p>
              <a:endParaRPr/>
            </a:p>
          </p:txBody>
        </p:sp>
        <p:sp>
          <p:nvSpPr>
            <p:cNvPr id="99" name="object 34"/>
            <p:cNvSpPr/>
            <p:nvPr/>
          </p:nvSpPr>
          <p:spPr>
            <a:xfrm>
              <a:off x="4574642" y="5448682"/>
              <a:ext cx="2927350" cy="427355"/>
            </a:xfrm>
            <a:custGeom>
              <a:avLst/>
              <a:gdLst/>
              <a:ahLst/>
              <a:cxnLst/>
              <a:rect l="l" t="t" r="r" b="b"/>
              <a:pathLst>
                <a:path w="2927350" h="427354">
                  <a:moveTo>
                    <a:pt x="1463675" y="0"/>
                  </a:moveTo>
                  <a:lnTo>
                    <a:pt x="1385940" y="295"/>
                  </a:lnTo>
                  <a:lnTo>
                    <a:pt x="1309263" y="1174"/>
                  </a:lnTo>
                  <a:lnTo>
                    <a:pt x="1233743" y="2619"/>
                  </a:lnTo>
                  <a:lnTo>
                    <a:pt x="1086582" y="7153"/>
                  </a:lnTo>
                  <a:lnTo>
                    <a:pt x="945267" y="13779"/>
                  </a:lnTo>
                  <a:lnTo>
                    <a:pt x="810607" y="22379"/>
                  </a:lnTo>
                  <a:lnTo>
                    <a:pt x="683410" y="32835"/>
                  </a:lnTo>
                  <a:lnTo>
                    <a:pt x="622864" y="38723"/>
                  </a:lnTo>
                  <a:lnTo>
                    <a:pt x="564487" y="45030"/>
                  </a:lnTo>
                  <a:lnTo>
                    <a:pt x="508381" y="51742"/>
                  </a:lnTo>
                  <a:lnTo>
                    <a:pt x="454646" y="58845"/>
                  </a:lnTo>
                  <a:lnTo>
                    <a:pt x="403385" y="66323"/>
                  </a:lnTo>
                  <a:lnTo>
                    <a:pt x="354697" y="74161"/>
                  </a:lnTo>
                  <a:lnTo>
                    <a:pt x="308685" y="82346"/>
                  </a:lnTo>
                  <a:lnTo>
                    <a:pt x="265449" y="90862"/>
                  </a:lnTo>
                  <a:lnTo>
                    <a:pt x="225091" y="99694"/>
                  </a:lnTo>
                  <a:lnTo>
                    <a:pt x="187711" y="108829"/>
                  </a:lnTo>
                  <a:lnTo>
                    <a:pt x="122293" y="127943"/>
                  </a:lnTo>
                  <a:lnTo>
                    <a:pt x="70004" y="148087"/>
                  </a:lnTo>
                  <a:lnTo>
                    <a:pt x="31652" y="169143"/>
                  </a:lnTo>
                  <a:lnTo>
                    <a:pt x="2028" y="202178"/>
                  </a:lnTo>
                  <a:lnTo>
                    <a:pt x="0" y="213518"/>
                  </a:lnTo>
                  <a:lnTo>
                    <a:pt x="2028" y="224858"/>
                  </a:lnTo>
                  <a:lnTo>
                    <a:pt x="31652" y="257893"/>
                  </a:lnTo>
                  <a:lnTo>
                    <a:pt x="70004" y="278949"/>
                  </a:lnTo>
                  <a:lnTo>
                    <a:pt x="122293" y="299094"/>
                  </a:lnTo>
                  <a:lnTo>
                    <a:pt x="187711" y="318208"/>
                  </a:lnTo>
                  <a:lnTo>
                    <a:pt x="225091" y="327342"/>
                  </a:lnTo>
                  <a:lnTo>
                    <a:pt x="265449" y="336175"/>
                  </a:lnTo>
                  <a:lnTo>
                    <a:pt x="308685" y="344691"/>
                  </a:lnTo>
                  <a:lnTo>
                    <a:pt x="354697" y="352875"/>
                  </a:lnTo>
                  <a:lnTo>
                    <a:pt x="403385" y="360714"/>
                  </a:lnTo>
                  <a:lnTo>
                    <a:pt x="454646" y="368192"/>
                  </a:lnTo>
                  <a:lnTo>
                    <a:pt x="508381" y="375295"/>
                  </a:lnTo>
                  <a:lnTo>
                    <a:pt x="564487" y="382007"/>
                  </a:lnTo>
                  <a:lnTo>
                    <a:pt x="622864" y="388314"/>
                  </a:lnTo>
                  <a:lnTo>
                    <a:pt x="683410" y="394201"/>
                  </a:lnTo>
                  <a:lnTo>
                    <a:pt x="746025" y="399654"/>
                  </a:lnTo>
                  <a:lnTo>
                    <a:pt x="877055" y="409198"/>
                  </a:lnTo>
                  <a:lnTo>
                    <a:pt x="1015144" y="416826"/>
                  </a:lnTo>
                  <a:lnTo>
                    <a:pt x="1159483" y="422420"/>
                  </a:lnTo>
                  <a:lnTo>
                    <a:pt x="1309263" y="425864"/>
                  </a:lnTo>
                  <a:lnTo>
                    <a:pt x="1463675" y="427038"/>
                  </a:lnTo>
                  <a:lnTo>
                    <a:pt x="1541409" y="426742"/>
                  </a:lnTo>
                  <a:lnTo>
                    <a:pt x="1618086" y="425864"/>
                  </a:lnTo>
                  <a:lnTo>
                    <a:pt x="1767866" y="422420"/>
                  </a:lnTo>
                  <a:lnTo>
                    <a:pt x="1912205" y="416826"/>
                  </a:lnTo>
                  <a:lnTo>
                    <a:pt x="2050294" y="409198"/>
                  </a:lnTo>
                  <a:lnTo>
                    <a:pt x="2181324" y="399654"/>
                  </a:lnTo>
                  <a:lnTo>
                    <a:pt x="2243939" y="394201"/>
                  </a:lnTo>
                  <a:lnTo>
                    <a:pt x="2304485" y="388314"/>
                  </a:lnTo>
                  <a:lnTo>
                    <a:pt x="2362862" y="382007"/>
                  </a:lnTo>
                  <a:lnTo>
                    <a:pt x="2418968" y="375295"/>
                  </a:lnTo>
                  <a:lnTo>
                    <a:pt x="2472703" y="368192"/>
                  </a:lnTo>
                  <a:lnTo>
                    <a:pt x="2523964" y="360714"/>
                  </a:lnTo>
                  <a:lnTo>
                    <a:pt x="2572652" y="352875"/>
                  </a:lnTo>
                  <a:lnTo>
                    <a:pt x="2618664" y="344691"/>
                  </a:lnTo>
                  <a:lnTo>
                    <a:pt x="2661900" y="336175"/>
                  </a:lnTo>
                  <a:lnTo>
                    <a:pt x="2702258" y="327342"/>
                  </a:lnTo>
                  <a:lnTo>
                    <a:pt x="2739638" y="318208"/>
                  </a:lnTo>
                  <a:lnTo>
                    <a:pt x="2805056" y="299094"/>
                  </a:lnTo>
                  <a:lnTo>
                    <a:pt x="2857345" y="278949"/>
                  </a:lnTo>
                  <a:lnTo>
                    <a:pt x="2895697" y="257893"/>
                  </a:lnTo>
                  <a:lnTo>
                    <a:pt x="2925321" y="224858"/>
                  </a:lnTo>
                  <a:lnTo>
                    <a:pt x="2927350" y="213518"/>
                  </a:lnTo>
                  <a:lnTo>
                    <a:pt x="2925321" y="202178"/>
                  </a:lnTo>
                  <a:lnTo>
                    <a:pt x="2895697" y="169143"/>
                  </a:lnTo>
                  <a:lnTo>
                    <a:pt x="2857345" y="148087"/>
                  </a:lnTo>
                  <a:lnTo>
                    <a:pt x="2805056" y="127943"/>
                  </a:lnTo>
                  <a:lnTo>
                    <a:pt x="2739638" y="108829"/>
                  </a:lnTo>
                  <a:lnTo>
                    <a:pt x="2702258" y="99694"/>
                  </a:lnTo>
                  <a:lnTo>
                    <a:pt x="2661900" y="90862"/>
                  </a:lnTo>
                  <a:lnTo>
                    <a:pt x="2618664" y="82346"/>
                  </a:lnTo>
                  <a:lnTo>
                    <a:pt x="2572652" y="74161"/>
                  </a:lnTo>
                  <a:lnTo>
                    <a:pt x="2523964" y="66323"/>
                  </a:lnTo>
                  <a:lnTo>
                    <a:pt x="2472703" y="58845"/>
                  </a:lnTo>
                  <a:lnTo>
                    <a:pt x="2418968" y="51742"/>
                  </a:lnTo>
                  <a:lnTo>
                    <a:pt x="2362862" y="45030"/>
                  </a:lnTo>
                  <a:lnTo>
                    <a:pt x="2304485" y="38723"/>
                  </a:lnTo>
                  <a:lnTo>
                    <a:pt x="2243939" y="32835"/>
                  </a:lnTo>
                  <a:lnTo>
                    <a:pt x="2116742" y="22379"/>
                  </a:lnTo>
                  <a:lnTo>
                    <a:pt x="1982082" y="13779"/>
                  </a:lnTo>
                  <a:lnTo>
                    <a:pt x="1840767" y="7153"/>
                  </a:lnTo>
                  <a:lnTo>
                    <a:pt x="1693606" y="2619"/>
                  </a:lnTo>
                  <a:lnTo>
                    <a:pt x="1541409" y="295"/>
                  </a:lnTo>
                  <a:lnTo>
                    <a:pt x="1463675" y="0"/>
                  </a:lnTo>
                  <a:close/>
                </a:path>
              </a:pathLst>
            </a:custGeom>
            <a:solidFill>
              <a:srgbClr val="F2913F"/>
            </a:solidFill>
          </p:spPr>
          <p:txBody>
            <a:bodyPr wrap="square" lIns="0" tIns="0" rIns="0" bIns="0" rtlCol="0"/>
            <a:lstStyle/>
            <a:p>
              <a:endParaRPr/>
            </a:p>
          </p:txBody>
        </p:sp>
        <p:sp>
          <p:nvSpPr>
            <p:cNvPr id="100" name="object 35"/>
            <p:cNvSpPr/>
            <p:nvPr/>
          </p:nvSpPr>
          <p:spPr>
            <a:xfrm>
              <a:off x="4574642" y="5448682"/>
              <a:ext cx="2927350" cy="427355"/>
            </a:xfrm>
            <a:custGeom>
              <a:avLst/>
              <a:gdLst/>
              <a:ahLst/>
              <a:cxnLst/>
              <a:rect l="l" t="t" r="r" b="b"/>
              <a:pathLst>
                <a:path w="2927350" h="427354">
                  <a:moveTo>
                    <a:pt x="0" y="213518"/>
                  </a:moveTo>
                  <a:lnTo>
                    <a:pt x="31652" y="169143"/>
                  </a:lnTo>
                  <a:lnTo>
                    <a:pt x="70004" y="148087"/>
                  </a:lnTo>
                  <a:lnTo>
                    <a:pt x="122293" y="127943"/>
                  </a:lnTo>
                  <a:lnTo>
                    <a:pt x="187711" y="108829"/>
                  </a:lnTo>
                  <a:lnTo>
                    <a:pt x="225091" y="99695"/>
                  </a:lnTo>
                  <a:lnTo>
                    <a:pt x="265449" y="90862"/>
                  </a:lnTo>
                  <a:lnTo>
                    <a:pt x="308685" y="82346"/>
                  </a:lnTo>
                  <a:lnTo>
                    <a:pt x="354697" y="74161"/>
                  </a:lnTo>
                  <a:lnTo>
                    <a:pt x="403385" y="66323"/>
                  </a:lnTo>
                  <a:lnTo>
                    <a:pt x="454646" y="58845"/>
                  </a:lnTo>
                  <a:lnTo>
                    <a:pt x="508381" y="51742"/>
                  </a:lnTo>
                  <a:lnTo>
                    <a:pt x="564487" y="45030"/>
                  </a:lnTo>
                  <a:lnTo>
                    <a:pt x="622864" y="38723"/>
                  </a:lnTo>
                  <a:lnTo>
                    <a:pt x="683410" y="32836"/>
                  </a:lnTo>
                  <a:lnTo>
                    <a:pt x="746025" y="27383"/>
                  </a:lnTo>
                  <a:lnTo>
                    <a:pt x="810607" y="22379"/>
                  </a:lnTo>
                  <a:lnTo>
                    <a:pt x="877054" y="17840"/>
                  </a:lnTo>
                  <a:lnTo>
                    <a:pt x="945267" y="13779"/>
                  </a:lnTo>
                  <a:lnTo>
                    <a:pt x="1015143" y="10212"/>
                  </a:lnTo>
                  <a:lnTo>
                    <a:pt x="1086582" y="7153"/>
                  </a:lnTo>
                  <a:lnTo>
                    <a:pt x="1159482" y="4617"/>
                  </a:lnTo>
                  <a:lnTo>
                    <a:pt x="1233743" y="2619"/>
                  </a:lnTo>
                  <a:lnTo>
                    <a:pt x="1309262" y="1174"/>
                  </a:lnTo>
                  <a:lnTo>
                    <a:pt x="1385940" y="295"/>
                  </a:lnTo>
                  <a:lnTo>
                    <a:pt x="1463674" y="0"/>
                  </a:lnTo>
                  <a:lnTo>
                    <a:pt x="1541408" y="295"/>
                  </a:lnTo>
                  <a:lnTo>
                    <a:pt x="1618086" y="1174"/>
                  </a:lnTo>
                  <a:lnTo>
                    <a:pt x="1693605" y="2619"/>
                  </a:lnTo>
                  <a:lnTo>
                    <a:pt x="1767866" y="4617"/>
                  </a:lnTo>
                  <a:lnTo>
                    <a:pt x="1840766" y="7153"/>
                  </a:lnTo>
                  <a:lnTo>
                    <a:pt x="1912205" y="10212"/>
                  </a:lnTo>
                  <a:lnTo>
                    <a:pt x="1982081" y="13779"/>
                  </a:lnTo>
                  <a:lnTo>
                    <a:pt x="2050294" y="17840"/>
                  </a:lnTo>
                  <a:lnTo>
                    <a:pt x="2116742" y="22379"/>
                  </a:lnTo>
                  <a:lnTo>
                    <a:pt x="2181323" y="27383"/>
                  </a:lnTo>
                  <a:lnTo>
                    <a:pt x="2243938" y="32836"/>
                  </a:lnTo>
                  <a:lnTo>
                    <a:pt x="2304484" y="38723"/>
                  </a:lnTo>
                  <a:lnTo>
                    <a:pt x="2362861" y="45030"/>
                  </a:lnTo>
                  <a:lnTo>
                    <a:pt x="2418968" y="51742"/>
                  </a:lnTo>
                  <a:lnTo>
                    <a:pt x="2472702" y="58845"/>
                  </a:lnTo>
                  <a:lnTo>
                    <a:pt x="2523964" y="66323"/>
                  </a:lnTo>
                  <a:lnTo>
                    <a:pt x="2572651" y="74161"/>
                  </a:lnTo>
                  <a:lnTo>
                    <a:pt x="2618663" y="82346"/>
                  </a:lnTo>
                  <a:lnTo>
                    <a:pt x="2661899" y="90862"/>
                  </a:lnTo>
                  <a:lnTo>
                    <a:pt x="2702257" y="99695"/>
                  </a:lnTo>
                  <a:lnTo>
                    <a:pt x="2739637" y="108829"/>
                  </a:lnTo>
                  <a:lnTo>
                    <a:pt x="2805055" y="127943"/>
                  </a:lnTo>
                  <a:lnTo>
                    <a:pt x="2857345" y="148087"/>
                  </a:lnTo>
                  <a:lnTo>
                    <a:pt x="2895696" y="169143"/>
                  </a:lnTo>
                  <a:lnTo>
                    <a:pt x="2925320" y="202179"/>
                  </a:lnTo>
                  <a:lnTo>
                    <a:pt x="2927349" y="213518"/>
                  </a:lnTo>
                  <a:lnTo>
                    <a:pt x="2925320" y="224858"/>
                  </a:lnTo>
                  <a:lnTo>
                    <a:pt x="2895696" y="257894"/>
                  </a:lnTo>
                  <a:lnTo>
                    <a:pt x="2857345" y="278950"/>
                  </a:lnTo>
                  <a:lnTo>
                    <a:pt x="2805055" y="299094"/>
                  </a:lnTo>
                  <a:lnTo>
                    <a:pt x="2739637" y="318208"/>
                  </a:lnTo>
                  <a:lnTo>
                    <a:pt x="2702257" y="327342"/>
                  </a:lnTo>
                  <a:lnTo>
                    <a:pt x="2661899" y="336175"/>
                  </a:lnTo>
                  <a:lnTo>
                    <a:pt x="2618663" y="344691"/>
                  </a:lnTo>
                  <a:lnTo>
                    <a:pt x="2572651" y="352875"/>
                  </a:lnTo>
                  <a:lnTo>
                    <a:pt x="2523964" y="360714"/>
                  </a:lnTo>
                  <a:lnTo>
                    <a:pt x="2472702" y="368192"/>
                  </a:lnTo>
                  <a:lnTo>
                    <a:pt x="2418968" y="375295"/>
                  </a:lnTo>
                  <a:lnTo>
                    <a:pt x="2362861" y="382007"/>
                  </a:lnTo>
                  <a:lnTo>
                    <a:pt x="2304484" y="388314"/>
                  </a:lnTo>
                  <a:lnTo>
                    <a:pt x="2243938" y="394201"/>
                  </a:lnTo>
                  <a:lnTo>
                    <a:pt x="2181323" y="399654"/>
                  </a:lnTo>
                  <a:lnTo>
                    <a:pt x="2116742" y="404658"/>
                  </a:lnTo>
                  <a:lnTo>
                    <a:pt x="2050294" y="409197"/>
                  </a:lnTo>
                  <a:lnTo>
                    <a:pt x="1982081" y="413258"/>
                  </a:lnTo>
                  <a:lnTo>
                    <a:pt x="1912205" y="416825"/>
                  </a:lnTo>
                  <a:lnTo>
                    <a:pt x="1840766" y="419884"/>
                  </a:lnTo>
                  <a:lnTo>
                    <a:pt x="1767866" y="422420"/>
                  </a:lnTo>
                  <a:lnTo>
                    <a:pt x="1693605" y="424418"/>
                  </a:lnTo>
                  <a:lnTo>
                    <a:pt x="1618086" y="425863"/>
                  </a:lnTo>
                  <a:lnTo>
                    <a:pt x="1541408" y="426741"/>
                  </a:lnTo>
                  <a:lnTo>
                    <a:pt x="1463674" y="427037"/>
                  </a:lnTo>
                  <a:lnTo>
                    <a:pt x="1385940" y="426741"/>
                  </a:lnTo>
                  <a:lnTo>
                    <a:pt x="1309262" y="425863"/>
                  </a:lnTo>
                  <a:lnTo>
                    <a:pt x="1233743" y="424418"/>
                  </a:lnTo>
                  <a:lnTo>
                    <a:pt x="1159482" y="422420"/>
                  </a:lnTo>
                  <a:lnTo>
                    <a:pt x="1086582" y="419884"/>
                  </a:lnTo>
                  <a:lnTo>
                    <a:pt x="1015143" y="416825"/>
                  </a:lnTo>
                  <a:lnTo>
                    <a:pt x="945267" y="413258"/>
                  </a:lnTo>
                  <a:lnTo>
                    <a:pt x="877054" y="409197"/>
                  </a:lnTo>
                  <a:lnTo>
                    <a:pt x="810607" y="404658"/>
                  </a:lnTo>
                  <a:lnTo>
                    <a:pt x="746025" y="399654"/>
                  </a:lnTo>
                  <a:lnTo>
                    <a:pt x="683410" y="394201"/>
                  </a:lnTo>
                  <a:lnTo>
                    <a:pt x="622864" y="388314"/>
                  </a:lnTo>
                  <a:lnTo>
                    <a:pt x="564487" y="382007"/>
                  </a:lnTo>
                  <a:lnTo>
                    <a:pt x="508381" y="375295"/>
                  </a:lnTo>
                  <a:lnTo>
                    <a:pt x="454646" y="368192"/>
                  </a:lnTo>
                  <a:lnTo>
                    <a:pt x="403385" y="360714"/>
                  </a:lnTo>
                  <a:lnTo>
                    <a:pt x="354697" y="352875"/>
                  </a:lnTo>
                  <a:lnTo>
                    <a:pt x="308685" y="344691"/>
                  </a:lnTo>
                  <a:lnTo>
                    <a:pt x="265449" y="336175"/>
                  </a:lnTo>
                  <a:lnTo>
                    <a:pt x="225091" y="327342"/>
                  </a:lnTo>
                  <a:lnTo>
                    <a:pt x="187711" y="318208"/>
                  </a:lnTo>
                  <a:lnTo>
                    <a:pt x="122293" y="299094"/>
                  </a:lnTo>
                  <a:lnTo>
                    <a:pt x="70004" y="278950"/>
                  </a:lnTo>
                  <a:lnTo>
                    <a:pt x="31652" y="257894"/>
                  </a:lnTo>
                  <a:lnTo>
                    <a:pt x="2028" y="224858"/>
                  </a:lnTo>
                  <a:lnTo>
                    <a:pt x="0" y="213518"/>
                  </a:lnTo>
                  <a:close/>
                </a:path>
              </a:pathLst>
            </a:custGeom>
            <a:ln w="28574">
              <a:solidFill>
                <a:srgbClr val="ECEBEB"/>
              </a:solidFill>
            </a:ln>
          </p:spPr>
          <p:txBody>
            <a:bodyPr wrap="square" lIns="0" tIns="0" rIns="0" bIns="0" rtlCol="0"/>
            <a:lstStyle/>
            <a:p>
              <a:endParaRPr/>
            </a:p>
          </p:txBody>
        </p:sp>
        <p:sp>
          <p:nvSpPr>
            <p:cNvPr id="101" name="object 36"/>
            <p:cNvSpPr txBox="1"/>
            <p:nvPr/>
          </p:nvSpPr>
          <p:spPr>
            <a:xfrm>
              <a:off x="5564682" y="5512341"/>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华文新魏" panose="02010800040101010101" charset="-122"/>
                  <a:cs typeface="华文新魏" panose="02010800040101010101" charset="-122"/>
                </a:rPr>
                <a:t>日常维护</a:t>
              </a:r>
              <a:endParaRPr sz="1800">
                <a:latin typeface="华文新魏" panose="02010800040101010101" charset="-122"/>
                <a:cs typeface="华文新魏" panose="02010800040101010101" charset="-122"/>
              </a:endParaRPr>
            </a:p>
          </p:txBody>
        </p:sp>
        <p:sp>
          <p:nvSpPr>
            <p:cNvPr id="102" name="object 37"/>
            <p:cNvSpPr/>
            <p:nvPr/>
          </p:nvSpPr>
          <p:spPr>
            <a:xfrm>
              <a:off x="10304990" y="5132772"/>
              <a:ext cx="187324" cy="282575"/>
            </a:xfrm>
            <a:prstGeom prst="rect">
              <a:avLst/>
            </a:prstGeom>
            <a:blipFill>
              <a:blip r:embed="rId6" cstate="print"/>
              <a:stretch>
                <a:fillRect/>
              </a:stretch>
            </a:blipFill>
          </p:spPr>
          <p:txBody>
            <a:bodyPr wrap="square" lIns="0" tIns="0" rIns="0" bIns="0" rtlCol="0"/>
            <a:lstStyle/>
            <a:p>
              <a:endParaRPr/>
            </a:p>
          </p:txBody>
        </p:sp>
        <p:sp>
          <p:nvSpPr>
            <p:cNvPr id="103" name="object 38"/>
            <p:cNvSpPr/>
            <p:nvPr/>
          </p:nvSpPr>
          <p:spPr>
            <a:xfrm>
              <a:off x="10266362" y="5315335"/>
              <a:ext cx="269240" cy="0"/>
            </a:xfrm>
            <a:custGeom>
              <a:avLst/>
              <a:gdLst/>
              <a:ahLst/>
              <a:cxnLst/>
              <a:rect l="l" t="t" r="r" b="b"/>
              <a:pathLst>
                <a:path w="269240">
                  <a:moveTo>
                    <a:pt x="0" y="0"/>
                  </a:moveTo>
                  <a:lnTo>
                    <a:pt x="268816" y="0"/>
                  </a:lnTo>
                </a:path>
              </a:pathLst>
            </a:custGeom>
            <a:ln w="28574">
              <a:solidFill>
                <a:srgbClr val="000000"/>
              </a:solidFill>
            </a:ln>
          </p:spPr>
          <p:txBody>
            <a:bodyPr wrap="square" lIns="0" tIns="0" rIns="0" bIns="0" rtlCol="0"/>
            <a:lstStyle/>
            <a:p>
              <a:endParaRPr/>
            </a:p>
          </p:txBody>
        </p:sp>
        <p:sp>
          <p:nvSpPr>
            <p:cNvPr id="104" name="object 39"/>
            <p:cNvSpPr/>
            <p:nvPr/>
          </p:nvSpPr>
          <p:spPr>
            <a:xfrm>
              <a:off x="10393361" y="5415348"/>
              <a:ext cx="161290" cy="116205"/>
            </a:xfrm>
            <a:custGeom>
              <a:avLst/>
              <a:gdLst/>
              <a:ahLst/>
              <a:cxnLst/>
              <a:rect l="l" t="t" r="r" b="b"/>
              <a:pathLst>
                <a:path w="161290" h="116204">
                  <a:moveTo>
                    <a:pt x="160866" y="115887"/>
                  </a:moveTo>
                  <a:lnTo>
                    <a:pt x="0" y="0"/>
                  </a:lnTo>
                </a:path>
              </a:pathLst>
            </a:custGeom>
            <a:ln w="28574">
              <a:solidFill>
                <a:srgbClr val="000000"/>
              </a:solidFill>
            </a:ln>
          </p:spPr>
          <p:txBody>
            <a:bodyPr wrap="square" lIns="0" tIns="0" rIns="0" bIns="0" rtlCol="0"/>
            <a:lstStyle/>
            <a:p>
              <a:endParaRPr/>
            </a:p>
          </p:txBody>
        </p:sp>
        <p:sp>
          <p:nvSpPr>
            <p:cNvPr id="105" name="object 40"/>
            <p:cNvSpPr/>
            <p:nvPr/>
          </p:nvSpPr>
          <p:spPr>
            <a:xfrm>
              <a:off x="10230378" y="5415348"/>
              <a:ext cx="163195" cy="116205"/>
            </a:xfrm>
            <a:custGeom>
              <a:avLst/>
              <a:gdLst/>
              <a:ahLst/>
              <a:cxnLst/>
              <a:rect l="l" t="t" r="r" b="b"/>
              <a:pathLst>
                <a:path w="163195" h="116204">
                  <a:moveTo>
                    <a:pt x="0" y="115887"/>
                  </a:moveTo>
                  <a:lnTo>
                    <a:pt x="162983" y="0"/>
                  </a:lnTo>
                </a:path>
              </a:pathLst>
            </a:custGeom>
            <a:ln w="28574">
              <a:solidFill>
                <a:srgbClr val="000000"/>
              </a:solidFill>
            </a:ln>
          </p:spPr>
          <p:txBody>
            <a:bodyPr wrap="square" lIns="0" tIns="0" rIns="0" bIns="0" rtlCol="0"/>
            <a:lstStyle/>
            <a:p>
              <a:endParaRPr/>
            </a:p>
          </p:txBody>
        </p:sp>
        <p:sp>
          <p:nvSpPr>
            <p:cNvPr id="106" name="object 41"/>
            <p:cNvSpPr txBox="1"/>
            <p:nvPr/>
          </p:nvSpPr>
          <p:spPr>
            <a:xfrm>
              <a:off x="9721848" y="5724911"/>
              <a:ext cx="13970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华文新魏" panose="02010800040101010101" charset="-122"/>
                  <a:cs typeface="华文新魏" panose="02010800040101010101" charset="-122"/>
                </a:rPr>
                <a:t>系统维护人员</a:t>
              </a:r>
              <a:endParaRPr sz="1800">
                <a:latin typeface="华文新魏" panose="02010800040101010101" charset="-122"/>
                <a:cs typeface="华文新魏" panose="02010800040101010101" charset="-122"/>
              </a:endParaRPr>
            </a:p>
          </p:txBody>
        </p:sp>
        <p:sp>
          <p:nvSpPr>
            <p:cNvPr id="107" name="object 42"/>
            <p:cNvSpPr/>
            <p:nvPr/>
          </p:nvSpPr>
          <p:spPr>
            <a:xfrm>
              <a:off x="2112960" y="4778756"/>
              <a:ext cx="2482850" cy="11430"/>
            </a:xfrm>
            <a:custGeom>
              <a:avLst/>
              <a:gdLst/>
              <a:ahLst/>
              <a:cxnLst/>
              <a:rect l="l" t="t" r="r" b="b"/>
              <a:pathLst>
                <a:path w="2482850" h="11429">
                  <a:moveTo>
                    <a:pt x="0" y="0"/>
                  </a:moveTo>
                  <a:lnTo>
                    <a:pt x="2482849" y="11113"/>
                  </a:lnTo>
                </a:path>
              </a:pathLst>
            </a:custGeom>
            <a:ln w="28574">
              <a:solidFill>
                <a:srgbClr val="A76585"/>
              </a:solidFill>
            </a:ln>
          </p:spPr>
          <p:txBody>
            <a:bodyPr wrap="square" lIns="0" tIns="0" rIns="0" bIns="0" rtlCol="0"/>
            <a:lstStyle/>
            <a:p>
              <a:endParaRPr/>
            </a:p>
          </p:txBody>
        </p:sp>
        <p:sp>
          <p:nvSpPr>
            <p:cNvPr id="108" name="object 43"/>
            <p:cNvSpPr/>
            <p:nvPr/>
          </p:nvSpPr>
          <p:spPr>
            <a:xfrm>
              <a:off x="2271710" y="2099057"/>
              <a:ext cx="2322195" cy="760730"/>
            </a:xfrm>
            <a:custGeom>
              <a:avLst/>
              <a:gdLst/>
              <a:ahLst/>
              <a:cxnLst/>
              <a:rect l="l" t="t" r="r" b="b"/>
              <a:pathLst>
                <a:path w="2322195" h="760730">
                  <a:moveTo>
                    <a:pt x="0" y="760412"/>
                  </a:moveTo>
                  <a:lnTo>
                    <a:pt x="2321982" y="0"/>
                  </a:lnTo>
                </a:path>
              </a:pathLst>
            </a:custGeom>
            <a:ln w="28574">
              <a:solidFill>
                <a:srgbClr val="A76585"/>
              </a:solidFill>
            </a:ln>
          </p:spPr>
          <p:txBody>
            <a:bodyPr wrap="square" lIns="0" tIns="0" rIns="0" bIns="0" rtlCol="0"/>
            <a:lstStyle/>
            <a:p>
              <a:endParaRPr/>
            </a:p>
          </p:txBody>
        </p:sp>
        <p:sp>
          <p:nvSpPr>
            <p:cNvPr id="109" name="object 44"/>
            <p:cNvSpPr/>
            <p:nvPr/>
          </p:nvSpPr>
          <p:spPr>
            <a:xfrm>
              <a:off x="2246310" y="3030920"/>
              <a:ext cx="2379345" cy="3175"/>
            </a:xfrm>
            <a:custGeom>
              <a:avLst/>
              <a:gdLst/>
              <a:ahLst/>
              <a:cxnLst/>
              <a:rect l="l" t="t" r="r" b="b"/>
              <a:pathLst>
                <a:path w="2379345" h="3175">
                  <a:moveTo>
                    <a:pt x="0" y="0"/>
                  </a:moveTo>
                  <a:lnTo>
                    <a:pt x="2379132" y="3174"/>
                  </a:lnTo>
                </a:path>
              </a:pathLst>
            </a:custGeom>
            <a:ln w="28574">
              <a:solidFill>
                <a:srgbClr val="A76585"/>
              </a:solidFill>
            </a:ln>
          </p:spPr>
          <p:txBody>
            <a:bodyPr wrap="square" lIns="0" tIns="0" rIns="0" bIns="0" rtlCol="0"/>
            <a:lstStyle/>
            <a:p>
              <a:endParaRPr/>
            </a:p>
          </p:txBody>
        </p:sp>
        <p:sp>
          <p:nvSpPr>
            <p:cNvPr id="110" name="object 45"/>
            <p:cNvSpPr/>
            <p:nvPr/>
          </p:nvSpPr>
          <p:spPr>
            <a:xfrm>
              <a:off x="2320392" y="3256345"/>
              <a:ext cx="2311400" cy="603250"/>
            </a:xfrm>
            <a:custGeom>
              <a:avLst/>
              <a:gdLst/>
              <a:ahLst/>
              <a:cxnLst/>
              <a:rect l="l" t="t" r="r" b="b"/>
              <a:pathLst>
                <a:path w="2311400" h="603250">
                  <a:moveTo>
                    <a:pt x="0" y="0"/>
                  </a:moveTo>
                  <a:lnTo>
                    <a:pt x="2311399" y="603249"/>
                  </a:lnTo>
                </a:path>
              </a:pathLst>
            </a:custGeom>
            <a:ln w="28574">
              <a:solidFill>
                <a:srgbClr val="A76585"/>
              </a:solidFill>
            </a:ln>
          </p:spPr>
          <p:txBody>
            <a:bodyPr wrap="square" lIns="0" tIns="0" rIns="0" bIns="0" rtlCol="0"/>
            <a:lstStyle/>
            <a:p>
              <a:endParaRPr/>
            </a:p>
          </p:txBody>
        </p:sp>
        <p:sp>
          <p:nvSpPr>
            <p:cNvPr id="111" name="object 46"/>
            <p:cNvSpPr/>
            <p:nvPr/>
          </p:nvSpPr>
          <p:spPr>
            <a:xfrm>
              <a:off x="7540092" y="5407406"/>
              <a:ext cx="2519045" cy="254000"/>
            </a:xfrm>
            <a:custGeom>
              <a:avLst/>
              <a:gdLst/>
              <a:ahLst/>
              <a:cxnLst/>
              <a:rect l="l" t="t" r="r" b="b"/>
              <a:pathLst>
                <a:path w="2519045" h="254000">
                  <a:moveTo>
                    <a:pt x="2518832" y="0"/>
                  </a:moveTo>
                  <a:lnTo>
                    <a:pt x="0" y="253999"/>
                  </a:lnTo>
                </a:path>
              </a:pathLst>
            </a:custGeom>
            <a:ln w="28574">
              <a:solidFill>
                <a:srgbClr val="A76585"/>
              </a:solidFill>
            </a:ln>
          </p:spPr>
          <p:txBody>
            <a:bodyPr wrap="square" lIns="0" tIns="0" rIns="0" bIns="0" rtlCol="0"/>
            <a:lstStyle/>
            <a:p>
              <a:endParaRPr/>
            </a:p>
          </p:txBody>
        </p:sp>
        <p:sp>
          <p:nvSpPr>
            <p:cNvPr id="112" name="object 47"/>
            <p:cNvSpPr/>
            <p:nvPr/>
          </p:nvSpPr>
          <p:spPr>
            <a:xfrm>
              <a:off x="4646610" y="4585084"/>
              <a:ext cx="3067050" cy="408305"/>
            </a:xfrm>
            <a:custGeom>
              <a:avLst/>
              <a:gdLst/>
              <a:ahLst/>
              <a:cxnLst/>
              <a:rect l="l" t="t" r="r" b="b"/>
              <a:pathLst>
                <a:path w="3067050" h="408304">
                  <a:moveTo>
                    <a:pt x="1533525" y="0"/>
                  </a:moveTo>
                  <a:lnTo>
                    <a:pt x="1456986" y="249"/>
                  </a:lnTo>
                  <a:lnTo>
                    <a:pt x="1233551" y="3900"/>
                  </a:lnTo>
                  <a:lnTo>
                    <a:pt x="1090622" y="8636"/>
                  </a:lnTo>
                  <a:lnTo>
                    <a:pt x="953336" y="15105"/>
                  </a:lnTo>
                  <a:lnTo>
                    <a:pt x="822396" y="23212"/>
                  </a:lnTo>
                  <a:lnTo>
                    <a:pt x="698504" y="32864"/>
                  </a:lnTo>
                  <a:lnTo>
                    <a:pt x="582363" y="43968"/>
                  </a:lnTo>
                  <a:lnTo>
                    <a:pt x="527419" y="50036"/>
                  </a:lnTo>
                  <a:lnTo>
                    <a:pt x="474677" y="56431"/>
                  </a:lnTo>
                  <a:lnTo>
                    <a:pt x="424223" y="63142"/>
                  </a:lnTo>
                  <a:lnTo>
                    <a:pt x="376147" y="70158"/>
                  </a:lnTo>
                  <a:lnTo>
                    <a:pt x="330536" y="77467"/>
                  </a:lnTo>
                  <a:lnTo>
                    <a:pt x="287478" y="85057"/>
                  </a:lnTo>
                  <a:lnTo>
                    <a:pt x="247060" y="92916"/>
                  </a:lnTo>
                  <a:lnTo>
                    <a:pt x="209371" y="101034"/>
                  </a:lnTo>
                  <a:lnTo>
                    <a:pt x="142529" y="117994"/>
                  </a:lnTo>
                  <a:lnTo>
                    <a:pt x="87656" y="135846"/>
                  </a:lnTo>
                  <a:lnTo>
                    <a:pt x="45454" y="154495"/>
                  </a:lnTo>
                  <a:lnTo>
                    <a:pt x="7448" y="183760"/>
                  </a:lnTo>
                  <a:lnTo>
                    <a:pt x="0" y="203993"/>
                  </a:lnTo>
                  <a:lnTo>
                    <a:pt x="1876" y="214175"/>
                  </a:lnTo>
                  <a:lnTo>
                    <a:pt x="29325" y="243896"/>
                  </a:lnTo>
                  <a:lnTo>
                    <a:pt x="64927" y="262909"/>
                  </a:lnTo>
                  <a:lnTo>
                    <a:pt x="113553" y="281171"/>
                  </a:lnTo>
                  <a:lnTo>
                    <a:pt x="174498" y="298589"/>
                  </a:lnTo>
                  <a:lnTo>
                    <a:pt x="247060" y="315070"/>
                  </a:lnTo>
                  <a:lnTo>
                    <a:pt x="287478" y="322929"/>
                  </a:lnTo>
                  <a:lnTo>
                    <a:pt x="330536" y="330519"/>
                  </a:lnTo>
                  <a:lnTo>
                    <a:pt x="376147" y="337828"/>
                  </a:lnTo>
                  <a:lnTo>
                    <a:pt x="424223" y="344844"/>
                  </a:lnTo>
                  <a:lnTo>
                    <a:pt x="474677" y="351555"/>
                  </a:lnTo>
                  <a:lnTo>
                    <a:pt x="527419" y="357950"/>
                  </a:lnTo>
                  <a:lnTo>
                    <a:pt x="582363" y="364018"/>
                  </a:lnTo>
                  <a:lnTo>
                    <a:pt x="639421" y="369746"/>
                  </a:lnTo>
                  <a:lnTo>
                    <a:pt x="759525" y="380136"/>
                  </a:lnTo>
                  <a:lnTo>
                    <a:pt x="887029" y="389027"/>
                  </a:lnTo>
                  <a:lnTo>
                    <a:pt x="1021230" y="396327"/>
                  </a:lnTo>
                  <a:lnTo>
                    <a:pt x="1161425" y="401940"/>
                  </a:lnTo>
                  <a:lnTo>
                    <a:pt x="1306911" y="405775"/>
                  </a:lnTo>
                  <a:lnTo>
                    <a:pt x="1381419" y="406996"/>
                  </a:lnTo>
                  <a:lnTo>
                    <a:pt x="1456986" y="407737"/>
                  </a:lnTo>
                  <a:lnTo>
                    <a:pt x="1533525" y="407987"/>
                  </a:lnTo>
                  <a:lnTo>
                    <a:pt x="1760137" y="405775"/>
                  </a:lnTo>
                  <a:lnTo>
                    <a:pt x="1905624" y="401940"/>
                  </a:lnTo>
                  <a:lnTo>
                    <a:pt x="2045819" y="396327"/>
                  </a:lnTo>
                  <a:lnTo>
                    <a:pt x="2180019" y="389027"/>
                  </a:lnTo>
                  <a:lnTo>
                    <a:pt x="2307523" y="380136"/>
                  </a:lnTo>
                  <a:lnTo>
                    <a:pt x="2427628" y="369746"/>
                  </a:lnTo>
                  <a:lnTo>
                    <a:pt x="2484685" y="364018"/>
                  </a:lnTo>
                  <a:lnTo>
                    <a:pt x="2539629" y="357950"/>
                  </a:lnTo>
                  <a:lnTo>
                    <a:pt x="2592372" y="351555"/>
                  </a:lnTo>
                  <a:lnTo>
                    <a:pt x="2642825" y="344844"/>
                  </a:lnTo>
                  <a:lnTo>
                    <a:pt x="2690901" y="337828"/>
                  </a:lnTo>
                  <a:lnTo>
                    <a:pt x="2736513" y="330519"/>
                  </a:lnTo>
                  <a:lnTo>
                    <a:pt x="2779571" y="322929"/>
                  </a:lnTo>
                  <a:lnTo>
                    <a:pt x="2819989" y="315070"/>
                  </a:lnTo>
                  <a:lnTo>
                    <a:pt x="2857678" y="306952"/>
                  </a:lnTo>
                  <a:lnTo>
                    <a:pt x="2924520" y="289991"/>
                  </a:lnTo>
                  <a:lnTo>
                    <a:pt x="2979393" y="272140"/>
                  </a:lnTo>
                  <a:lnTo>
                    <a:pt x="3021595" y="253491"/>
                  </a:lnTo>
                  <a:lnTo>
                    <a:pt x="3059601" y="224227"/>
                  </a:lnTo>
                  <a:lnTo>
                    <a:pt x="3067050" y="203993"/>
                  </a:lnTo>
                  <a:lnTo>
                    <a:pt x="3065173" y="193812"/>
                  </a:lnTo>
                  <a:lnTo>
                    <a:pt x="3037724" y="164090"/>
                  </a:lnTo>
                  <a:lnTo>
                    <a:pt x="3002121" y="145077"/>
                  </a:lnTo>
                  <a:lnTo>
                    <a:pt x="2953496" y="126815"/>
                  </a:lnTo>
                  <a:lnTo>
                    <a:pt x="2892551" y="109397"/>
                  </a:lnTo>
                  <a:lnTo>
                    <a:pt x="2819989" y="92916"/>
                  </a:lnTo>
                  <a:lnTo>
                    <a:pt x="2779571" y="85057"/>
                  </a:lnTo>
                  <a:lnTo>
                    <a:pt x="2736513" y="77467"/>
                  </a:lnTo>
                  <a:lnTo>
                    <a:pt x="2690901" y="70158"/>
                  </a:lnTo>
                  <a:lnTo>
                    <a:pt x="2642825" y="63142"/>
                  </a:lnTo>
                  <a:lnTo>
                    <a:pt x="2592372" y="56431"/>
                  </a:lnTo>
                  <a:lnTo>
                    <a:pt x="2539629" y="50036"/>
                  </a:lnTo>
                  <a:lnTo>
                    <a:pt x="2484685" y="43968"/>
                  </a:lnTo>
                  <a:lnTo>
                    <a:pt x="2368544" y="32864"/>
                  </a:lnTo>
                  <a:lnTo>
                    <a:pt x="2244653" y="23212"/>
                  </a:lnTo>
                  <a:lnTo>
                    <a:pt x="2113712" y="15105"/>
                  </a:lnTo>
                  <a:lnTo>
                    <a:pt x="1976426" y="8636"/>
                  </a:lnTo>
                  <a:lnTo>
                    <a:pt x="1833498" y="3900"/>
                  </a:lnTo>
                  <a:lnTo>
                    <a:pt x="1610063" y="249"/>
                  </a:lnTo>
                  <a:lnTo>
                    <a:pt x="1533525" y="0"/>
                  </a:lnTo>
                  <a:close/>
                </a:path>
              </a:pathLst>
            </a:custGeom>
            <a:solidFill>
              <a:srgbClr val="F2913F"/>
            </a:solidFill>
          </p:spPr>
          <p:txBody>
            <a:bodyPr wrap="square" lIns="0" tIns="0" rIns="0" bIns="0" rtlCol="0"/>
            <a:lstStyle/>
            <a:p>
              <a:endParaRPr/>
            </a:p>
          </p:txBody>
        </p:sp>
        <p:sp>
          <p:nvSpPr>
            <p:cNvPr id="113" name="object 48"/>
            <p:cNvSpPr/>
            <p:nvPr/>
          </p:nvSpPr>
          <p:spPr>
            <a:xfrm>
              <a:off x="4646610" y="4585084"/>
              <a:ext cx="3067050" cy="408305"/>
            </a:xfrm>
            <a:custGeom>
              <a:avLst/>
              <a:gdLst/>
              <a:ahLst/>
              <a:cxnLst/>
              <a:rect l="l" t="t" r="r" b="b"/>
              <a:pathLst>
                <a:path w="3067050" h="408304">
                  <a:moveTo>
                    <a:pt x="0" y="203993"/>
                  </a:moveTo>
                  <a:lnTo>
                    <a:pt x="29325" y="164090"/>
                  </a:lnTo>
                  <a:lnTo>
                    <a:pt x="64927" y="145077"/>
                  </a:lnTo>
                  <a:lnTo>
                    <a:pt x="113553" y="126815"/>
                  </a:lnTo>
                  <a:lnTo>
                    <a:pt x="174498" y="109397"/>
                  </a:lnTo>
                  <a:lnTo>
                    <a:pt x="247060" y="92917"/>
                  </a:lnTo>
                  <a:lnTo>
                    <a:pt x="287478" y="85057"/>
                  </a:lnTo>
                  <a:lnTo>
                    <a:pt x="330536" y="77467"/>
                  </a:lnTo>
                  <a:lnTo>
                    <a:pt x="376147" y="70158"/>
                  </a:lnTo>
                  <a:lnTo>
                    <a:pt x="424223" y="63142"/>
                  </a:lnTo>
                  <a:lnTo>
                    <a:pt x="474677" y="56431"/>
                  </a:lnTo>
                  <a:lnTo>
                    <a:pt x="527419" y="50036"/>
                  </a:lnTo>
                  <a:lnTo>
                    <a:pt x="582363" y="43968"/>
                  </a:lnTo>
                  <a:lnTo>
                    <a:pt x="639421" y="38241"/>
                  </a:lnTo>
                  <a:lnTo>
                    <a:pt x="698504" y="32864"/>
                  </a:lnTo>
                  <a:lnTo>
                    <a:pt x="759525" y="27851"/>
                  </a:lnTo>
                  <a:lnTo>
                    <a:pt x="822396" y="23212"/>
                  </a:lnTo>
                  <a:lnTo>
                    <a:pt x="887029" y="18959"/>
                  </a:lnTo>
                  <a:lnTo>
                    <a:pt x="953336" y="15105"/>
                  </a:lnTo>
                  <a:lnTo>
                    <a:pt x="1021230" y="11660"/>
                  </a:lnTo>
                  <a:lnTo>
                    <a:pt x="1090622" y="8636"/>
                  </a:lnTo>
                  <a:lnTo>
                    <a:pt x="1161425" y="6046"/>
                  </a:lnTo>
                  <a:lnTo>
                    <a:pt x="1233551" y="3900"/>
                  </a:lnTo>
                  <a:lnTo>
                    <a:pt x="1306911" y="2211"/>
                  </a:lnTo>
                  <a:lnTo>
                    <a:pt x="1381419" y="990"/>
                  </a:lnTo>
                  <a:lnTo>
                    <a:pt x="1456986" y="249"/>
                  </a:lnTo>
                  <a:lnTo>
                    <a:pt x="1533524" y="0"/>
                  </a:lnTo>
                  <a:lnTo>
                    <a:pt x="1610062" y="249"/>
                  </a:lnTo>
                  <a:lnTo>
                    <a:pt x="1685629" y="990"/>
                  </a:lnTo>
                  <a:lnTo>
                    <a:pt x="1760137" y="2211"/>
                  </a:lnTo>
                  <a:lnTo>
                    <a:pt x="1833498" y="3900"/>
                  </a:lnTo>
                  <a:lnTo>
                    <a:pt x="1905623" y="6046"/>
                  </a:lnTo>
                  <a:lnTo>
                    <a:pt x="1976426" y="8636"/>
                  </a:lnTo>
                  <a:lnTo>
                    <a:pt x="2045818" y="11660"/>
                  </a:lnTo>
                  <a:lnTo>
                    <a:pt x="2113712" y="15105"/>
                  </a:lnTo>
                  <a:lnTo>
                    <a:pt x="2180019" y="18959"/>
                  </a:lnTo>
                  <a:lnTo>
                    <a:pt x="2244652" y="23212"/>
                  </a:lnTo>
                  <a:lnTo>
                    <a:pt x="2307523" y="27851"/>
                  </a:lnTo>
                  <a:lnTo>
                    <a:pt x="2368544" y="32864"/>
                  </a:lnTo>
                  <a:lnTo>
                    <a:pt x="2427627" y="38241"/>
                  </a:lnTo>
                  <a:lnTo>
                    <a:pt x="2484685" y="43968"/>
                  </a:lnTo>
                  <a:lnTo>
                    <a:pt x="2539629" y="50036"/>
                  </a:lnTo>
                  <a:lnTo>
                    <a:pt x="2592371" y="56431"/>
                  </a:lnTo>
                  <a:lnTo>
                    <a:pt x="2642825" y="63142"/>
                  </a:lnTo>
                  <a:lnTo>
                    <a:pt x="2690901" y="70158"/>
                  </a:lnTo>
                  <a:lnTo>
                    <a:pt x="2736512" y="77467"/>
                  </a:lnTo>
                  <a:lnTo>
                    <a:pt x="2779571" y="85057"/>
                  </a:lnTo>
                  <a:lnTo>
                    <a:pt x="2819988" y="92917"/>
                  </a:lnTo>
                  <a:lnTo>
                    <a:pt x="2857678" y="101034"/>
                  </a:lnTo>
                  <a:lnTo>
                    <a:pt x="2924519" y="117995"/>
                  </a:lnTo>
                  <a:lnTo>
                    <a:pt x="2979392" y="135847"/>
                  </a:lnTo>
                  <a:lnTo>
                    <a:pt x="3021594" y="154496"/>
                  </a:lnTo>
                  <a:lnTo>
                    <a:pt x="3059600" y="183760"/>
                  </a:lnTo>
                  <a:lnTo>
                    <a:pt x="3067049" y="203993"/>
                  </a:lnTo>
                  <a:lnTo>
                    <a:pt x="3065172" y="214175"/>
                  </a:lnTo>
                  <a:lnTo>
                    <a:pt x="3037723" y="243897"/>
                  </a:lnTo>
                  <a:lnTo>
                    <a:pt x="3002121" y="262910"/>
                  </a:lnTo>
                  <a:lnTo>
                    <a:pt x="2953496" y="281172"/>
                  </a:lnTo>
                  <a:lnTo>
                    <a:pt x="2892550" y="298590"/>
                  </a:lnTo>
                  <a:lnTo>
                    <a:pt x="2819988" y="315070"/>
                  </a:lnTo>
                  <a:lnTo>
                    <a:pt x="2779571" y="322930"/>
                  </a:lnTo>
                  <a:lnTo>
                    <a:pt x="2736512" y="330520"/>
                  </a:lnTo>
                  <a:lnTo>
                    <a:pt x="2690901" y="337828"/>
                  </a:lnTo>
                  <a:lnTo>
                    <a:pt x="2642825" y="344844"/>
                  </a:lnTo>
                  <a:lnTo>
                    <a:pt x="2592371" y="351556"/>
                  </a:lnTo>
                  <a:lnTo>
                    <a:pt x="2539629" y="357951"/>
                  </a:lnTo>
                  <a:lnTo>
                    <a:pt x="2484685" y="364018"/>
                  </a:lnTo>
                  <a:lnTo>
                    <a:pt x="2427627" y="369746"/>
                  </a:lnTo>
                  <a:lnTo>
                    <a:pt x="2368544" y="375123"/>
                  </a:lnTo>
                  <a:lnTo>
                    <a:pt x="2307523" y="380136"/>
                  </a:lnTo>
                  <a:lnTo>
                    <a:pt x="2244652" y="384775"/>
                  </a:lnTo>
                  <a:lnTo>
                    <a:pt x="2180019" y="389028"/>
                  </a:lnTo>
                  <a:lnTo>
                    <a:pt x="2113712" y="392882"/>
                  </a:lnTo>
                  <a:lnTo>
                    <a:pt x="2045818" y="396327"/>
                  </a:lnTo>
                  <a:lnTo>
                    <a:pt x="1976426" y="399350"/>
                  </a:lnTo>
                  <a:lnTo>
                    <a:pt x="1905623" y="401941"/>
                  </a:lnTo>
                  <a:lnTo>
                    <a:pt x="1833498" y="404086"/>
                  </a:lnTo>
                  <a:lnTo>
                    <a:pt x="1760137" y="405776"/>
                  </a:lnTo>
                  <a:lnTo>
                    <a:pt x="1685629" y="406997"/>
                  </a:lnTo>
                  <a:lnTo>
                    <a:pt x="1610062" y="407738"/>
                  </a:lnTo>
                  <a:lnTo>
                    <a:pt x="1533524" y="407987"/>
                  </a:lnTo>
                  <a:lnTo>
                    <a:pt x="1456986" y="407738"/>
                  </a:lnTo>
                  <a:lnTo>
                    <a:pt x="1381419" y="406997"/>
                  </a:lnTo>
                  <a:lnTo>
                    <a:pt x="1306911" y="405776"/>
                  </a:lnTo>
                  <a:lnTo>
                    <a:pt x="1233551" y="404086"/>
                  </a:lnTo>
                  <a:lnTo>
                    <a:pt x="1161425" y="401941"/>
                  </a:lnTo>
                  <a:lnTo>
                    <a:pt x="1090622" y="399350"/>
                  </a:lnTo>
                  <a:lnTo>
                    <a:pt x="1021230" y="396327"/>
                  </a:lnTo>
                  <a:lnTo>
                    <a:pt x="953336" y="392882"/>
                  </a:lnTo>
                  <a:lnTo>
                    <a:pt x="887029" y="389028"/>
                  </a:lnTo>
                  <a:lnTo>
                    <a:pt x="822396" y="384775"/>
                  </a:lnTo>
                  <a:lnTo>
                    <a:pt x="759525" y="380136"/>
                  </a:lnTo>
                  <a:lnTo>
                    <a:pt x="698504" y="375123"/>
                  </a:lnTo>
                  <a:lnTo>
                    <a:pt x="639421" y="369746"/>
                  </a:lnTo>
                  <a:lnTo>
                    <a:pt x="582363" y="364018"/>
                  </a:lnTo>
                  <a:lnTo>
                    <a:pt x="527419" y="357951"/>
                  </a:lnTo>
                  <a:lnTo>
                    <a:pt x="474677" y="351556"/>
                  </a:lnTo>
                  <a:lnTo>
                    <a:pt x="424223" y="344844"/>
                  </a:lnTo>
                  <a:lnTo>
                    <a:pt x="376147" y="337828"/>
                  </a:lnTo>
                  <a:lnTo>
                    <a:pt x="330536" y="330520"/>
                  </a:lnTo>
                  <a:lnTo>
                    <a:pt x="287478" y="322930"/>
                  </a:lnTo>
                  <a:lnTo>
                    <a:pt x="247060" y="315070"/>
                  </a:lnTo>
                  <a:lnTo>
                    <a:pt x="209371" y="306953"/>
                  </a:lnTo>
                  <a:lnTo>
                    <a:pt x="142529" y="289992"/>
                  </a:lnTo>
                  <a:lnTo>
                    <a:pt x="87656" y="272140"/>
                  </a:lnTo>
                  <a:lnTo>
                    <a:pt x="45454" y="253491"/>
                  </a:lnTo>
                  <a:lnTo>
                    <a:pt x="7448" y="224227"/>
                  </a:lnTo>
                  <a:lnTo>
                    <a:pt x="0" y="203993"/>
                  </a:lnTo>
                  <a:close/>
                </a:path>
              </a:pathLst>
            </a:custGeom>
            <a:ln w="28574">
              <a:solidFill>
                <a:srgbClr val="ECEBEB"/>
              </a:solidFill>
            </a:ln>
          </p:spPr>
          <p:txBody>
            <a:bodyPr wrap="square" lIns="0" tIns="0" rIns="0" bIns="0" rtlCol="0"/>
            <a:lstStyle/>
            <a:p>
              <a:endParaRPr/>
            </a:p>
          </p:txBody>
        </p:sp>
        <p:sp>
          <p:nvSpPr>
            <p:cNvPr id="114" name="object 49"/>
            <p:cNvSpPr txBox="1"/>
            <p:nvPr/>
          </p:nvSpPr>
          <p:spPr>
            <a:xfrm>
              <a:off x="5707908" y="3791491"/>
              <a:ext cx="939800" cy="1147445"/>
            </a:xfrm>
            <a:prstGeom prst="rect">
              <a:avLst/>
            </a:prstGeom>
          </p:spPr>
          <p:txBody>
            <a:bodyPr vert="horz" wrap="square" lIns="0" tIns="12700" rIns="0" bIns="0" rtlCol="0">
              <a:spAutoFit/>
            </a:bodyPr>
            <a:lstStyle/>
            <a:p>
              <a:pPr marL="179705">
                <a:lnSpc>
                  <a:spcPct val="100000"/>
                </a:lnSpc>
                <a:spcBef>
                  <a:spcPts val="100"/>
                </a:spcBef>
              </a:pPr>
              <a:r>
                <a:rPr sz="1800" dirty="0">
                  <a:latin typeface="华文新魏" panose="02010800040101010101" charset="-122"/>
                  <a:cs typeface="华文新魏" panose="02010800040101010101" charset="-122"/>
                </a:rPr>
                <a:t>存款</a:t>
              </a:r>
            </a:p>
            <a:p>
              <a:pPr>
                <a:lnSpc>
                  <a:spcPct val="100000"/>
                </a:lnSpc>
              </a:pPr>
              <a:endParaRPr sz="1800" dirty="0">
                <a:latin typeface="Times New Roman" panose="02020603050405020304"/>
                <a:cs typeface="Times New Roman" panose="02020603050405020304"/>
              </a:endParaRPr>
            </a:p>
            <a:p>
              <a:pPr>
                <a:lnSpc>
                  <a:spcPct val="100000"/>
                </a:lnSpc>
                <a:spcBef>
                  <a:spcPts val="30"/>
                </a:spcBef>
              </a:pPr>
              <a:endParaRPr sz="2100" dirty="0">
                <a:latin typeface="Times New Roman" panose="02020603050405020304"/>
                <a:cs typeface="Times New Roman" panose="02020603050405020304"/>
              </a:endParaRPr>
            </a:p>
            <a:p>
              <a:pPr marL="12700">
                <a:lnSpc>
                  <a:spcPct val="100000"/>
                </a:lnSpc>
              </a:pPr>
              <a:r>
                <a:rPr sz="1800" dirty="0">
                  <a:latin typeface="华文新魏" panose="02010800040101010101" charset="-122"/>
                  <a:cs typeface="华文新魏" panose="02010800040101010101" charset="-122"/>
                </a:rPr>
                <a:t>收取存款</a:t>
              </a:r>
            </a:p>
          </p:txBody>
        </p:sp>
        <p:sp>
          <p:nvSpPr>
            <p:cNvPr id="115" name="object 50"/>
            <p:cNvSpPr/>
            <p:nvPr/>
          </p:nvSpPr>
          <p:spPr>
            <a:xfrm>
              <a:off x="7586657" y="2089532"/>
              <a:ext cx="1979295" cy="512445"/>
            </a:xfrm>
            <a:custGeom>
              <a:avLst/>
              <a:gdLst/>
              <a:ahLst/>
              <a:cxnLst/>
              <a:rect l="l" t="t" r="r" b="b"/>
              <a:pathLst>
                <a:path w="1979295" h="512444">
                  <a:moveTo>
                    <a:pt x="0" y="0"/>
                  </a:moveTo>
                  <a:lnTo>
                    <a:pt x="1979147" y="512010"/>
                  </a:lnTo>
                </a:path>
              </a:pathLst>
            </a:custGeom>
            <a:ln w="28574">
              <a:solidFill>
                <a:srgbClr val="A76585"/>
              </a:solidFill>
            </a:ln>
          </p:spPr>
          <p:txBody>
            <a:bodyPr wrap="square" lIns="0" tIns="0" rIns="0" bIns="0" rtlCol="0"/>
            <a:lstStyle/>
            <a:p>
              <a:endParaRPr/>
            </a:p>
          </p:txBody>
        </p:sp>
        <p:sp>
          <p:nvSpPr>
            <p:cNvPr id="116" name="object 51"/>
            <p:cNvSpPr/>
            <p:nvPr/>
          </p:nvSpPr>
          <p:spPr>
            <a:xfrm>
              <a:off x="9454395" y="2515959"/>
              <a:ext cx="138861" cy="128418"/>
            </a:xfrm>
            <a:prstGeom prst="rect">
              <a:avLst/>
            </a:prstGeom>
            <a:blipFill>
              <a:blip r:embed="rId7" cstate="print"/>
              <a:stretch>
                <a:fillRect/>
              </a:stretch>
            </a:blipFill>
          </p:spPr>
          <p:txBody>
            <a:bodyPr wrap="square" lIns="0" tIns="0" rIns="0" bIns="0" rtlCol="0"/>
            <a:lstStyle/>
            <a:p>
              <a:endParaRPr/>
            </a:p>
          </p:txBody>
        </p:sp>
        <p:sp>
          <p:nvSpPr>
            <p:cNvPr id="117" name="object 52"/>
            <p:cNvSpPr/>
            <p:nvPr/>
          </p:nvSpPr>
          <p:spPr>
            <a:xfrm>
              <a:off x="7616292" y="3000757"/>
              <a:ext cx="2038350" cy="1905"/>
            </a:xfrm>
            <a:custGeom>
              <a:avLst/>
              <a:gdLst/>
              <a:ahLst/>
              <a:cxnLst/>
              <a:rect l="l" t="t" r="r" b="b"/>
              <a:pathLst>
                <a:path w="2038350" h="1905">
                  <a:moveTo>
                    <a:pt x="0" y="0"/>
                  </a:moveTo>
                  <a:lnTo>
                    <a:pt x="2037775" y="1565"/>
                  </a:lnTo>
                </a:path>
              </a:pathLst>
            </a:custGeom>
            <a:ln w="28574">
              <a:solidFill>
                <a:srgbClr val="A76585"/>
              </a:solidFill>
            </a:ln>
          </p:spPr>
          <p:txBody>
            <a:bodyPr wrap="square" lIns="0" tIns="0" rIns="0" bIns="0" rtlCol="0"/>
            <a:lstStyle/>
            <a:p>
              <a:endParaRPr/>
            </a:p>
          </p:txBody>
        </p:sp>
        <p:sp>
          <p:nvSpPr>
            <p:cNvPr id="118" name="object 53"/>
            <p:cNvSpPr/>
            <p:nvPr/>
          </p:nvSpPr>
          <p:spPr>
            <a:xfrm>
              <a:off x="9551986" y="2935934"/>
              <a:ext cx="130436" cy="132646"/>
            </a:xfrm>
            <a:prstGeom prst="rect">
              <a:avLst/>
            </a:prstGeom>
            <a:blipFill>
              <a:blip r:embed="rId8" cstate="print"/>
              <a:stretch>
                <a:fillRect/>
              </a:stretch>
            </a:blipFill>
          </p:spPr>
          <p:txBody>
            <a:bodyPr wrap="square" lIns="0" tIns="0" rIns="0" bIns="0" rtlCol="0"/>
            <a:lstStyle/>
            <a:p>
              <a:endParaRPr/>
            </a:p>
          </p:txBody>
        </p:sp>
        <p:sp>
          <p:nvSpPr>
            <p:cNvPr id="119" name="object 54"/>
            <p:cNvSpPr/>
            <p:nvPr/>
          </p:nvSpPr>
          <p:spPr>
            <a:xfrm>
              <a:off x="7688257" y="3368420"/>
              <a:ext cx="1814195" cy="483234"/>
            </a:xfrm>
            <a:custGeom>
              <a:avLst/>
              <a:gdLst/>
              <a:ahLst/>
              <a:cxnLst/>
              <a:rect l="l" t="t" r="r" b="b"/>
              <a:pathLst>
                <a:path w="1814195" h="483235">
                  <a:moveTo>
                    <a:pt x="0" y="483238"/>
                  </a:moveTo>
                  <a:lnTo>
                    <a:pt x="1814099" y="0"/>
                  </a:lnTo>
                </a:path>
              </a:pathLst>
            </a:custGeom>
            <a:ln w="28574">
              <a:solidFill>
                <a:srgbClr val="A76585"/>
              </a:solidFill>
            </a:ln>
          </p:spPr>
          <p:txBody>
            <a:bodyPr wrap="square" lIns="0" tIns="0" rIns="0" bIns="0" rtlCol="0"/>
            <a:lstStyle/>
            <a:p>
              <a:endParaRPr/>
            </a:p>
          </p:txBody>
        </p:sp>
        <p:sp>
          <p:nvSpPr>
            <p:cNvPr id="120" name="object 55"/>
            <p:cNvSpPr/>
            <p:nvPr/>
          </p:nvSpPr>
          <p:spPr>
            <a:xfrm>
              <a:off x="9390783" y="3326298"/>
              <a:ext cx="138973" cy="128205"/>
            </a:xfrm>
            <a:prstGeom prst="rect">
              <a:avLst/>
            </a:prstGeom>
            <a:blipFill>
              <a:blip r:embed="rId9" cstate="print"/>
              <a:stretch>
                <a:fillRect/>
              </a:stretch>
            </a:blipFill>
          </p:spPr>
          <p:txBody>
            <a:bodyPr wrap="square" lIns="0" tIns="0" rIns="0" bIns="0" rtlCol="0"/>
            <a:lstStyle/>
            <a:p>
              <a:endParaRPr/>
            </a:p>
          </p:txBody>
        </p:sp>
        <p:sp>
          <p:nvSpPr>
            <p:cNvPr id="121" name="object 56"/>
            <p:cNvSpPr/>
            <p:nvPr/>
          </p:nvSpPr>
          <p:spPr>
            <a:xfrm>
              <a:off x="2125658" y="4778756"/>
              <a:ext cx="2433320" cy="11430"/>
            </a:xfrm>
            <a:custGeom>
              <a:avLst/>
              <a:gdLst/>
              <a:ahLst/>
              <a:cxnLst/>
              <a:rect l="l" t="t" r="r" b="b"/>
              <a:pathLst>
                <a:path w="2433320" h="11429">
                  <a:moveTo>
                    <a:pt x="0" y="0"/>
                  </a:moveTo>
                  <a:lnTo>
                    <a:pt x="2433063" y="10984"/>
                  </a:lnTo>
                </a:path>
              </a:pathLst>
            </a:custGeom>
            <a:ln w="28574">
              <a:solidFill>
                <a:srgbClr val="A76585"/>
              </a:solidFill>
            </a:ln>
          </p:spPr>
          <p:txBody>
            <a:bodyPr wrap="square" lIns="0" tIns="0" rIns="0" bIns="0" rtlCol="0"/>
            <a:lstStyle/>
            <a:p>
              <a:endParaRPr/>
            </a:p>
          </p:txBody>
        </p:sp>
        <p:sp>
          <p:nvSpPr>
            <p:cNvPr id="122" name="object 57"/>
            <p:cNvSpPr/>
            <p:nvPr/>
          </p:nvSpPr>
          <p:spPr>
            <a:xfrm>
              <a:off x="4456453" y="4723033"/>
              <a:ext cx="130624" cy="132645"/>
            </a:xfrm>
            <a:prstGeom prst="rect">
              <a:avLst/>
            </a:prstGeom>
            <a:blipFill>
              <a:blip r:embed="rId10" cstate="print"/>
              <a:stretch>
                <a:fillRect/>
              </a:stretch>
            </a:blipFill>
          </p:spPr>
          <p:txBody>
            <a:bodyPr wrap="square" lIns="0" tIns="0" rIns="0" bIns="0" rtlCol="0"/>
            <a:lstStyle/>
            <a:p>
              <a:endParaRPr/>
            </a:p>
          </p:txBody>
        </p:sp>
        <p:sp>
          <p:nvSpPr>
            <p:cNvPr id="123" name="object 58"/>
            <p:cNvSpPr/>
            <p:nvPr/>
          </p:nvSpPr>
          <p:spPr>
            <a:xfrm>
              <a:off x="2284408" y="2107954"/>
              <a:ext cx="2274570" cy="751840"/>
            </a:xfrm>
            <a:custGeom>
              <a:avLst/>
              <a:gdLst/>
              <a:ahLst/>
              <a:cxnLst/>
              <a:rect l="l" t="t" r="r" b="b"/>
              <a:pathLst>
                <a:path w="2274570" h="751839">
                  <a:moveTo>
                    <a:pt x="0" y="751515"/>
                  </a:moveTo>
                  <a:lnTo>
                    <a:pt x="2274157" y="0"/>
                  </a:lnTo>
                </a:path>
              </a:pathLst>
            </a:custGeom>
            <a:ln w="28574">
              <a:solidFill>
                <a:srgbClr val="A76585"/>
              </a:solidFill>
            </a:ln>
          </p:spPr>
          <p:txBody>
            <a:bodyPr wrap="square" lIns="0" tIns="0" rIns="0" bIns="0" rtlCol="0"/>
            <a:lstStyle/>
            <a:p>
              <a:endParaRPr/>
            </a:p>
          </p:txBody>
        </p:sp>
        <p:sp>
          <p:nvSpPr>
            <p:cNvPr id="124" name="object 60"/>
            <p:cNvSpPr/>
            <p:nvPr/>
          </p:nvSpPr>
          <p:spPr>
            <a:xfrm>
              <a:off x="2259008" y="3030920"/>
              <a:ext cx="2330450" cy="3175"/>
            </a:xfrm>
            <a:custGeom>
              <a:avLst/>
              <a:gdLst/>
              <a:ahLst/>
              <a:cxnLst/>
              <a:rect l="l" t="t" r="r" b="b"/>
              <a:pathLst>
                <a:path w="2330450" h="3175">
                  <a:moveTo>
                    <a:pt x="0" y="0"/>
                  </a:moveTo>
                  <a:lnTo>
                    <a:pt x="2329875" y="3136"/>
                  </a:lnTo>
                </a:path>
              </a:pathLst>
            </a:custGeom>
            <a:ln w="28574">
              <a:solidFill>
                <a:srgbClr val="A76585"/>
              </a:solidFill>
            </a:ln>
          </p:spPr>
          <p:txBody>
            <a:bodyPr wrap="square" lIns="0" tIns="0" rIns="0" bIns="0" rtlCol="0"/>
            <a:lstStyle/>
            <a:p>
              <a:endParaRPr/>
            </a:p>
          </p:txBody>
        </p:sp>
        <p:sp>
          <p:nvSpPr>
            <p:cNvPr id="125" name="object 61"/>
            <p:cNvSpPr/>
            <p:nvPr/>
          </p:nvSpPr>
          <p:spPr>
            <a:xfrm>
              <a:off x="4486774" y="2967618"/>
              <a:ext cx="130465" cy="132647"/>
            </a:xfrm>
            <a:prstGeom prst="rect">
              <a:avLst/>
            </a:prstGeom>
            <a:blipFill>
              <a:blip r:embed="rId11" cstate="print"/>
              <a:stretch>
                <a:fillRect/>
              </a:stretch>
            </a:blipFill>
          </p:spPr>
          <p:txBody>
            <a:bodyPr wrap="square" lIns="0" tIns="0" rIns="0" bIns="0" rtlCol="0"/>
            <a:lstStyle/>
            <a:p>
              <a:endParaRPr/>
            </a:p>
          </p:txBody>
        </p:sp>
        <p:sp>
          <p:nvSpPr>
            <p:cNvPr id="126" name="object 62"/>
            <p:cNvSpPr/>
            <p:nvPr/>
          </p:nvSpPr>
          <p:spPr>
            <a:xfrm>
              <a:off x="2330976" y="3256345"/>
              <a:ext cx="2265045" cy="596265"/>
            </a:xfrm>
            <a:custGeom>
              <a:avLst/>
              <a:gdLst/>
              <a:ahLst/>
              <a:cxnLst/>
              <a:rect l="l" t="t" r="r" b="b"/>
              <a:pathLst>
                <a:path w="2265045" h="596264">
                  <a:moveTo>
                    <a:pt x="0" y="0"/>
                  </a:moveTo>
                  <a:lnTo>
                    <a:pt x="2264927" y="596033"/>
                  </a:lnTo>
                </a:path>
              </a:pathLst>
            </a:custGeom>
            <a:ln w="28574">
              <a:solidFill>
                <a:srgbClr val="A76585"/>
              </a:solidFill>
            </a:ln>
          </p:spPr>
          <p:txBody>
            <a:bodyPr wrap="square" lIns="0" tIns="0" rIns="0" bIns="0" rtlCol="0"/>
            <a:lstStyle/>
            <a:p>
              <a:endParaRPr/>
            </a:p>
          </p:txBody>
        </p:sp>
        <p:sp>
          <p:nvSpPr>
            <p:cNvPr id="127" name="object 63"/>
            <p:cNvSpPr/>
            <p:nvPr/>
          </p:nvSpPr>
          <p:spPr>
            <a:xfrm>
              <a:off x="4484398" y="3766520"/>
              <a:ext cx="138927" cy="128278"/>
            </a:xfrm>
            <a:prstGeom prst="rect">
              <a:avLst/>
            </a:prstGeom>
            <a:blipFill>
              <a:blip r:embed="rId12" cstate="print"/>
              <a:stretch>
                <a:fillRect/>
              </a:stretch>
            </a:blipFill>
          </p:spPr>
          <p:txBody>
            <a:bodyPr wrap="square" lIns="0" tIns="0" rIns="0" bIns="0" rtlCol="0"/>
            <a:lstStyle/>
            <a:p>
              <a:endParaRPr/>
            </a:p>
          </p:txBody>
        </p:sp>
        <p:sp>
          <p:nvSpPr>
            <p:cNvPr id="128" name="object 64"/>
            <p:cNvSpPr/>
            <p:nvPr/>
          </p:nvSpPr>
          <p:spPr>
            <a:xfrm>
              <a:off x="7564068" y="5407406"/>
              <a:ext cx="2469515" cy="251460"/>
            </a:xfrm>
            <a:custGeom>
              <a:avLst/>
              <a:gdLst/>
              <a:ahLst/>
              <a:cxnLst/>
              <a:rect l="l" t="t" r="r" b="b"/>
              <a:pathLst>
                <a:path w="2469515" h="251460">
                  <a:moveTo>
                    <a:pt x="2469456" y="0"/>
                  </a:moveTo>
                  <a:lnTo>
                    <a:pt x="0" y="251131"/>
                  </a:lnTo>
                </a:path>
              </a:pathLst>
            </a:custGeom>
            <a:ln w="28574">
              <a:solidFill>
                <a:srgbClr val="A76585"/>
              </a:solidFill>
            </a:ln>
          </p:spPr>
          <p:txBody>
            <a:bodyPr wrap="square" lIns="0" tIns="0" rIns="0" bIns="0" rtlCol="0"/>
            <a:lstStyle/>
            <a:p>
              <a:endParaRPr/>
            </a:p>
          </p:txBody>
        </p:sp>
        <p:sp>
          <p:nvSpPr>
            <p:cNvPr id="129" name="object 65"/>
            <p:cNvSpPr/>
            <p:nvPr/>
          </p:nvSpPr>
          <p:spPr>
            <a:xfrm>
              <a:off x="7535859" y="5583921"/>
              <a:ext cx="134825" cy="131965"/>
            </a:xfrm>
            <a:prstGeom prst="rect">
              <a:avLst/>
            </a:prstGeom>
            <a:blipFill>
              <a:blip r:embed="rId13" cstate="print"/>
              <a:stretch>
                <a:fillRect/>
              </a:stretch>
            </a:blipFill>
          </p:spPr>
          <p:txBody>
            <a:bodyPr wrap="square" lIns="0" tIns="0" rIns="0" bIns="0" rtlCol="0"/>
            <a:lstStyle/>
            <a:p>
              <a:endParaRPr/>
            </a:p>
          </p:txBody>
        </p:sp>
        <p:sp>
          <p:nvSpPr>
            <p:cNvPr id="130" name="矩形 129"/>
            <p:cNvSpPr/>
            <p:nvPr/>
          </p:nvSpPr>
          <p:spPr>
            <a:xfrm>
              <a:off x="5791727" y="2863334"/>
              <a:ext cx="2387833" cy="369332"/>
            </a:xfrm>
            <a:prstGeom prst="rect">
              <a:avLst/>
            </a:prstGeom>
          </p:spPr>
          <p:txBody>
            <a:bodyPr wrap="none">
              <a:spAutoFit/>
            </a:bodyPr>
            <a:lstStyle/>
            <a:p>
              <a:pPr marR="1724660" lvl="0" algn="r">
                <a:spcBef>
                  <a:spcPts val="185"/>
                </a:spcBef>
              </a:pPr>
              <a:r>
                <a:rPr lang="zh-CN" altLang="en-US" dirty="0">
                  <a:solidFill>
                    <a:prstClr val="black"/>
                  </a:solidFill>
                  <a:latin typeface="华文新魏" panose="02010800040101010101" charset="-122"/>
                  <a:ea typeface="华文新魏" panose="02010800040101010101" charset="-122"/>
                  <a:cs typeface="华文新魏" panose="02010800040101010101" charset="-122"/>
                </a:rPr>
                <a:t>转账</a:t>
              </a:r>
            </a:p>
          </p:txBody>
        </p:sp>
        <p:sp>
          <p:nvSpPr>
            <p:cNvPr id="131" name="矩形 130"/>
            <p:cNvSpPr/>
            <p:nvPr/>
          </p:nvSpPr>
          <p:spPr>
            <a:xfrm>
              <a:off x="5801379" y="1938752"/>
              <a:ext cx="548227" cy="523220"/>
            </a:xfrm>
            <a:prstGeom prst="rect">
              <a:avLst/>
            </a:prstGeom>
          </p:spPr>
          <p:txBody>
            <a:bodyPr wrap="none">
              <a:spAutoFit/>
            </a:bodyPr>
            <a:lstStyle/>
            <a:p>
              <a:r>
                <a:rPr lang="zh-CN" altLang="en-US" sz="2800" baseline="37000" dirty="0">
                  <a:latin typeface="华文新魏" panose="02010800040101010101" charset="-122"/>
                  <a:ea typeface="华文新魏" panose="02010800040101010101" charset="-122"/>
                  <a:cs typeface="华文新魏" panose="02010800040101010101" charset="-122"/>
                </a:rPr>
                <a:t>取</a:t>
              </a:r>
              <a:r>
                <a:rPr lang="zh-CN" altLang="en-US" sz="2800" spc="-1335" baseline="37000" dirty="0">
                  <a:latin typeface="华文新魏" panose="02010800040101010101" charset="-122"/>
                  <a:ea typeface="华文新魏" panose="02010800040101010101" charset="-122"/>
                  <a:cs typeface="华文新魏" panose="02010800040101010101" charset="-122"/>
                </a:rPr>
                <a:t>款</a:t>
              </a:r>
              <a:endParaRPr lang="zh-CN" altLang="en-US" sz="2800" dirty="0">
                <a:latin typeface="华文新魏" panose="02010800040101010101" charset="-122"/>
                <a:ea typeface="华文新魏" panose="02010800040101010101"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21790"/>
    </mc:Choice>
    <mc:Fallback xmlns="">
      <p:transition spd="slow" advTm="12179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519584" y="1485793"/>
            <a:ext cx="4292600" cy="951865"/>
          </a:xfrm>
          <a:prstGeom prst="rect">
            <a:avLst/>
          </a:prstGeom>
        </p:spPr>
        <p:txBody>
          <a:bodyPr vert="horz" wrap="square" lIns="0" tIns="47625" rIns="0" bIns="0" rtlCol="0">
            <a:spAutoFit/>
          </a:bodyPr>
          <a:lstStyle/>
          <a:p>
            <a:pPr marL="12700">
              <a:lnSpc>
                <a:spcPct val="100000"/>
              </a:lnSpc>
              <a:spcBef>
                <a:spcPts val="375"/>
              </a:spcBef>
            </a:pPr>
            <a:r>
              <a:rPr sz="2850" i="1" u="heavy" spc="-50" dirty="0">
                <a:solidFill>
                  <a:srgbClr val="FF66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参与者</a:t>
            </a:r>
            <a:r>
              <a:rPr sz="2850" i="1" u="heavy" spc="-15" dirty="0">
                <a:solidFill>
                  <a:srgbClr val="FF66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a:t>
            </a:r>
            <a:r>
              <a:rPr sz="2800" i="1" u="heavy" spc="-15" dirty="0">
                <a:solidFill>
                  <a:srgbClr val="FF7C00"/>
                </a:solidFill>
                <a:uFill>
                  <a:solidFill>
                    <a:srgbClr val="FF7C00"/>
                  </a:solidFill>
                </a:uFill>
                <a:latin typeface="微软雅黑" panose="020B0503020204020204" pitchFamily="34" charset="-122"/>
                <a:ea typeface="微软雅黑" panose="020B0503020204020204" pitchFamily="34" charset="-122"/>
                <a:cs typeface="Calibri" panose="020F0502020204030204"/>
              </a:rPr>
              <a:t>Actor</a:t>
            </a:r>
            <a:r>
              <a:rPr sz="2850" i="1" u="heavy" spc="-15" dirty="0">
                <a:solidFill>
                  <a:srgbClr val="FF7C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a:t>
            </a:r>
            <a:endParaRPr sz="2850" dirty="0">
              <a:latin typeface="微软雅黑" panose="020B0503020204020204" pitchFamily="34" charset="-122"/>
              <a:ea typeface="微软雅黑" panose="020B0503020204020204" pitchFamily="34" charset="-122"/>
              <a:cs typeface="华文新魏" panose="02010800040101010101" charset="-122"/>
            </a:endParaRPr>
          </a:p>
          <a:p>
            <a:pPr marL="12700">
              <a:lnSpc>
                <a:spcPct val="100000"/>
              </a:lnSpc>
              <a:spcBef>
                <a:spcPts val="235"/>
              </a:spcBef>
            </a:pPr>
            <a:r>
              <a:rPr sz="2800" dirty="0">
                <a:latin typeface="微软雅黑" panose="020B0503020204020204" pitchFamily="34" charset="-122"/>
                <a:ea typeface="微软雅黑" panose="020B0503020204020204" pitchFamily="34" charset="-122"/>
                <a:cs typeface="华文新魏" panose="02010800040101010101" charset="-122"/>
              </a:rPr>
              <a:t>与系统交互的人或外部系统</a:t>
            </a:r>
          </a:p>
        </p:txBody>
      </p:sp>
      <p:sp>
        <p:nvSpPr>
          <p:cNvPr id="8" name="object 8"/>
          <p:cNvSpPr txBox="1"/>
          <p:nvPr/>
        </p:nvSpPr>
        <p:spPr>
          <a:xfrm>
            <a:off x="4519584" y="2871766"/>
            <a:ext cx="6070600" cy="975360"/>
          </a:xfrm>
          <a:prstGeom prst="rect">
            <a:avLst/>
          </a:prstGeom>
        </p:spPr>
        <p:txBody>
          <a:bodyPr vert="horz" wrap="square" lIns="0" tIns="59055" rIns="0" bIns="0" rtlCol="0">
            <a:spAutoFit/>
          </a:bodyPr>
          <a:lstStyle/>
          <a:p>
            <a:pPr marL="12700">
              <a:lnSpc>
                <a:spcPct val="100000"/>
              </a:lnSpc>
              <a:spcBef>
                <a:spcPts val="465"/>
              </a:spcBef>
            </a:pPr>
            <a:r>
              <a:rPr sz="2850" i="1" u="heavy" spc="-50" dirty="0">
                <a:solidFill>
                  <a:srgbClr val="FF66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用例</a:t>
            </a:r>
            <a:r>
              <a:rPr sz="2850" i="1" u="heavy" spc="-15" dirty="0">
                <a:solidFill>
                  <a:srgbClr val="FF66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a:t>
            </a:r>
            <a:r>
              <a:rPr sz="2800" i="1" u="heavy" spc="-15" dirty="0">
                <a:solidFill>
                  <a:srgbClr val="FF7C00"/>
                </a:solidFill>
                <a:uFill>
                  <a:solidFill>
                    <a:srgbClr val="FF7C00"/>
                  </a:solidFill>
                </a:uFill>
                <a:latin typeface="微软雅黑" panose="020B0503020204020204" pitchFamily="34" charset="-122"/>
                <a:ea typeface="微软雅黑" panose="020B0503020204020204" pitchFamily="34" charset="-122"/>
                <a:cs typeface="Calibri" panose="020F0502020204030204"/>
              </a:rPr>
              <a:t>Use</a:t>
            </a:r>
            <a:r>
              <a:rPr sz="2800" i="1" u="heavy" spc="-5" dirty="0">
                <a:solidFill>
                  <a:srgbClr val="FF7C00"/>
                </a:solidFill>
                <a:uFill>
                  <a:solidFill>
                    <a:srgbClr val="FF7C00"/>
                  </a:solidFill>
                </a:uFill>
                <a:latin typeface="微软雅黑" panose="020B0503020204020204" pitchFamily="34" charset="-122"/>
                <a:ea typeface="微软雅黑" panose="020B0503020204020204" pitchFamily="34" charset="-122"/>
                <a:cs typeface="Calibri" panose="020F0502020204030204"/>
              </a:rPr>
              <a:t> </a:t>
            </a:r>
            <a:r>
              <a:rPr sz="2800" i="1" u="heavy" spc="-15" dirty="0">
                <a:solidFill>
                  <a:srgbClr val="FF7C00"/>
                </a:solidFill>
                <a:uFill>
                  <a:solidFill>
                    <a:srgbClr val="FF7C00"/>
                  </a:solidFill>
                </a:uFill>
                <a:latin typeface="微软雅黑" panose="020B0503020204020204" pitchFamily="34" charset="-122"/>
                <a:ea typeface="微软雅黑" panose="020B0503020204020204" pitchFamily="34" charset="-122"/>
                <a:cs typeface="Calibri" panose="020F0502020204030204"/>
              </a:rPr>
              <a:t>case</a:t>
            </a:r>
            <a:r>
              <a:rPr sz="2850" i="1" u="heavy" spc="-15" dirty="0">
                <a:solidFill>
                  <a:srgbClr val="FF7C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a:t>
            </a:r>
            <a:endParaRPr sz="2850" dirty="0">
              <a:latin typeface="微软雅黑" panose="020B0503020204020204" pitchFamily="34" charset="-122"/>
              <a:ea typeface="微软雅黑" panose="020B0503020204020204" pitchFamily="34" charset="-122"/>
              <a:cs typeface="华文新魏" panose="02010800040101010101" charset="-122"/>
            </a:endParaRPr>
          </a:p>
          <a:p>
            <a:pPr marL="12700">
              <a:lnSpc>
                <a:spcPct val="100000"/>
              </a:lnSpc>
              <a:spcBef>
                <a:spcPts val="330"/>
              </a:spcBef>
            </a:pPr>
            <a:r>
              <a:rPr sz="2800" dirty="0">
                <a:latin typeface="微软雅黑" panose="020B0503020204020204" pitchFamily="34" charset="-122"/>
                <a:ea typeface="微软雅黑" panose="020B0503020204020204" pitchFamily="34" charset="-122"/>
                <a:cs typeface="华文新魏" panose="02010800040101010101" charset="-122"/>
              </a:rPr>
              <a:t>系统为参与者提供的有价值的服务功能</a:t>
            </a:r>
          </a:p>
        </p:txBody>
      </p:sp>
      <p:sp>
        <p:nvSpPr>
          <p:cNvPr id="9" name="object 9"/>
          <p:cNvSpPr txBox="1"/>
          <p:nvPr/>
        </p:nvSpPr>
        <p:spPr>
          <a:xfrm>
            <a:off x="4519584" y="4281466"/>
            <a:ext cx="6070600" cy="975360"/>
          </a:xfrm>
          <a:prstGeom prst="rect">
            <a:avLst/>
          </a:prstGeom>
        </p:spPr>
        <p:txBody>
          <a:bodyPr vert="horz" wrap="square" lIns="0" tIns="59055" rIns="0" bIns="0" rtlCol="0">
            <a:spAutoFit/>
          </a:bodyPr>
          <a:lstStyle/>
          <a:p>
            <a:pPr marL="12700">
              <a:lnSpc>
                <a:spcPct val="100000"/>
              </a:lnSpc>
              <a:spcBef>
                <a:spcPts val="465"/>
              </a:spcBef>
            </a:pPr>
            <a:r>
              <a:rPr sz="2850" i="1" u="heavy" spc="-50" dirty="0">
                <a:solidFill>
                  <a:srgbClr val="FF66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关联</a:t>
            </a:r>
            <a:r>
              <a:rPr sz="2850" i="1" u="heavy" spc="-10" dirty="0">
                <a:solidFill>
                  <a:srgbClr val="FF66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a:t>
            </a:r>
            <a:r>
              <a:rPr sz="2800" i="1" u="heavy" spc="-10" dirty="0">
                <a:solidFill>
                  <a:srgbClr val="FF7C00"/>
                </a:solidFill>
                <a:uFill>
                  <a:solidFill>
                    <a:srgbClr val="FF7C00"/>
                  </a:solidFill>
                </a:uFill>
                <a:latin typeface="微软雅黑" panose="020B0503020204020204" pitchFamily="34" charset="-122"/>
                <a:ea typeface="微软雅黑" panose="020B0503020204020204" pitchFamily="34" charset="-122"/>
                <a:cs typeface="Calibri" panose="020F0502020204030204"/>
              </a:rPr>
              <a:t>Association</a:t>
            </a:r>
            <a:r>
              <a:rPr sz="2850" i="1" u="heavy" spc="-10" dirty="0">
                <a:solidFill>
                  <a:srgbClr val="FF7C00"/>
                </a:solidFill>
                <a:uFill>
                  <a:solidFill>
                    <a:srgbClr val="FF7C00"/>
                  </a:solidFill>
                </a:uFill>
                <a:latin typeface="微软雅黑" panose="020B0503020204020204" pitchFamily="34" charset="-122"/>
                <a:ea typeface="微软雅黑" panose="020B0503020204020204" pitchFamily="34" charset="-122"/>
                <a:cs typeface="华文新魏" panose="02010800040101010101" charset="-122"/>
              </a:rPr>
              <a:t>）</a:t>
            </a:r>
            <a:endParaRPr sz="2850">
              <a:latin typeface="微软雅黑" panose="020B0503020204020204" pitchFamily="34" charset="-122"/>
              <a:ea typeface="微软雅黑" panose="020B0503020204020204" pitchFamily="34" charset="-122"/>
              <a:cs typeface="华文新魏" panose="02010800040101010101" charset="-122"/>
            </a:endParaRPr>
          </a:p>
          <a:p>
            <a:pPr marL="12700">
              <a:lnSpc>
                <a:spcPct val="100000"/>
              </a:lnSpc>
              <a:spcBef>
                <a:spcPts val="330"/>
              </a:spcBef>
            </a:pPr>
            <a:r>
              <a:rPr sz="2800" dirty="0">
                <a:latin typeface="微软雅黑" panose="020B0503020204020204" pitchFamily="34" charset="-122"/>
                <a:ea typeface="微软雅黑" panose="020B0503020204020204" pitchFamily="34" charset="-122"/>
                <a:cs typeface="华文新魏" panose="02010800040101010101" charset="-122"/>
              </a:rPr>
              <a:t>用例图中用例与参与者之间的交互关系</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10" name="object 10"/>
          <p:cNvSpPr txBox="1"/>
          <p:nvPr/>
        </p:nvSpPr>
        <p:spPr>
          <a:xfrm>
            <a:off x="2538027" y="2652553"/>
            <a:ext cx="53149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Actor</a:t>
            </a:r>
            <a:endParaRPr sz="1800">
              <a:latin typeface="Calibri" panose="020F0502020204030204"/>
              <a:cs typeface="Calibri" panose="020F0502020204030204"/>
            </a:endParaRPr>
          </a:p>
        </p:txBody>
      </p:sp>
      <p:sp>
        <p:nvSpPr>
          <p:cNvPr id="11" name="object 11"/>
          <p:cNvSpPr/>
          <p:nvPr/>
        </p:nvSpPr>
        <p:spPr>
          <a:xfrm>
            <a:off x="2644852" y="1915952"/>
            <a:ext cx="358775" cy="250825"/>
          </a:xfrm>
          <a:custGeom>
            <a:avLst/>
            <a:gdLst/>
            <a:ahLst/>
            <a:cxnLst/>
            <a:rect l="l" t="t" r="r" b="b"/>
            <a:pathLst>
              <a:path w="358775" h="250825">
                <a:moveTo>
                  <a:pt x="213608" y="0"/>
                </a:moveTo>
                <a:lnTo>
                  <a:pt x="135933" y="0"/>
                </a:lnTo>
                <a:lnTo>
                  <a:pt x="102391" y="6350"/>
                </a:lnTo>
                <a:lnTo>
                  <a:pt x="51194" y="36512"/>
                </a:lnTo>
                <a:lnTo>
                  <a:pt x="8826" y="74612"/>
                </a:lnTo>
                <a:lnTo>
                  <a:pt x="0" y="98425"/>
                </a:lnTo>
                <a:lnTo>
                  <a:pt x="0" y="153987"/>
                </a:lnTo>
                <a:lnTo>
                  <a:pt x="8826" y="177800"/>
                </a:lnTo>
                <a:lnTo>
                  <a:pt x="24715" y="196850"/>
                </a:lnTo>
                <a:lnTo>
                  <a:pt x="51194" y="214312"/>
                </a:lnTo>
                <a:lnTo>
                  <a:pt x="75910" y="233362"/>
                </a:lnTo>
                <a:lnTo>
                  <a:pt x="102391" y="244475"/>
                </a:lnTo>
                <a:lnTo>
                  <a:pt x="135933" y="250825"/>
                </a:lnTo>
                <a:lnTo>
                  <a:pt x="213608" y="250825"/>
                </a:lnTo>
                <a:lnTo>
                  <a:pt x="247150" y="244475"/>
                </a:lnTo>
                <a:lnTo>
                  <a:pt x="273630" y="233362"/>
                </a:lnTo>
                <a:lnTo>
                  <a:pt x="298345" y="214312"/>
                </a:lnTo>
                <a:lnTo>
                  <a:pt x="323061" y="196850"/>
                </a:lnTo>
                <a:lnTo>
                  <a:pt x="340714" y="177800"/>
                </a:lnTo>
                <a:lnTo>
                  <a:pt x="349540" y="153987"/>
                </a:lnTo>
                <a:lnTo>
                  <a:pt x="358367" y="128587"/>
                </a:lnTo>
                <a:lnTo>
                  <a:pt x="349540" y="98425"/>
                </a:lnTo>
                <a:lnTo>
                  <a:pt x="323061" y="55562"/>
                </a:lnTo>
                <a:lnTo>
                  <a:pt x="273630" y="19050"/>
                </a:lnTo>
                <a:lnTo>
                  <a:pt x="247150" y="6350"/>
                </a:lnTo>
                <a:lnTo>
                  <a:pt x="213608" y="0"/>
                </a:lnTo>
                <a:close/>
              </a:path>
            </a:pathLst>
          </a:custGeom>
          <a:solidFill>
            <a:srgbClr val="F2913F"/>
          </a:solidFill>
        </p:spPr>
        <p:txBody>
          <a:bodyPr wrap="square" lIns="0" tIns="0" rIns="0" bIns="0" rtlCol="0"/>
          <a:lstStyle/>
          <a:p>
            <a:endParaRPr/>
          </a:p>
        </p:txBody>
      </p:sp>
      <p:sp>
        <p:nvSpPr>
          <p:cNvPr id="12" name="object 12"/>
          <p:cNvSpPr/>
          <p:nvPr/>
        </p:nvSpPr>
        <p:spPr>
          <a:xfrm>
            <a:off x="2644852" y="1915952"/>
            <a:ext cx="358775" cy="250825"/>
          </a:xfrm>
          <a:custGeom>
            <a:avLst/>
            <a:gdLst/>
            <a:ahLst/>
            <a:cxnLst/>
            <a:rect l="l" t="t" r="r" b="b"/>
            <a:pathLst>
              <a:path w="358775" h="250825">
                <a:moveTo>
                  <a:pt x="178301" y="0"/>
                </a:moveTo>
                <a:lnTo>
                  <a:pt x="213608" y="0"/>
                </a:lnTo>
                <a:lnTo>
                  <a:pt x="247150" y="6349"/>
                </a:lnTo>
                <a:lnTo>
                  <a:pt x="298345" y="36512"/>
                </a:lnTo>
                <a:lnTo>
                  <a:pt x="340714" y="74612"/>
                </a:lnTo>
                <a:lnTo>
                  <a:pt x="358367" y="128587"/>
                </a:lnTo>
                <a:lnTo>
                  <a:pt x="349540" y="153987"/>
                </a:lnTo>
                <a:lnTo>
                  <a:pt x="340714" y="177799"/>
                </a:lnTo>
                <a:lnTo>
                  <a:pt x="323060" y="196849"/>
                </a:lnTo>
                <a:lnTo>
                  <a:pt x="298345" y="214312"/>
                </a:lnTo>
                <a:lnTo>
                  <a:pt x="273630" y="233362"/>
                </a:lnTo>
                <a:lnTo>
                  <a:pt x="247150" y="244474"/>
                </a:lnTo>
                <a:lnTo>
                  <a:pt x="213608" y="250824"/>
                </a:lnTo>
                <a:lnTo>
                  <a:pt x="178301" y="250824"/>
                </a:lnTo>
                <a:lnTo>
                  <a:pt x="135932" y="250824"/>
                </a:lnTo>
                <a:lnTo>
                  <a:pt x="102390" y="244474"/>
                </a:lnTo>
                <a:lnTo>
                  <a:pt x="75910" y="233362"/>
                </a:lnTo>
                <a:lnTo>
                  <a:pt x="51195" y="214312"/>
                </a:lnTo>
                <a:lnTo>
                  <a:pt x="24714" y="196849"/>
                </a:lnTo>
                <a:lnTo>
                  <a:pt x="8826" y="177799"/>
                </a:lnTo>
                <a:lnTo>
                  <a:pt x="0" y="153987"/>
                </a:lnTo>
                <a:lnTo>
                  <a:pt x="0" y="128587"/>
                </a:lnTo>
                <a:lnTo>
                  <a:pt x="0" y="98424"/>
                </a:lnTo>
                <a:lnTo>
                  <a:pt x="24714" y="55562"/>
                </a:lnTo>
                <a:lnTo>
                  <a:pt x="75910" y="19050"/>
                </a:lnTo>
                <a:lnTo>
                  <a:pt x="135932" y="0"/>
                </a:lnTo>
                <a:lnTo>
                  <a:pt x="178301" y="0"/>
                </a:lnTo>
                <a:close/>
              </a:path>
            </a:pathLst>
          </a:custGeom>
          <a:ln w="28574">
            <a:solidFill>
              <a:srgbClr val="000000"/>
            </a:solidFill>
          </a:ln>
        </p:spPr>
        <p:txBody>
          <a:bodyPr wrap="square" lIns="0" tIns="0" rIns="0" bIns="0" rtlCol="0"/>
          <a:lstStyle/>
          <a:p>
            <a:endParaRPr/>
          </a:p>
        </p:txBody>
      </p:sp>
      <p:sp>
        <p:nvSpPr>
          <p:cNvPr id="13" name="object 13"/>
          <p:cNvSpPr/>
          <p:nvPr/>
        </p:nvSpPr>
        <p:spPr>
          <a:xfrm>
            <a:off x="2644852" y="1915952"/>
            <a:ext cx="358775" cy="250825"/>
          </a:xfrm>
          <a:custGeom>
            <a:avLst/>
            <a:gdLst/>
            <a:ahLst/>
            <a:cxnLst/>
            <a:rect l="l" t="t" r="r" b="b"/>
            <a:pathLst>
              <a:path w="358775" h="250825">
                <a:moveTo>
                  <a:pt x="178301" y="0"/>
                </a:moveTo>
                <a:lnTo>
                  <a:pt x="213608" y="0"/>
                </a:lnTo>
                <a:lnTo>
                  <a:pt x="247150" y="6349"/>
                </a:lnTo>
                <a:lnTo>
                  <a:pt x="298345" y="36512"/>
                </a:lnTo>
                <a:lnTo>
                  <a:pt x="340714" y="74612"/>
                </a:lnTo>
                <a:lnTo>
                  <a:pt x="358367" y="128587"/>
                </a:lnTo>
                <a:lnTo>
                  <a:pt x="349540" y="153987"/>
                </a:lnTo>
                <a:lnTo>
                  <a:pt x="340714" y="177799"/>
                </a:lnTo>
                <a:lnTo>
                  <a:pt x="323060" y="196849"/>
                </a:lnTo>
                <a:lnTo>
                  <a:pt x="298345" y="214312"/>
                </a:lnTo>
                <a:lnTo>
                  <a:pt x="273630" y="233362"/>
                </a:lnTo>
                <a:lnTo>
                  <a:pt x="247150" y="244474"/>
                </a:lnTo>
                <a:lnTo>
                  <a:pt x="213608" y="250824"/>
                </a:lnTo>
                <a:lnTo>
                  <a:pt x="178301" y="250824"/>
                </a:lnTo>
                <a:lnTo>
                  <a:pt x="135932" y="250824"/>
                </a:lnTo>
                <a:lnTo>
                  <a:pt x="102390" y="244474"/>
                </a:lnTo>
                <a:lnTo>
                  <a:pt x="75910" y="233362"/>
                </a:lnTo>
                <a:lnTo>
                  <a:pt x="51195" y="214312"/>
                </a:lnTo>
                <a:lnTo>
                  <a:pt x="24714" y="196849"/>
                </a:lnTo>
                <a:lnTo>
                  <a:pt x="8826" y="177799"/>
                </a:lnTo>
                <a:lnTo>
                  <a:pt x="0" y="153987"/>
                </a:lnTo>
                <a:lnTo>
                  <a:pt x="0" y="128587"/>
                </a:lnTo>
                <a:lnTo>
                  <a:pt x="0" y="98424"/>
                </a:lnTo>
                <a:lnTo>
                  <a:pt x="24714" y="55562"/>
                </a:lnTo>
                <a:lnTo>
                  <a:pt x="75910" y="19050"/>
                </a:lnTo>
                <a:lnTo>
                  <a:pt x="135932" y="0"/>
                </a:lnTo>
                <a:lnTo>
                  <a:pt x="178301" y="0"/>
                </a:lnTo>
              </a:path>
            </a:pathLst>
          </a:custGeom>
          <a:ln w="28574">
            <a:solidFill>
              <a:srgbClr val="D6D6D6"/>
            </a:solidFill>
          </a:ln>
        </p:spPr>
        <p:txBody>
          <a:bodyPr wrap="square" lIns="0" tIns="0" rIns="0" bIns="0" rtlCol="0"/>
          <a:lstStyle/>
          <a:p>
            <a:endParaRPr/>
          </a:p>
        </p:txBody>
      </p:sp>
      <p:sp>
        <p:nvSpPr>
          <p:cNvPr id="14" name="object 14"/>
          <p:cNvSpPr/>
          <p:nvPr/>
        </p:nvSpPr>
        <p:spPr>
          <a:xfrm>
            <a:off x="2576003" y="2241391"/>
            <a:ext cx="494665" cy="1905"/>
          </a:xfrm>
          <a:custGeom>
            <a:avLst/>
            <a:gdLst/>
            <a:ahLst/>
            <a:cxnLst/>
            <a:rect l="l" t="t" r="r" b="b"/>
            <a:pathLst>
              <a:path w="494664" h="1905">
                <a:moveTo>
                  <a:pt x="0" y="0"/>
                </a:moveTo>
                <a:lnTo>
                  <a:pt x="494299" y="1587"/>
                </a:lnTo>
              </a:path>
            </a:pathLst>
          </a:custGeom>
          <a:ln w="28574">
            <a:solidFill>
              <a:srgbClr val="000000"/>
            </a:solidFill>
          </a:ln>
        </p:spPr>
        <p:txBody>
          <a:bodyPr wrap="square" lIns="0" tIns="0" rIns="0" bIns="0" rtlCol="0"/>
          <a:lstStyle/>
          <a:p>
            <a:endParaRPr/>
          </a:p>
        </p:txBody>
      </p:sp>
      <p:sp>
        <p:nvSpPr>
          <p:cNvPr id="15" name="object 15"/>
          <p:cNvSpPr/>
          <p:nvPr/>
        </p:nvSpPr>
        <p:spPr>
          <a:xfrm>
            <a:off x="2440071" y="2173127"/>
            <a:ext cx="376555" cy="490855"/>
          </a:xfrm>
          <a:custGeom>
            <a:avLst/>
            <a:gdLst/>
            <a:ahLst/>
            <a:cxnLst/>
            <a:rect l="l" t="t" r="r" b="b"/>
            <a:pathLst>
              <a:path w="376555" h="490855">
                <a:moveTo>
                  <a:pt x="376020" y="0"/>
                </a:moveTo>
                <a:lnTo>
                  <a:pt x="376020" y="227012"/>
                </a:lnTo>
                <a:lnTo>
                  <a:pt x="0" y="490537"/>
                </a:lnTo>
              </a:path>
            </a:pathLst>
          </a:custGeom>
          <a:ln w="28574">
            <a:solidFill>
              <a:srgbClr val="000000"/>
            </a:solidFill>
          </a:ln>
        </p:spPr>
        <p:txBody>
          <a:bodyPr wrap="square" lIns="0" tIns="0" rIns="0" bIns="0" rtlCol="0"/>
          <a:lstStyle/>
          <a:p>
            <a:endParaRPr/>
          </a:p>
        </p:txBody>
      </p:sp>
      <p:sp>
        <p:nvSpPr>
          <p:cNvPr id="16" name="object 16"/>
          <p:cNvSpPr/>
          <p:nvPr/>
        </p:nvSpPr>
        <p:spPr>
          <a:xfrm>
            <a:off x="2816092" y="2393790"/>
            <a:ext cx="374650" cy="274955"/>
          </a:xfrm>
          <a:custGeom>
            <a:avLst/>
            <a:gdLst/>
            <a:ahLst/>
            <a:cxnLst/>
            <a:rect l="l" t="t" r="r" b="b"/>
            <a:pathLst>
              <a:path w="374650" h="274955">
                <a:moveTo>
                  <a:pt x="0" y="0"/>
                </a:moveTo>
                <a:lnTo>
                  <a:pt x="374256" y="274637"/>
                </a:lnTo>
              </a:path>
            </a:pathLst>
          </a:custGeom>
          <a:ln w="28574">
            <a:solidFill>
              <a:srgbClr val="000000"/>
            </a:solidFill>
          </a:ln>
        </p:spPr>
        <p:txBody>
          <a:bodyPr wrap="square" lIns="0" tIns="0" rIns="0" bIns="0" rtlCol="0"/>
          <a:lstStyle/>
          <a:p>
            <a:endParaRPr/>
          </a:p>
        </p:txBody>
      </p:sp>
      <p:sp>
        <p:nvSpPr>
          <p:cNvPr id="17" name="object 17"/>
          <p:cNvSpPr/>
          <p:nvPr/>
        </p:nvSpPr>
        <p:spPr>
          <a:xfrm>
            <a:off x="852319" y="3348262"/>
            <a:ext cx="3035300" cy="700405"/>
          </a:xfrm>
          <a:custGeom>
            <a:avLst/>
            <a:gdLst/>
            <a:ahLst/>
            <a:cxnLst/>
            <a:rect l="l" t="t" r="r" b="b"/>
            <a:pathLst>
              <a:path w="3035300" h="700404">
                <a:moveTo>
                  <a:pt x="1517650" y="0"/>
                </a:moveTo>
                <a:lnTo>
                  <a:pt x="1444118" y="403"/>
                </a:lnTo>
                <a:lnTo>
                  <a:pt x="1371490" y="1602"/>
                </a:lnTo>
                <a:lnTo>
                  <a:pt x="1299844" y="3577"/>
                </a:lnTo>
                <a:lnTo>
                  <a:pt x="1229261" y="6311"/>
                </a:lnTo>
                <a:lnTo>
                  <a:pt x="1159819" y="9785"/>
                </a:lnTo>
                <a:lnTo>
                  <a:pt x="1091599" y="13981"/>
                </a:lnTo>
                <a:lnTo>
                  <a:pt x="1024679" y="18880"/>
                </a:lnTo>
                <a:lnTo>
                  <a:pt x="959139" y="24464"/>
                </a:lnTo>
                <a:lnTo>
                  <a:pt x="895059" y="30715"/>
                </a:lnTo>
                <a:lnTo>
                  <a:pt x="832519" y="37615"/>
                </a:lnTo>
                <a:lnTo>
                  <a:pt x="771597" y="45144"/>
                </a:lnTo>
                <a:lnTo>
                  <a:pt x="712373" y="53285"/>
                </a:lnTo>
                <a:lnTo>
                  <a:pt x="654927" y="62020"/>
                </a:lnTo>
                <a:lnTo>
                  <a:pt x="599338" y="71329"/>
                </a:lnTo>
                <a:lnTo>
                  <a:pt x="545685" y="81195"/>
                </a:lnTo>
                <a:lnTo>
                  <a:pt x="494049" y="91600"/>
                </a:lnTo>
                <a:lnTo>
                  <a:pt x="444509" y="102525"/>
                </a:lnTo>
                <a:lnTo>
                  <a:pt x="397144" y="113951"/>
                </a:lnTo>
                <a:lnTo>
                  <a:pt x="352033" y="125861"/>
                </a:lnTo>
                <a:lnTo>
                  <a:pt x="309257" y="138236"/>
                </a:lnTo>
                <a:lnTo>
                  <a:pt x="268895" y="151057"/>
                </a:lnTo>
                <a:lnTo>
                  <a:pt x="231025" y="164307"/>
                </a:lnTo>
                <a:lnTo>
                  <a:pt x="163084" y="192018"/>
                </a:lnTo>
                <a:lnTo>
                  <a:pt x="106070" y="221223"/>
                </a:lnTo>
                <a:lnTo>
                  <a:pt x="60618" y="251775"/>
                </a:lnTo>
                <a:lnTo>
                  <a:pt x="27365" y="283527"/>
                </a:lnTo>
                <a:lnTo>
                  <a:pt x="6947" y="316332"/>
                </a:lnTo>
                <a:lnTo>
                  <a:pt x="0" y="350043"/>
                </a:lnTo>
                <a:lnTo>
                  <a:pt x="1750" y="367003"/>
                </a:lnTo>
                <a:lnTo>
                  <a:pt x="27365" y="416560"/>
                </a:lnTo>
                <a:lnTo>
                  <a:pt x="60618" y="448312"/>
                </a:lnTo>
                <a:lnTo>
                  <a:pt x="106070" y="478863"/>
                </a:lnTo>
                <a:lnTo>
                  <a:pt x="163084" y="508068"/>
                </a:lnTo>
                <a:lnTo>
                  <a:pt x="231025" y="535779"/>
                </a:lnTo>
                <a:lnTo>
                  <a:pt x="268895" y="549029"/>
                </a:lnTo>
                <a:lnTo>
                  <a:pt x="309257" y="561851"/>
                </a:lnTo>
                <a:lnTo>
                  <a:pt x="352033" y="574226"/>
                </a:lnTo>
                <a:lnTo>
                  <a:pt x="397144" y="586135"/>
                </a:lnTo>
                <a:lnTo>
                  <a:pt x="444509" y="597562"/>
                </a:lnTo>
                <a:lnTo>
                  <a:pt x="494049" y="608486"/>
                </a:lnTo>
                <a:lnTo>
                  <a:pt x="545685" y="618891"/>
                </a:lnTo>
                <a:lnTo>
                  <a:pt x="599338" y="628757"/>
                </a:lnTo>
                <a:lnTo>
                  <a:pt x="654927" y="638067"/>
                </a:lnTo>
                <a:lnTo>
                  <a:pt x="712373" y="646801"/>
                </a:lnTo>
                <a:lnTo>
                  <a:pt x="771597" y="654943"/>
                </a:lnTo>
                <a:lnTo>
                  <a:pt x="832519" y="662472"/>
                </a:lnTo>
                <a:lnTo>
                  <a:pt x="895059" y="669371"/>
                </a:lnTo>
                <a:lnTo>
                  <a:pt x="959139" y="675622"/>
                </a:lnTo>
                <a:lnTo>
                  <a:pt x="1024679" y="681206"/>
                </a:lnTo>
                <a:lnTo>
                  <a:pt x="1091599" y="686106"/>
                </a:lnTo>
                <a:lnTo>
                  <a:pt x="1159819" y="690301"/>
                </a:lnTo>
                <a:lnTo>
                  <a:pt x="1229261" y="693775"/>
                </a:lnTo>
                <a:lnTo>
                  <a:pt x="1299844" y="696509"/>
                </a:lnTo>
                <a:lnTo>
                  <a:pt x="1371490" y="698485"/>
                </a:lnTo>
                <a:lnTo>
                  <a:pt x="1444118" y="699683"/>
                </a:lnTo>
                <a:lnTo>
                  <a:pt x="1517650" y="700087"/>
                </a:lnTo>
                <a:lnTo>
                  <a:pt x="1591181" y="699683"/>
                </a:lnTo>
                <a:lnTo>
                  <a:pt x="1663809" y="698485"/>
                </a:lnTo>
                <a:lnTo>
                  <a:pt x="1735455" y="696509"/>
                </a:lnTo>
                <a:lnTo>
                  <a:pt x="1806038" y="693775"/>
                </a:lnTo>
                <a:lnTo>
                  <a:pt x="1875480" y="690301"/>
                </a:lnTo>
                <a:lnTo>
                  <a:pt x="1943700" y="686106"/>
                </a:lnTo>
                <a:lnTo>
                  <a:pt x="2010620" y="681206"/>
                </a:lnTo>
                <a:lnTo>
                  <a:pt x="2076160" y="675622"/>
                </a:lnTo>
                <a:lnTo>
                  <a:pt x="2140240" y="669371"/>
                </a:lnTo>
                <a:lnTo>
                  <a:pt x="2202780" y="662472"/>
                </a:lnTo>
                <a:lnTo>
                  <a:pt x="2263702" y="654943"/>
                </a:lnTo>
                <a:lnTo>
                  <a:pt x="2322926" y="646801"/>
                </a:lnTo>
                <a:lnTo>
                  <a:pt x="2380372" y="638067"/>
                </a:lnTo>
                <a:lnTo>
                  <a:pt x="2435961" y="628757"/>
                </a:lnTo>
                <a:lnTo>
                  <a:pt x="2489614" y="618891"/>
                </a:lnTo>
                <a:lnTo>
                  <a:pt x="2541250" y="608486"/>
                </a:lnTo>
                <a:lnTo>
                  <a:pt x="2590790" y="597562"/>
                </a:lnTo>
                <a:lnTo>
                  <a:pt x="2638155" y="586135"/>
                </a:lnTo>
                <a:lnTo>
                  <a:pt x="2683266" y="574226"/>
                </a:lnTo>
                <a:lnTo>
                  <a:pt x="2726042" y="561851"/>
                </a:lnTo>
                <a:lnTo>
                  <a:pt x="2766404" y="549029"/>
                </a:lnTo>
                <a:lnTo>
                  <a:pt x="2804274" y="535779"/>
                </a:lnTo>
                <a:lnTo>
                  <a:pt x="2872215" y="508068"/>
                </a:lnTo>
                <a:lnTo>
                  <a:pt x="2929229" y="478863"/>
                </a:lnTo>
                <a:lnTo>
                  <a:pt x="2974681" y="448312"/>
                </a:lnTo>
                <a:lnTo>
                  <a:pt x="3007934" y="416560"/>
                </a:lnTo>
                <a:lnTo>
                  <a:pt x="3028352" y="383755"/>
                </a:lnTo>
                <a:lnTo>
                  <a:pt x="3035300" y="350043"/>
                </a:lnTo>
                <a:lnTo>
                  <a:pt x="3033549" y="333083"/>
                </a:lnTo>
                <a:lnTo>
                  <a:pt x="3007934" y="283527"/>
                </a:lnTo>
                <a:lnTo>
                  <a:pt x="2974681" y="251775"/>
                </a:lnTo>
                <a:lnTo>
                  <a:pt x="2929229" y="221223"/>
                </a:lnTo>
                <a:lnTo>
                  <a:pt x="2872215" y="192018"/>
                </a:lnTo>
                <a:lnTo>
                  <a:pt x="2804274" y="164307"/>
                </a:lnTo>
                <a:lnTo>
                  <a:pt x="2766404" y="151057"/>
                </a:lnTo>
                <a:lnTo>
                  <a:pt x="2726042" y="138236"/>
                </a:lnTo>
                <a:lnTo>
                  <a:pt x="2683266" y="125861"/>
                </a:lnTo>
                <a:lnTo>
                  <a:pt x="2638155" y="113951"/>
                </a:lnTo>
                <a:lnTo>
                  <a:pt x="2590790" y="102525"/>
                </a:lnTo>
                <a:lnTo>
                  <a:pt x="2541250" y="91600"/>
                </a:lnTo>
                <a:lnTo>
                  <a:pt x="2489614" y="81195"/>
                </a:lnTo>
                <a:lnTo>
                  <a:pt x="2435961" y="71329"/>
                </a:lnTo>
                <a:lnTo>
                  <a:pt x="2380372" y="62020"/>
                </a:lnTo>
                <a:lnTo>
                  <a:pt x="2322926" y="53285"/>
                </a:lnTo>
                <a:lnTo>
                  <a:pt x="2263702" y="45144"/>
                </a:lnTo>
                <a:lnTo>
                  <a:pt x="2202780" y="37615"/>
                </a:lnTo>
                <a:lnTo>
                  <a:pt x="2140240" y="30715"/>
                </a:lnTo>
                <a:lnTo>
                  <a:pt x="2076160" y="24464"/>
                </a:lnTo>
                <a:lnTo>
                  <a:pt x="2010620" y="18880"/>
                </a:lnTo>
                <a:lnTo>
                  <a:pt x="1943700" y="13981"/>
                </a:lnTo>
                <a:lnTo>
                  <a:pt x="1875480" y="9785"/>
                </a:lnTo>
                <a:lnTo>
                  <a:pt x="1806038" y="6311"/>
                </a:lnTo>
                <a:lnTo>
                  <a:pt x="1735455" y="3577"/>
                </a:lnTo>
                <a:lnTo>
                  <a:pt x="1663809" y="1602"/>
                </a:lnTo>
                <a:lnTo>
                  <a:pt x="1591181" y="403"/>
                </a:lnTo>
                <a:lnTo>
                  <a:pt x="1517650" y="0"/>
                </a:lnTo>
                <a:close/>
              </a:path>
            </a:pathLst>
          </a:custGeom>
          <a:solidFill>
            <a:srgbClr val="F2913F"/>
          </a:solidFill>
        </p:spPr>
        <p:txBody>
          <a:bodyPr wrap="square" lIns="0" tIns="0" rIns="0" bIns="0" rtlCol="0"/>
          <a:lstStyle/>
          <a:p>
            <a:endParaRPr/>
          </a:p>
        </p:txBody>
      </p:sp>
      <p:sp>
        <p:nvSpPr>
          <p:cNvPr id="18" name="object 18"/>
          <p:cNvSpPr/>
          <p:nvPr/>
        </p:nvSpPr>
        <p:spPr>
          <a:xfrm>
            <a:off x="852319" y="3348262"/>
            <a:ext cx="3035300" cy="700405"/>
          </a:xfrm>
          <a:custGeom>
            <a:avLst/>
            <a:gdLst/>
            <a:ahLst/>
            <a:cxnLst/>
            <a:rect l="l" t="t" r="r" b="b"/>
            <a:pathLst>
              <a:path w="3035300" h="700404">
                <a:moveTo>
                  <a:pt x="0" y="350043"/>
                </a:moveTo>
                <a:lnTo>
                  <a:pt x="15512" y="299807"/>
                </a:lnTo>
                <a:lnTo>
                  <a:pt x="42427" y="267510"/>
                </a:lnTo>
                <a:lnTo>
                  <a:pt x="81859" y="236340"/>
                </a:lnTo>
                <a:lnTo>
                  <a:pt x="133171" y="206444"/>
                </a:lnTo>
                <a:lnTo>
                  <a:pt x="195728" y="177967"/>
                </a:lnTo>
                <a:lnTo>
                  <a:pt x="268894" y="151057"/>
                </a:lnTo>
                <a:lnTo>
                  <a:pt x="309257" y="138236"/>
                </a:lnTo>
                <a:lnTo>
                  <a:pt x="352033" y="125861"/>
                </a:lnTo>
                <a:lnTo>
                  <a:pt x="397144" y="113951"/>
                </a:lnTo>
                <a:lnTo>
                  <a:pt x="444509" y="102525"/>
                </a:lnTo>
                <a:lnTo>
                  <a:pt x="494049" y="91600"/>
                </a:lnTo>
                <a:lnTo>
                  <a:pt x="545685" y="81196"/>
                </a:lnTo>
                <a:lnTo>
                  <a:pt x="599337" y="71329"/>
                </a:lnTo>
                <a:lnTo>
                  <a:pt x="654926" y="62020"/>
                </a:lnTo>
                <a:lnTo>
                  <a:pt x="712372" y="53285"/>
                </a:lnTo>
                <a:lnTo>
                  <a:pt x="771596" y="45144"/>
                </a:lnTo>
                <a:lnTo>
                  <a:pt x="832518" y="37615"/>
                </a:lnTo>
                <a:lnTo>
                  <a:pt x="895059" y="30715"/>
                </a:lnTo>
                <a:lnTo>
                  <a:pt x="959139" y="24464"/>
                </a:lnTo>
                <a:lnTo>
                  <a:pt x="1024678" y="18880"/>
                </a:lnTo>
                <a:lnTo>
                  <a:pt x="1091598" y="13981"/>
                </a:lnTo>
                <a:lnTo>
                  <a:pt x="1159819" y="9785"/>
                </a:lnTo>
                <a:lnTo>
                  <a:pt x="1229260" y="6311"/>
                </a:lnTo>
                <a:lnTo>
                  <a:pt x="1299844" y="3577"/>
                </a:lnTo>
                <a:lnTo>
                  <a:pt x="1371489" y="1602"/>
                </a:lnTo>
                <a:lnTo>
                  <a:pt x="1444118" y="403"/>
                </a:lnTo>
                <a:lnTo>
                  <a:pt x="1517649" y="0"/>
                </a:lnTo>
                <a:lnTo>
                  <a:pt x="1591181" y="403"/>
                </a:lnTo>
                <a:lnTo>
                  <a:pt x="1663809" y="1602"/>
                </a:lnTo>
                <a:lnTo>
                  <a:pt x="1735454" y="3577"/>
                </a:lnTo>
                <a:lnTo>
                  <a:pt x="1806038" y="6311"/>
                </a:lnTo>
                <a:lnTo>
                  <a:pt x="1875480" y="9785"/>
                </a:lnTo>
                <a:lnTo>
                  <a:pt x="1943700" y="13981"/>
                </a:lnTo>
                <a:lnTo>
                  <a:pt x="2010620" y="18880"/>
                </a:lnTo>
                <a:lnTo>
                  <a:pt x="2076159" y="24464"/>
                </a:lnTo>
                <a:lnTo>
                  <a:pt x="2140239" y="30715"/>
                </a:lnTo>
                <a:lnTo>
                  <a:pt x="2202780" y="37615"/>
                </a:lnTo>
                <a:lnTo>
                  <a:pt x="2263702" y="45144"/>
                </a:lnTo>
                <a:lnTo>
                  <a:pt x="2322926" y="53285"/>
                </a:lnTo>
                <a:lnTo>
                  <a:pt x="2380372" y="62020"/>
                </a:lnTo>
                <a:lnTo>
                  <a:pt x="2435961" y="71329"/>
                </a:lnTo>
                <a:lnTo>
                  <a:pt x="2489613" y="81196"/>
                </a:lnTo>
                <a:lnTo>
                  <a:pt x="2541249" y="91600"/>
                </a:lnTo>
                <a:lnTo>
                  <a:pt x="2590789" y="102525"/>
                </a:lnTo>
                <a:lnTo>
                  <a:pt x="2638155" y="113951"/>
                </a:lnTo>
                <a:lnTo>
                  <a:pt x="2683265" y="125861"/>
                </a:lnTo>
                <a:lnTo>
                  <a:pt x="2726041" y="138236"/>
                </a:lnTo>
                <a:lnTo>
                  <a:pt x="2766404" y="151057"/>
                </a:lnTo>
                <a:lnTo>
                  <a:pt x="2804273" y="164307"/>
                </a:lnTo>
                <a:lnTo>
                  <a:pt x="2872214" y="192019"/>
                </a:lnTo>
                <a:lnTo>
                  <a:pt x="2929229" y="221224"/>
                </a:lnTo>
                <a:lnTo>
                  <a:pt x="2974680" y="251775"/>
                </a:lnTo>
                <a:lnTo>
                  <a:pt x="3007933" y="283527"/>
                </a:lnTo>
                <a:lnTo>
                  <a:pt x="3028351" y="316332"/>
                </a:lnTo>
                <a:lnTo>
                  <a:pt x="3035299" y="350043"/>
                </a:lnTo>
                <a:lnTo>
                  <a:pt x="3033549" y="367003"/>
                </a:lnTo>
                <a:lnTo>
                  <a:pt x="3007933" y="416560"/>
                </a:lnTo>
                <a:lnTo>
                  <a:pt x="2974680" y="448311"/>
                </a:lnTo>
                <a:lnTo>
                  <a:pt x="2929229" y="478863"/>
                </a:lnTo>
                <a:lnTo>
                  <a:pt x="2872214" y="508068"/>
                </a:lnTo>
                <a:lnTo>
                  <a:pt x="2804273" y="535779"/>
                </a:lnTo>
                <a:lnTo>
                  <a:pt x="2766404" y="549029"/>
                </a:lnTo>
                <a:lnTo>
                  <a:pt x="2726041" y="561851"/>
                </a:lnTo>
                <a:lnTo>
                  <a:pt x="2683265" y="574226"/>
                </a:lnTo>
                <a:lnTo>
                  <a:pt x="2638155" y="586135"/>
                </a:lnTo>
                <a:lnTo>
                  <a:pt x="2590789" y="597562"/>
                </a:lnTo>
                <a:lnTo>
                  <a:pt x="2541249" y="608487"/>
                </a:lnTo>
                <a:lnTo>
                  <a:pt x="2489613" y="618891"/>
                </a:lnTo>
                <a:lnTo>
                  <a:pt x="2435961" y="628757"/>
                </a:lnTo>
                <a:lnTo>
                  <a:pt x="2380372" y="638067"/>
                </a:lnTo>
                <a:lnTo>
                  <a:pt x="2322926" y="646802"/>
                </a:lnTo>
                <a:lnTo>
                  <a:pt x="2263702" y="654943"/>
                </a:lnTo>
                <a:lnTo>
                  <a:pt x="2202780" y="662472"/>
                </a:lnTo>
                <a:lnTo>
                  <a:pt x="2140239" y="669371"/>
                </a:lnTo>
                <a:lnTo>
                  <a:pt x="2076159" y="675622"/>
                </a:lnTo>
                <a:lnTo>
                  <a:pt x="2010620" y="681207"/>
                </a:lnTo>
                <a:lnTo>
                  <a:pt x="1943700" y="686106"/>
                </a:lnTo>
                <a:lnTo>
                  <a:pt x="1875480" y="690301"/>
                </a:lnTo>
                <a:lnTo>
                  <a:pt x="1806038" y="693775"/>
                </a:lnTo>
                <a:lnTo>
                  <a:pt x="1735454" y="696509"/>
                </a:lnTo>
                <a:lnTo>
                  <a:pt x="1663809" y="698485"/>
                </a:lnTo>
                <a:lnTo>
                  <a:pt x="1591181" y="699684"/>
                </a:lnTo>
                <a:lnTo>
                  <a:pt x="1517649" y="700087"/>
                </a:lnTo>
                <a:lnTo>
                  <a:pt x="1444118" y="699684"/>
                </a:lnTo>
                <a:lnTo>
                  <a:pt x="1371489" y="698485"/>
                </a:lnTo>
                <a:lnTo>
                  <a:pt x="1299844" y="696509"/>
                </a:lnTo>
                <a:lnTo>
                  <a:pt x="1229260" y="693775"/>
                </a:lnTo>
                <a:lnTo>
                  <a:pt x="1159819" y="690301"/>
                </a:lnTo>
                <a:lnTo>
                  <a:pt x="1091598" y="686106"/>
                </a:lnTo>
                <a:lnTo>
                  <a:pt x="1024678" y="681207"/>
                </a:lnTo>
                <a:lnTo>
                  <a:pt x="959139" y="675622"/>
                </a:lnTo>
                <a:lnTo>
                  <a:pt x="895059" y="669371"/>
                </a:lnTo>
                <a:lnTo>
                  <a:pt x="832518" y="662472"/>
                </a:lnTo>
                <a:lnTo>
                  <a:pt x="771596" y="654943"/>
                </a:lnTo>
                <a:lnTo>
                  <a:pt x="712372" y="646802"/>
                </a:lnTo>
                <a:lnTo>
                  <a:pt x="654926" y="638067"/>
                </a:lnTo>
                <a:lnTo>
                  <a:pt x="599337" y="628757"/>
                </a:lnTo>
                <a:lnTo>
                  <a:pt x="545685" y="618891"/>
                </a:lnTo>
                <a:lnTo>
                  <a:pt x="494049" y="608487"/>
                </a:lnTo>
                <a:lnTo>
                  <a:pt x="444509" y="597562"/>
                </a:lnTo>
                <a:lnTo>
                  <a:pt x="397144" y="586135"/>
                </a:lnTo>
                <a:lnTo>
                  <a:pt x="352033" y="574226"/>
                </a:lnTo>
                <a:lnTo>
                  <a:pt x="309257" y="561851"/>
                </a:lnTo>
                <a:lnTo>
                  <a:pt x="268894" y="549029"/>
                </a:lnTo>
                <a:lnTo>
                  <a:pt x="231025" y="535779"/>
                </a:lnTo>
                <a:lnTo>
                  <a:pt x="163084" y="508068"/>
                </a:lnTo>
                <a:lnTo>
                  <a:pt x="106070" y="478863"/>
                </a:lnTo>
                <a:lnTo>
                  <a:pt x="60618" y="448311"/>
                </a:lnTo>
                <a:lnTo>
                  <a:pt x="27365" y="416560"/>
                </a:lnTo>
                <a:lnTo>
                  <a:pt x="6947" y="383755"/>
                </a:lnTo>
                <a:lnTo>
                  <a:pt x="0" y="350043"/>
                </a:lnTo>
                <a:close/>
              </a:path>
            </a:pathLst>
          </a:custGeom>
          <a:ln w="28574">
            <a:solidFill>
              <a:srgbClr val="A76585"/>
            </a:solidFill>
          </a:ln>
        </p:spPr>
        <p:txBody>
          <a:bodyPr wrap="square" lIns="0" tIns="0" rIns="0" bIns="0" rtlCol="0"/>
          <a:lstStyle/>
          <a:p>
            <a:endParaRPr/>
          </a:p>
        </p:txBody>
      </p:sp>
      <p:sp>
        <p:nvSpPr>
          <p:cNvPr id="19" name="object 19"/>
          <p:cNvSpPr txBox="1"/>
          <p:nvPr/>
        </p:nvSpPr>
        <p:spPr>
          <a:xfrm>
            <a:off x="1798478" y="3502726"/>
            <a:ext cx="114046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Use</a:t>
            </a:r>
            <a:r>
              <a:rPr sz="2400" spc="-85" dirty="0">
                <a:latin typeface="Calibri" panose="020F0502020204030204"/>
                <a:cs typeface="Calibri" panose="020F0502020204030204"/>
              </a:rPr>
              <a:t> </a:t>
            </a:r>
            <a:r>
              <a:rPr sz="2400" dirty="0">
                <a:latin typeface="Calibri" panose="020F0502020204030204"/>
                <a:cs typeface="Calibri" panose="020F0502020204030204"/>
              </a:rPr>
              <a:t>Case</a:t>
            </a:r>
            <a:endParaRPr sz="2400">
              <a:latin typeface="Calibri" panose="020F0502020204030204"/>
              <a:cs typeface="Calibri" panose="020F0502020204030204"/>
            </a:endParaRPr>
          </a:p>
        </p:txBody>
      </p:sp>
      <p:sp>
        <p:nvSpPr>
          <p:cNvPr id="20" name="object 20"/>
          <p:cNvSpPr/>
          <p:nvPr/>
        </p:nvSpPr>
        <p:spPr>
          <a:xfrm>
            <a:off x="1587647" y="4941168"/>
            <a:ext cx="1879600" cy="0"/>
          </a:xfrm>
          <a:custGeom>
            <a:avLst/>
            <a:gdLst/>
            <a:ahLst/>
            <a:cxnLst/>
            <a:rect l="l" t="t" r="r" b="b"/>
            <a:pathLst>
              <a:path w="1879600">
                <a:moveTo>
                  <a:pt x="0" y="0"/>
                </a:moveTo>
                <a:lnTo>
                  <a:pt x="1879025" y="0"/>
                </a:lnTo>
              </a:path>
            </a:pathLst>
          </a:custGeom>
          <a:ln w="28574">
            <a:solidFill>
              <a:srgbClr val="000000"/>
            </a:solidFill>
          </a:ln>
        </p:spPr>
        <p:txBody>
          <a:bodyPr wrap="square" lIns="0" tIns="0" rIns="0" bIns="0" rtlCol="0"/>
          <a:lstStyle/>
          <a:p>
            <a:endParaRPr/>
          </a:p>
        </p:txBody>
      </p:sp>
      <p:sp>
        <p:nvSpPr>
          <p:cNvPr id="21" name="object 21"/>
          <p:cNvSpPr/>
          <p:nvPr/>
        </p:nvSpPr>
        <p:spPr>
          <a:xfrm>
            <a:off x="1559292" y="4874844"/>
            <a:ext cx="130397" cy="132647"/>
          </a:xfrm>
          <a:prstGeom prst="rect">
            <a:avLst/>
          </a:prstGeom>
          <a:blipFill>
            <a:blip r:embed="rId3" cstate="print"/>
            <a:stretch>
              <a:fillRect/>
            </a:stretch>
          </a:blipFill>
        </p:spPr>
        <p:txBody>
          <a:bodyPr wrap="square" lIns="0" tIns="0" rIns="0" bIns="0" rtlCol="0"/>
          <a:lstStyle/>
          <a:p>
            <a:endParaRPr/>
          </a:p>
        </p:txBody>
      </p:sp>
      <p:sp>
        <p:nvSpPr>
          <p:cNvPr id="22" name="object 22"/>
          <p:cNvSpPr/>
          <p:nvPr/>
        </p:nvSpPr>
        <p:spPr>
          <a:xfrm>
            <a:off x="1559289" y="5229198"/>
            <a:ext cx="1907539" cy="0"/>
          </a:xfrm>
          <a:custGeom>
            <a:avLst/>
            <a:gdLst/>
            <a:ahLst/>
            <a:cxnLst/>
            <a:rect l="l" t="t" r="r" b="b"/>
            <a:pathLst>
              <a:path w="1907539">
                <a:moveTo>
                  <a:pt x="1907117" y="0"/>
                </a:moveTo>
                <a:lnTo>
                  <a:pt x="0" y="0"/>
                </a:lnTo>
              </a:path>
            </a:pathLst>
          </a:custGeom>
          <a:ln w="38099">
            <a:solidFill>
              <a:srgbClr val="000000"/>
            </a:solidFill>
          </a:ln>
        </p:spPr>
        <p:txBody>
          <a:bodyPr wrap="square" lIns="0" tIns="0" rIns="0" bIns="0" rtlCol="0"/>
          <a:lstStyle/>
          <a:p>
            <a:endParaRPr/>
          </a:p>
        </p:txBody>
      </p:sp>
      <p:sp>
        <p:nvSpPr>
          <p:cNvPr id="23" name="object 23"/>
          <p:cNvSpPr txBox="1"/>
          <p:nvPr/>
        </p:nvSpPr>
        <p:spPr>
          <a:xfrm>
            <a:off x="1353343" y="2666556"/>
            <a:ext cx="53149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Actor</a:t>
            </a:r>
            <a:endParaRPr sz="1800">
              <a:latin typeface="Calibri" panose="020F0502020204030204"/>
              <a:cs typeface="Calibri" panose="020F0502020204030204"/>
            </a:endParaRPr>
          </a:p>
        </p:txBody>
      </p:sp>
      <p:sp>
        <p:nvSpPr>
          <p:cNvPr id="24" name="object 24"/>
          <p:cNvSpPr/>
          <p:nvPr/>
        </p:nvSpPr>
        <p:spPr>
          <a:xfrm>
            <a:off x="1460169" y="1929955"/>
            <a:ext cx="358775" cy="250825"/>
          </a:xfrm>
          <a:custGeom>
            <a:avLst/>
            <a:gdLst/>
            <a:ahLst/>
            <a:cxnLst/>
            <a:rect l="l" t="t" r="r" b="b"/>
            <a:pathLst>
              <a:path w="358775" h="250825">
                <a:moveTo>
                  <a:pt x="213608" y="0"/>
                </a:moveTo>
                <a:lnTo>
                  <a:pt x="135933" y="0"/>
                </a:lnTo>
                <a:lnTo>
                  <a:pt x="102391" y="6350"/>
                </a:lnTo>
                <a:lnTo>
                  <a:pt x="51194" y="36512"/>
                </a:lnTo>
                <a:lnTo>
                  <a:pt x="8826" y="74612"/>
                </a:lnTo>
                <a:lnTo>
                  <a:pt x="0" y="98425"/>
                </a:lnTo>
                <a:lnTo>
                  <a:pt x="0" y="153987"/>
                </a:lnTo>
                <a:lnTo>
                  <a:pt x="8826" y="177800"/>
                </a:lnTo>
                <a:lnTo>
                  <a:pt x="24715" y="196850"/>
                </a:lnTo>
                <a:lnTo>
                  <a:pt x="51194" y="214312"/>
                </a:lnTo>
                <a:lnTo>
                  <a:pt x="75910" y="233362"/>
                </a:lnTo>
                <a:lnTo>
                  <a:pt x="102391" y="244475"/>
                </a:lnTo>
                <a:lnTo>
                  <a:pt x="135933" y="250825"/>
                </a:lnTo>
                <a:lnTo>
                  <a:pt x="213608" y="250825"/>
                </a:lnTo>
                <a:lnTo>
                  <a:pt x="247149" y="244475"/>
                </a:lnTo>
                <a:lnTo>
                  <a:pt x="273630" y="233362"/>
                </a:lnTo>
                <a:lnTo>
                  <a:pt x="298345" y="214312"/>
                </a:lnTo>
                <a:lnTo>
                  <a:pt x="323060" y="196850"/>
                </a:lnTo>
                <a:lnTo>
                  <a:pt x="340714" y="177800"/>
                </a:lnTo>
                <a:lnTo>
                  <a:pt x="349540" y="153987"/>
                </a:lnTo>
                <a:lnTo>
                  <a:pt x="358367" y="128587"/>
                </a:lnTo>
                <a:lnTo>
                  <a:pt x="349540" y="98425"/>
                </a:lnTo>
                <a:lnTo>
                  <a:pt x="323060" y="55562"/>
                </a:lnTo>
                <a:lnTo>
                  <a:pt x="273630" y="19050"/>
                </a:lnTo>
                <a:lnTo>
                  <a:pt x="247149" y="6350"/>
                </a:lnTo>
                <a:lnTo>
                  <a:pt x="213608" y="0"/>
                </a:lnTo>
                <a:close/>
              </a:path>
            </a:pathLst>
          </a:custGeom>
          <a:solidFill>
            <a:srgbClr val="F2913F"/>
          </a:solidFill>
        </p:spPr>
        <p:txBody>
          <a:bodyPr wrap="square" lIns="0" tIns="0" rIns="0" bIns="0" rtlCol="0"/>
          <a:lstStyle/>
          <a:p>
            <a:endParaRPr/>
          </a:p>
        </p:txBody>
      </p:sp>
      <p:sp>
        <p:nvSpPr>
          <p:cNvPr id="25" name="object 25"/>
          <p:cNvSpPr/>
          <p:nvPr/>
        </p:nvSpPr>
        <p:spPr>
          <a:xfrm>
            <a:off x="1460169" y="1929955"/>
            <a:ext cx="358775" cy="250825"/>
          </a:xfrm>
          <a:custGeom>
            <a:avLst/>
            <a:gdLst/>
            <a:ahLst/>
            <a:cxnLst/>
            <a:rect l="l" t="t" r="r" b="b"/>
            <a:pathLst>
              <a:path w="358775" h="250825">
                <a:moveTo>
                  <a:pt x="178301" y="0"/>
                </a:moveTo>
                <a:lnTo>
                  <a:pt x="213608" y="0"/>
                </a:lnTo>
                <a:lnTo>
                  <a:pt x="247150" y="6349"/>
                </a:lnTo>
                <a:lnTo>
                  <a:pt x="298345" y="36512"/>
                </a:lnTo>
                <a:lnTo>
                  <a:pt x="340714" y="74612"/>
                </a:lnTo>
                <a:lnTo>
                  <a:pt x="358367" y="128587"/>
                </a:lnTo>
                <a:lnTo>
                  <a:pt x="349540" y="153987"/>
                </a:lnTo>
                <a:lnTo>
                  <a:pt x="340714" y="177799"/>
                </a:lnTo>
                <a:lnTo>
                  <a:pt x="323060" y="196849"/>
                </a:lnTo>
                <a:lnTo>
                  <a:pt x="298345" y="214312"/>
                </a:lnTo>
                <a:lnTo>
                  <a:pt x="273630" y="233362"/>
                </a:lnTo>
                <a:lnTo>
                  <a:pt x="247150" y="244474"/>
                </a:lnTo>
                <a:lnTo>
                  <a:pt x="213608" y="250824"/>
                </a:lnTo>
                <a:lnTo>
                  <a:pt x="178301" y="250824"/>
                </a:lnTo>
                <a:lnTo>
                  <a:pt x="135932" y="250824"/>
                </a:lnTo>
                <a:lnTo>
                  <a:pt x="102390" y="244474"/>
                </a:lnTo>
                <a:lnTo>
                  <a:pt x="75910" y="233362"/>
                </a:lnTo>
                <a:lnTo>
                  <a:pt x="51195" y="214312"/>
                </a:lnTo>
                <a:lnTo>
                  <a:pt x="24715" y="196849"/>
                </a:lnTo>
                <a:lnTo>
                  <a:pt x="8826" y="177799"/>
                </a:lnTo>
                <a:lnTo>
                  <a:pt x="0" y="153987"/>
                </a:lnTo>
                <a:lnTo>
                  <a:pt x="0" y="128587"/>
                </a:lnTo>
                <a:lnTo>
                  <a:pt x="0" y="98424"/>
                </a:lnTo>
                <a:lnTo>
                  <a:pt x="24715" y="55562"/>
                </a:lnTo>
                <a:lnTo>
                  <a:pt x="75910" y="19049"/>
                </a:lnTo>
                <a:lnTo>
                  <a:pt x="135932" y="0"/>
                </a:lnTo>
                <a:lnTo>
                  <a:pt x="178301" y="0"/>
                </a:lnTo>
                <a:close/>
              </a:path>
            </a:pathLst>
          </a:custGeom>
          <a:ln w="28574">
            <a:solidFill>
              <a:srgbClr val="000000"/>
            </a:solidFill>
          </a:ln>
        </p:spPr>
        <p:txBody>
          <a:bodyPr wrap="square" lIns="0" tIns="0" rIns="0" bIns="0" rtlCol="0"/>
          <a:lstStyle/>
          <a:p>
            <a:endParaRPr/>
          </a:p>
        </p:txBody>
      </p:sp>
      <p:sp>
        <p:nvSpPr>
          <p:cNvPr id="26" name="object 26"/>
          <p:cNvSpPr/>
          <p:nvPr/>
        </p:nvSpPr>
        <p:spPr>
          <a:xfrm>
            <a:off x="1460169" y="1929955"/>
            <a:ext cx="358775" cy="250825"/>
          </a:xfrm>
          <a:custGeom>
            <a:avLst/>
            <a:gdLst/>
            <a:ahLst/>
            <a:cxnLst/>
            <a:rect l="l" t="t" r="r" b="b"/>
            <a:pathLst>
              <a:path w="358775" h="250825">
                <a:moveTo>
                  <a:pt x="178301" y="0"/>
                </a:moveTo>
                <a:lnTo>
                  <a:pt x="213608" y="0"/>
                </a:lnTo>
                <a:lnTo>
                  <a:pt x="247150" y="6349"/>
                </a:lnTo>
                <a:lnTo>
                  <a:pt x="298345" y="36512"/>
                </a:lnTo>
                <a:lnTo>
                  <a:pt x="340714" y="74612"/>
                </a:lnTo>
                <a:lnTo>
                  <a:pt x="358367" y="128587"/>
                </a:lnTo>
                <a:lnTo>
                  <a:pt x="349540" y="153987"/>
                </a:lnTo>
                <a:lnTo>
                  <a:pt x="340714" y="177799"/>
                </a:lnTo>
                <a:lnTo>
                  <a:pt x="323060" y="196849"/>
                </a:lnTo>
                <a:lnTo>
                  <a:pt x="298345" y="214312"/>
                </a:lnTo>
                <a:lnTo>
                  <a:pt x="273630" y="233362"/>
                </a:lnTo>
                <a:lnTo>
                  <a:pt x="247150" y="244474"/>
                </a:lnTo>
                <a:lnTo>
                  <a:pt x="213608" y="250824"/>
                </a:lnTo>
                <a:lnTo>
                  <a:pt x="178301" y="250824"/>
                </a:lnTo>
                <a:lnTo>
                  <a:pt x="135932" y="250824"/>
                </a:lnTo>
                <a:lnTo>
                  <a:pt x="102390" y="244474"/>
                </a:lnTo>
                <a:lnTo>
                  <a:pt x="75910" y="233362"/>
                </a:lnTo>
                <a:lnTo>
                  <a:pt x="51195" y="214312"/>
                </a:lnTo>
                <a:lnTo>
                  <a:pt x="24715" y="196849"/>
                </a:lnTo>
                <a:lnTo>
                  <a:pt x="8826" y="177799"/>
                </a:lnTo>
                <a:lnTo>
                  <a:pt x="0" y="153987"/>
                </a:lnTo>
                <a:lnTo>
                  <a:pt x="0" y="128587"/>
                </a:lnTo>
                <a:lnTo>
                  <a:pt x="0" y="98424"/>
                </a:lnTo>
                <a:lnTo>
                  <a:pt x="24715" y="55562"/>
                </a:lnTo>
                <a:lnTo>
                  <a:pt x="75910" y="19049"/>
                </a:lnTo>
                <a:lnTo>
                  <a:pt x="135932" y="0"/>
                </a:lnTo>
                <a:lnTo>
                  <a:pt x="178301" y="0"/>
                </a:lnTo>
              </a:path>
            </a:pathLst>
          </a:custGeom>
          <a:ln w="28574">
            <a:solidFill>
              <a:srgbClr val="D6D6D6"/>
            </a:solidFill>
          </a:ln>
        </p:spPr>
        <p:txBody>
          <a:bodyPr wrap="square" lIns="0" tIns="0" rIns="0" bIns="0" rtlCol="0"/>
          <a:lstStyle/>
          <a:p>
            <a:endParaRPr/>
          </a:p>
        </p:txBody>
      </p:sp>
      <p:sp>
        <p:nvSpPr>
          <p:cNvPr id="27" name="object 27"/>
          <p:cNvSpPr/>
          <p:nvPr/>
        </p:nvSpPr>
        <p:spPr>
          <a:xfrm>
            <a:off x="1391320" y="2255393"/>
            <a:ext cx="494665" cy="1905"/>
          </a:xfrm>
          <a:custGeom>
            <a:avLst/>
            <a:gdLst/>
            <a:ahLst/>
            <a:cxnLst/>
            <a:rect l="l" t="t" r="r" b="b"/>
            <a:pathLst>
              <a:path w="494664" h="1905">
                <a:moveTo>
                  <a:pt x="0" y="0"/>
                </a:moveTo>
                <a:lnTo>
                  <a:pt x="494299" y="1587"/>
                </a:lnTo>
              </a:path>
            </a:pathLst>
          </a:custGeom>
          <a:ln w="28574">
            <a:solidFill>
              <a:srgbClr val="000000"/>
            </a:solidFill>
          </a:ln>
        </p:spPr>
        <p:txBody>
          <a:bodyPr wrap="square" lIns="0" tIns="0" rIns="0" bIns="0" rtlCol="0"/>
          <a:lstStyle/>
          <a:p>
            <a:endParaRPr/>
          </a:p>
        </p:txBody>
      </p:sp>
      <p:sp>
        <p:nvSpPr>
          <p:cNvPr id="28" name="object 28"/>
          <p:cNvSpPr/>
          <p:nvPr/>
        </p:nvSpPr>
        <p:spPr>
          <a:xfrm>
            <a:off x="1255387" y="2187130"/>
            <a:ext cx="376555" cy="490855"/>
          </a:xfrm>
          <a:custGeom>
            <a:avLst/>
            <a:gdLst/>
            <a:ahLst/>
            <a:cxnLst/>
            <a:rect l="l" t="t" r="r" b="b"/>
            <a:pathLst>
              <a:path w="376555" h="490855">
                <a:moveTo>
                  <a:pt x="376020" y="0"/>
                </a:moveTo>
                <a:lnTo>
                  <a:pt x="376020" y="227012"/>
                </a:lnTo>
                <a:lnTo>
                  <a:pt x="0" y="490537"/>
                </a:lnTo>
              </a:path>
            </a:pathLst>
          </a:custGeom>
          <a:ln w="28574">
            <a:solidFill>
              <a:srgbClr val="000000"/>
            </a:solidFill>
          </a:ln>
        </p:spPr>
        <p:txBody>
          <a:bodyPr wrap="square" lIns="0" tIns="0" rIns="0" bIns="0" rtlCol="0"/>
          <a:lstStyle/>
          <a:p>
            <a:endParaRPr/>
          </a:p>
        </p:txBody>
      </p:sp>
      <p:sp>
        <p:nvSpPr>
          <p:cNvPr id="29" name="object 29"/>
          <p:cNvSpPr/>
          <p:nvPr/>
        </p:nvSpPr>
        <p:spPr>
          <a:xfrm>
            <a:off x="1631410" y="2407793"/>
            <a:ext cx="374650" cy="274955"/>
          </a:xfrm>
          <a:custGeom>
            <a:avLst/>
            <a:gdLst/>
            <a:ahLst/>
            <a:cxnLst/>
            <a:rect l="l" t="t" r="r" b="b"/>
            <a:pathLst>
              <a:path w="374650" h="274955">
                <a:moveTo>
                  <a:pt x="0" y="0"/>
                </a:moveTo>
                <a:lnTo>
                  <a:pt x="374256" y="274637"/>
                </a:lnTo>
              </a:path>
            </a:pathLst>
          </a:custGeom>
          <a:ln w="28574">
            <a:solidFill>
              <a:srgbClr val="000000"/>
            </a:solidFill>
          </a:ln>
        </p:spPr>
        <p:txBody>
          <a:bodyPr wrap="square" lIns="0" tIns="0" rIns="0" bIns="0" rtlCol="0"/>
          <a:lstStyle/>
          <a:p>
            <a:endParaRPr/>
          </a:p>
        </p:txBody>
      </p:sp>
      <p:sp>
        <p:nvSpPr>
          <p:cNvPr id="32" name="标题 31"/>
          <p:cNvSpPr>
            <a:spLocks noGrp="1"/>
          </p:cNvSpPr>
          <p:nvPr>
            <p:ph type="title"/>
          </p:nvPr>
        </p:nvSpPr>
        <p:spPr/>
        <p:txBody>
          <a:bodyPr/>
          <a:lstStyle/>
          <a:p>
            <a:r>
              <a:rPr lang="zh-CN" altLang="en-US" dirty="0"/>
              <a:t>用例图的主要元素</a:t>
            </a:r>
          </a:p>
        </p:txBody>
      </p:sp>
      <p:sp>
        <p:nvSpPr>
          <p:cNvPr id="33" name="灯片编号占位符 32"/>
          <p:cNvSpPr>
            <a:spLocks noGrp="1"/>
          </p:cNvSpPr>
          <p:nvPr>
            <p:ph type="sldNum" sz="quarter" idx="12"/>
          </p:nvPr>
        </p:nvSpPr>
        <p:spPr/>
        <p:txBody>
          <a:bodyPr/>
          <a:lstStyle/>
          <a:p>
            <a:fld id="{74D2AB8B-5816-41F2-8B4B-CA5C3E4E6A65}" type="slidenum">
              <a:rPr lang="zh-CN" altLang="en-US" smtClean="0"/>
              <a:t>25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312"/>
    </mc:Choice>
    <mc:Fallback xmlns="">
      <p:transition spd="slow" advTm="40312"/>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3589600" y="3429000"/>
            <a:ext cx="7493000" cy="1295400"/>
          </a:xfrm>
          <a:prstGeom prst="rect">
            <a:avLst/>
          </a:prstGeom>
        </p:spPr>
        <p:txBody>
          <a:bodyPr vert="horz" wrap="square" lIns="0" tIns="212090" rIns="0" bIns="0" rtlCol="0">
            <a:spAutoFit/>
          </a:bodyPr>
          <a:lstStyle/>
          <a:p>
            <a:pPr marL="12700">
              <a:lnSpc>
                <a:spcPct val="100000"/>
              </a:lnSpc>
              <a:spcBef>
                <a:spcPts val="1670"/>
              </a:spcBef>
            </a:pPr>
            <a:r>
              <a:rPr sz="2800" dirty="0">
                <a:latin typeface="微软雅黑" panose="020B0503020204020204" pitchFamily="34" charset="-122"/>
                <a:ea typeface="微软雅黑" panose="020B0503020204020204" pitchFamily="34" charset="-122"/>
                <a:cs typeface="华文新魏" panose="02010800040101010101" charset="-122"/>
              </a:rPr>
              <a:t>定义</a:t>
            </a:r>
            <a:r>
              <a:rPr sz="2850" b="1" spc="-55" dirty="0">
                <a:solidFill>
                  <a:srgbClr val="FF0000"/>
                </a:solidFill>
                <a:latin typeface="微软雅黑" panose="020B0503020204020204" pitchFamily="34" charset="-122"/>
                <a:ea typeface="微软雅黑" panose="020B0503020204020204" pitchFamily="34" charset="-122"/>
                <a:cs typeface="华文新魏" panose="02010800040101010101" charset="-122"/>
              </a:rPr>
              <a:t>系统</a:t>
            </a:r>
            <a:r>
              <a:rPr sz="2800" dirty="0">
                <a:latin typeface="微软雅黑" panose="020B0503020204020204" pitchFamily="34" charset="-122"/>
                <a:ea typeface="微软雅黑" panose="020B0503020204020204" pitchFamily="34" charset="-122"/>
                <a:cs typeface="华文新魏" panose="02010800040101010101" charset="-122"/>
              </a:rPr>
              <a:t>的一系列</a:t>
            </a:r>
            <a:r>
              <a:rPr sz="2850" b="1" spc="-55" dirty="0">
                <a:solidFill>
                  <a:srgbClr val="FF0000"/>
                </a:solidFill>
                <a:latin typeface="微软雅黑" panose="020B0503020204020204" pitchFamily="34" charset="-122"/>
                <a:ea typeface="微软雅黑" panose="020B0503020204020204" pitchFamily="34" charset="-122"/>
                <a:cs typeface="华文新魏" panose="02010800040101010101" charset="-122"/>
              </a:rPr>
              <a:t>行为</a:t>
            </a:r>
            <a:endParaRPr sz="2850" dirty="0">
              <a:latin typeface="微软雅黑" panose="020B0503020204020204" pitchFamily="34" charset="-122"/>
              <a:ea typeface="微软雅黑" panose="020B0503020204020204" pitchFamily="34" charset="-122"/>
              <a:cs typeface="华文新魏" panose="02010800040101010101" charset="-122"/>
            </a:endParaRPr>
          </a:p>
          <a:p>
            <a:pPr marL="12700">
              <a:lnSpc>
                <a:spcPct val="100000"/>
              </a:lnSpc>
              <a:spcBef>
                <a:spcPts val="1580"/>
              </a:spcBef>
            </a:pPr>
            <a:r>
              <a:rPr sz="2800" dirty="0">
                <a:latin typeface="微软雅黑" panose="020B0503020204020204" pitchFamily="34" charset="-122"/>
                <a:ea typeface="微软雅黑" panose="020B0503020204020204" pitchFamily="34" charset="-122"/>
                <a:cs typeface="华文新魏" panose="02010800040101010101" charset="-122"/>
              </a:rPr>
              <a:t>通过此可为</a:t>
            </a:r>
            <a:r>
              <a:rPr sz="2850" b="1" spc="-55" dirty="0">
                <a:solidFill>
                  <a:srgbClr val="FF0000"/>
                </a:solidFill>
                <a:latin typeface="微软雅黑" panose="020B0503020204020204" pitchFamily="34" charset="-122"/>
                <a:ea typeface="微软雅黑" panose="020B0503020204020204" pitchFamily="34" charset="-122"/>
                <a:cs typeface="华文新魏" panose="02010800040101010101" charset="-122"/>
              </a:rPr>
              <a:t>参与者</a:t>
            </a:r>
            <a:r>
              <a:rPr sz="2800" spc="-55" dirty="0">
                <a:latin typeface="微软雅黑" panose="020B0503020204020204" pitchFamily="34" charset="-122"/>
                <a:ea typeface="微软雅黑" panose="020B0503020204020204" pitchFamily="34" charset="-122"/>
                <a:cs typeface="华文新魏" panose="02010800040101010101" charset="-122"/>
              </a:rPr>
              <a:t>提供</a:t>
            </a:r>
            <a:r>
              <a:rPr sz="2850" b="1" spc="-55" dirty="0">
                <a:solidFill>
                  <a:srgbClr val="FF0000"/>
                </a:solidFill>
                <a:latin typeface="微软雅黑" panose="020B0503020204020204" pitchFamily="34" charset="-122"/>
                <a:ea typeface="微软雅黑" panose="020B0503020204020204" pitchFamily="34" charset="-122"/>
                <a:cs typeface="华文新魏" panose="02010800040101010101" charset="-122"/>
              </a:rPr>
              <a:t>有价值</a:t>
            </a:r>
            <a:r>
              <a:rPr sz="2800" spc="-55" dirty="0">
                <a:latin typeface="微软雅黑" panose="020B0503020204020204" pitchFamily="34" charset="-122"/>
                <a:ea typeface="微软雅黑" panose="020B0503020204020204" pitchFamily="34" charset="-122"/>
                <a:cs typeface="华文新魏" panose="02010800040101010101" charset="-122"/>
              </a:rPr>
              <a:t>且</a:t>
            </a:r>
            <a:r>
              <a:rPr sz="2850" b="1" spc="-55" dirty="0">
                <a:solidFill>
                  <a:srgbClr val="FF0000"/>
                </a:solidFill>
                <a:latin typeface="微软雅黑" panose="020B0503020204020204" pitchFamily="34" charset="-122"/>
                <a:ea typeface="微软雅黑" panose="020B0503020204020204" pitchFamily="34" charset="-122"/>
                <a:cs typeface="华文新魏" panose="02010800040101010101" charset="-122"/>
              </a:rPr>
              <a:t>可观测</a:t>
            </a:r>
            <a:r>
              <a:rPr sz="2800" spc="-55" dirty="0">
                <a:latin typeface="微软雅黑" panose="020B0503020204020204" pitchFamily="34" charset="-122"/>
                <a:ea typeface="微软雅黑" panose="020B0503020204020204" pitchFamily="34" charset="-122"/>
                <a:cs typeface="华文新魏" panose="02010800040101010101" charset="-122"/>
              </a:rPr>
              <a:t>的结果。</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sp>
        <p:nvSpPr>
          <p:cNvPr id="8" name="object 8"/>
          <p:cNvSpPr txBox="1"/>
          <p:nvPr/>
        </p:nvSpPr>
        <p:spPr>
          <a:xfrm>
            <a:off x="1418838" y="3520474"/>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一个用例</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9" name="object 9"/>
          <p:cNvSpPr/>
          <p:nvPr/>
        </p:nvSpPr>
        <p:spPr>
          <a:xfrm>
            <a:off x="3880519" y="2399789"/>
            <a:ext cx="3992245" cy="798830"/>
          </a:xfrm>
          <a:custGeom>
            <a:avLst/>
            <a:gdLst/>
            <a:ahLst/>
            <a:cxnLst/>
            <a:rect l="l" t="t" r="r" b="b"/>
            <a:pathLst>
              <a:path w="3992245" h="798830">
                <a:moveTo>
                  <a:pt x="1996017" y="0"/>
                </a:moveTo>
                <a:lnTo>
                  <a:pt x="1921186" y="275"/>
                </a:lnTo>
                <a:lnTo>
                  <a:pt x="1847051" y="1095"/>
                </a:lnTo>
                <a:lnTo>
                  <a:pt x="1773660" y="2449"/>
                </a:lnTo>
                <a:lnTo>
                  <a:pt x="1701060" y="4328"/>
                </a:lnTo>
                <a:lnTo>
                  <a:pt x="1629300" y="6723"/>
                </a:lnTo>
                <a:lnTo>
                  <a:pt x="1488492" y="13021"/>
                </a:lnTo>
                <a:lnTo>
                  <a:pt x="1351622" y="21264"/>
                </a:lnTo>
                <a:lnTo>
                  <a:pt x="1219077" y="31375"/>
                </a:lnTo>
                <a:lnTo>
                  <a:pt x="1091241" y="43278"/>
                </a:lnTo>
                <a:lnTo>
                  <a:pt x="968502" y="56895"/>
                </a:lnTo>
                <a:lnTo>
                  <a:pt x="851245" y="72149"/>
                </a:lnTo>
                <a:lnTo>
                  <a:pt x="794793" y="80366"/>
                </a:lnTo>
                <a:lnTo>
                  <a:pt x="739856" y="88963"/>
                </a:lnTo>
                <a:lnTo>
                  <a:pt x="686483" y="97931"/>
                </a:lnTo>
                <a:lnTo>
                  <a:pt x="634721" y="107259"/>
                </a:lnTo>
                <a:lnTo>
                  <a:pt x="584619" y="116939"/>
                </a:lnTo>
                <a:lnTo>
                  <a:pt x="536226" y="126961"/>
                </a:lnTo>
                <a:lnTo>
                  <a:pt x="489589" y="137315"/>
                </a:lnTo>
                <a:lnTo>
                  <a:pt x="444756" y="147991"/>
                </a:lnTo>
                <a:lnTo>
                  <a:pt x="401777" y="158980"/>
                </a:lnTo>
                <a:lnTo>
                  <a:pt x="360699" y="170271"/>
                </a:lnTo>
                <a:lnTo>
                  <a:pt x="321570" y="181857"/>
                </a:lnTo>
                <a:lnTo>
                  <a:pt x="284439" y="193726"/>
                </a:lnTo>
                <a:lnTo>
                  <a:pt x="216363" y="218277"/>
                </a:lnTo>
                <a:lnTo>
                  <a:pt x="156856" y="243847"/>
                </a:lnTo>
                <a:lnTo>
                  <a:pt x="106305" y="270360"/>
                </a:lnTo>
                <a:lnTo>
                  <a:pt x="65096" y="297738"/>
                </a:lnTo>
                <a:lnTo>
                  <a:pt x="33614" y="325903"/>
                </a:lnTo>
                <a:lnTo>
                  <a:pt x="5474" y="369459"/>
                </a:lnTo>
                <a:lnTo>
                  <a:pt x="0" y="399256"/>
                </a:lnTo>
                <a:lnTo>
                  <a:pt x="1376" y="414224"/>
                </a:lnTo>
                <a:lnTo>
                  <a:pt x="21641" y="458255"/>
                </a:lnTo>
                <a:lnTo>
                  <a:pt x="48115" y="486785"/>
                </a:lnTo>
                <a:lnTo>
                  <a:pt x="84509" y="514566"/>
                </a:lnTo>
                <a:lnTo>
                  <a:pt x="130437" y="541521"/>
                </a:lnTo>
                <a:lnTo>
                  <a:pt x="185514" y="567572"/>
                </a:lnTo>
                <a:lnTo>
                  <a:pt x="249354" y="592642"/>
                </a:lnTo>
                <a:lnTo>
                  <a:pt x="321570" y="616654"/>
                </a:lnTo>
                <a:lnTo>
                  <a:pt x="360699" y="628240"/>
                </a:lnTo>
                <a:lnTo>
                  <a:pt x="401777" y="639531"/>
                </a:lnTo>
                <a:lnTo>
                  <a:pt x="444756" y="650520"/>
                </a:lnTo>
                <a:lnTo>
                  <a:pt x="489589" y="661196"/>
                </a:lnTo>
                <a:lnTo>
                  <a:pt x="536226" y="671550"/>
                </a:lnTo>
                <a:lnTo>
                  <a:pt x="584619" y="681572"/>
                </a:lnTo>
                <a:lnTo>
                  <a:pt x="634721" y="691252"/>
                </a:lnTo>
                <a:lnTo>
                  <a:pt x="686483" y="700580"/>
                </a:lnTo>
                <a:lnTo>
                  <a:pt x="739856" y="709548"/>
                </a:lnTo>
                <a:lnTo>
                  <a:pt x="794793" y="718145"/>
                </a:lnTo>
                <a:lnTo>
                  <a:pt x="851245" y="726362"/>
                </a:lnTo>
                <a:lnTo>
                  <a:pt x="909164" y="734188"/>
                </a:lnTo>
                <a:lnTo>
                  <a:pt x="1029211" y="748633"/>
                </a:lnTo>
                <a:lnTo>
                  <a:pt x="1154546" y="761403"/>
                </a:lnTo>
                <a:lnTo>
                  <a:pt x="1284785" y="772420"/>
                </a:lnTo>
                <a:lnTo>
                  <a:pt x="1419540" y="781607"/>
                </a:lnTo>
                <a:lnTo>
                  <a:pt x="1558427" y="788886"/>
                </a:lnTo>
                <a:lnTo>
                  <a:pt x="1701060" y="794182"/>
                </a:lnTo>
                <a:lnTo>
                  <a:pt x="1847051" y="797416"/>
                </a:lnTo>
                <a:lnTo>
                  <a:pt x="1996017" y="798511"/>
                </a:lnTo>
                <a:lnTo>
                  <a:pt x="2144982" y="797416"/>
                </a:lnTo>
                <a:lnTo>
                  <a:pt x="2290973" y="794182"/>
                </a:lnTo>
                <a:lnTo>
                  <a:pt x="2433606" y="788886"/>
                </a:lnTo>
                <a:lnTo>
                  <a:pt x="2572493" y="781607"/>
                </a:lnTo>
                <a:lnTo>
                  <a:pt x="2707249" y="772420"/>
                </a:lnTo>
                <a:lnTo>
                  <a:pt x="2837487" y="761403"/>
                </a:lnTo>
                <a:lnTo>
                  <a:pt x="2962823" y="748633"/>
                </a:lnTo>
                <a:lnTo>
                  <a:pt x="3082869" y="734188"/>
                </a:lnTo>
                <a:lnTo>
                  <a:pt x="3140788" y="726362"/>
                </a:lnTo>
                <a:lnTo>
                  <a:pt x="3197240" y="718145"/>
                </a:lnTo>
                <a:lnTo>
                  <a:pt x="3252177" y="709548"/>
                </a:lnTo>
                <a:lnTo>
                  <a:pt x="3305551" y="700580"/>
                </a:lnTo>
                <a:lnTo>
                  <a:pt x="3357312" y="691252"/>
                </a:lnTo>
                <a:lnTo>
                  <a:pt x="3407414" y="681572"/>
                </a:lnTo>
                <a:lnTo>
                  <a:pt x="3455807" y="671550"/>
                </a:lnTo>
                <a:lnTo>
                  <a:pt x="3502444" y="661196"/>
                </a:lnTo>
                <a:lnTo>
                  <a:pt x="3547277" y="650520"/>
                </a:lnTo>
                <a:lnTo>
                  <a:pt x="3590256" y="639531"/>
                </a:lnTo>
                <a:lnTo>
                  <a:pt x="3631334" y="628240"/>
                </a:lnTo>
                <a:lnTo>
                  <a:pt x="3670463" y="616654"/>
                </a:lnTo>
                <a:lnTo>
                  <a:pt x="3707594" y="604785"/>
                </a:lnTo>
                <a:lnTo>
                  <a:pt x="3775670" y="580234"/>
                </a:lnTo>
                <a:lnTo>
                  <a:pt x="3835177" y="554664"/>
                </a:lnTo>
                <a:lnTo>
                  <a:pt x="3885728" y="528151"/>
                </a:lnTo>
                <a:lnTo>
                  <a:pt x="3926937" y="500774"/>
                </a:lnTo>
                <a:lnTo>
                  <a:pt x="3958419" y="472609"/>
                </a:lnTo>
                <a:lnTo>
                  <a:pt x="3986559" y="429053"/>
                </a:lnTo>
                <a:lnTo>
                  <a:pt x="3992034" y="399256"/>
                </a:lnTo>
                <a:lnTo>
                  <a:pt x="3990657" y="384288"/>
                </a:lnTo>
                <a:lnTo>
                  <a:pt x="3970392" y="340257"/>
                </a:lnTo>
                <a:lnTo>
                  <a:pt x="3943918" y="311727"/>
                </a:lnTo>
                <a:lnTo>
                  <a:pt x="3907524" y="283946"/>
                </a:lnTo>
                <a:lnTo>
                  <a:pt x="3861596" y="256991"/>
                </a:lnTo>
                <a:lnTo>
                  <a:pt x="3806519" y="230940"/>
                </a:lnTo>
                <a:lnTo>
                  <a:pt x="3742679" y="205869"/>
                </a:lnTo>
                <a:lnTo>
                  <a:pt x="3670463" y="181857"/>
                </a:lnTo>
                <a:lnTo>
                  <a:pt x="3631334" y="170271"/>
                </a:lnTo>
                <a:lnTo>
                  <a:pt x="3590256" y="158980"/>
                </a:lnTo>
                <a:lnTo>
                  <a:pt x="3547277" y="147991"/>
                </a:lnTo>
                <a:lnTo>
                  <a:pt x="3502444" y="137315"/>
                </a:lnTo>
                <a:lnTo>
                  <a:pt x="3455807" y="126961"/>
                </a:lnTo>
                <a:lnTo>
                  <a:pt x="3407414" y="116939"/>
                </a:lnTo>
                <a:lnTo>
                  <a:pt x="3357312" y="107259"/>
                </a:lnTo>
                <a:lnTo>
                  <a:pt x="3305551" y="97931"/>
                </a:lnTo>
                <a:lnTo>
                  <a:pt x="3252177" y="88963"/>
                </a:lnTo>
                <a:lnTo>
                  <a:pt x="3197240" y="80366"/>
                </a:lnTo>
                <a:lnTo>
                  <a:pt x="3140788" y="72149"/>
                </a:lnTo>
                <a:lnTo>
                  <a:pt x="3023531" y="56895"/>
                </a:lnTo>
                <a:lnTo>
                  <a:pt x="2900792" y="43278"/>
                </a:lnTo>
                <a:lnTo>
                  <a:pt x="2772957" y="31375"/>
                </a:lnTo>
                <a:lnTo>
                  <a:pt x="2640411" y="21264"/>
                </a:lnTo>
                <a:lnTo>
                  <a:pt x="2503542" y="13021"/>
                </a:lnTo>
                <a:lnTo>
                  <a:pt x="2362734" y="6723"/>
                </a:lnTo>
                <a:lnTo>
                  <a:pt x="2218373" y="2449"/>
                </a:lnTo>
                <a:lnTo>
                  <a:pt x="2070847" y="275"/>
                </a:lnTo>
                <a:lnTo>
                  <a:pt x="1996017" y="0"/>
                </a:lnTo>
                <a:close/>
              </a:path>
            </a:pathLst>
          </a:custGeom>
          <a:solidFill>
            <a:srgbClr val="F2913F"/>
          </a:solidFill>
        </p:spPr>
        <p:txBody>
          <a:bodyPr wrap="square" lIns="0" tIns="0" rIns="0" bIns="0" rtlCol="0"/>
          <a:lstStyle/>
          <a:p>
            <a:endParaRPr/>
          </a:p>
        </p:txBody>
      </p:sp>
      <p:sp>
        <p:nvSpPr>
          <p:cNvPr id="10" name="object 10"/>
          <p:cNvSpPr/>
          <p:nvPr/>
        </p:nvSpPr>
        <p:spPr>
          <a:xfrm>
            <a:off x="3880519" y="2399789"/>
            <a:ext cx="3992245" cy="798830"/>
          </a:xfrm>
          <a:custGeom>
            <a:avLst/>
            <a:gdLst/>
            <a:ahLst/>
            <a:cxnLst/>
            <a:rect l="l" t="t" r="r" b="b"/>
            <a:pathLst>
              <a:path w="3992245" h="798830">
                <a:moveTo>
                  <a:pt x="0" y="399255"/>
                </a:moveTo>
                <a:lnTo>
                  <a:pt x="12245" y="354778"/>
                </a:lnTo>
                <a:lnTo>
                  <a:pt x="48115" y="311726"/>
                </a:lnTo>
                <a:lnTo>
                  <a:pt x="84509" y="283945"/>
                </a:lnTo>
                <a:lnTo>
                  <a:pt x="130437" y="256990"/>
                </a:lnTo>
                <a:lnTo>
                  <a:pt x="185514" y="230939"/>
                </a:lnTo>
                <a:lnTo>
                  <a:pt x="249354" y="205869"/>
                </a:lnTo>
                <a:lnTo>
                  <a:pt x="321570" y="181856"/>
                </a:lnTo>
                <a:lnTo>
                  <a:pt x="360699" y="170271"/>
                </a:lnTo>
                <a:lnTo>
                  <a:pt x="401777" y="158979"/>
                </a:lnTo>
                <a:lnTo>
                  <a:pt x="444756" y="147990"/>
                </a:lnTo>
                <a:lnTo>
                  <a:pt x="489589" y="137314"/>
                </a:lnTo>
                <a:lnTo>
                  <a:pt x="536226" y="126961"/>
                </a:lnTo>
                <a:lnTo>
                  <a:pt x="584619" y="116939"/>
                </a:lnTo>
                <a:lnTo>
                  <a:pt x="634721" y="107259"/>
                </a:lnTo>
                <a:lnTo>
                  <a:pt x="686483" y="97930"/>
                </a:lnTo>
                <a:lnTo>
                  <a:pt x="739856" y="88963"/>
                </a:lnTo>
                <a:lnTo>
                  <a:pt x="794793" y="80366"/>
                </a:lnTo>
                <a:lnTo>
                  <a:pt x="851245" y="72149"/>
                </a:lnTo>
                <a:lnTo>
                  <a:pt x="909164" y="64322"/>
                </a:lnTo>
                <a:lnTo>
                  <a:pt x="968502" y="56895"/>
                </a:lnTo>
                <a:lnTo>
                  <a:pt x="1029210" y="49877"/>
                </a:lnTo>
                <a:lnTo>
                  <a:pt x="1091241" y="43278"/>
                </a:lnTo>
                <a:lnTo>
                  <a:pt x="1154546" y="37107"/>
                </a:lnTo>
                <a:lnTo>
                  <a:pt x="1219076" y="31375"/>
                </a:lnTo>
                <a:lnTo>
                  <a:pt x="1284784" y="26091"/>
                </a:lnTo>
                <a:lnTo>
                  <a:pt x="1351622" y="21263"/>
                </a:lnTo>
                <a:lnTo>
                  <a:pt x="1419540" y="16904"/>
                </a:lnTo>
                <a:lnTo>
                  <a:pt x="1488491" y="13021"/>
                </a:lnTo>
                <a:lnTo>
                  <a:pt x="1558427" y="9624"/>
                </a:lnTo>
                <a:lnTo>
                  <a:pt x="1629299" y="6723"/>
                </a:lnTo>
                <a:lnTo>
                  <a:pt x="1701059" y="4328"/>
                </a:lnTo>
                <a:lnTo>
                  <a:pt x="1773659" y="2449"/>
                </a:lnTo>
                <a:lnTo>
                  <a:pt x="1847051" y="1095"/>
                </a:lnTo>
                <a:lnTo>
                  <a:pt x="1921186" y="275"/>
                </a:lnTo>
                <a:lnTo>
                  <a:pt x="1996016" y="0"/>
                </a:lnTo>
                <a:lnTo>
                  <a:pt x="2070846" y="275"/>
                </a:lnTo>
                <a:lnTo>
                  <a:pt x="2144981" y="1095"/>
                </a:lnTo>
                <a:lnTo>
                  <a:pt x="2218373" y="2449"/>
                </a:lnTo>
                <a:lnTo>
                  <a:pt x="2290973" y="4328"/>
                </a:lnTo>
                <a:lnTo>
                  <a:pt x="2362733" y="6723"/>
                </a:lnTo>
                <a:lnTo>
                  <a:pt x="2433605" y="9624"/>
                </a:lnTo>
                <a:lnTo>
                  <a:pt x="2503541" y="13021"/>
                </a:lnTo>
                <a:lnTo>
                  <a:pt x="2572492" y="16904"/>
                </a:lnTo>
                <a:lnTo>
                  <a:pt x="2640410" y="21263"/>
                </a:lnTo>
                <a:lnTo>
                  <a:pt x="2707248" y="26091"/>
                </a:lnTo>
                <a:lnTo>
                  <a:pt x="2772956" y="31375"/>
                </a:lnTo>
                <a:lnTo>
                  <a:pt x="2837486" y="37107"/>
                </a:lnTo>
                <a:lnTo>
                  <a:pt x="2900791" y="43278"/>
                </a:lnTo>
                <a:lnTo>
                  <a:pt x="2962822" y="49877"/>
                </a:lnTo>
                <a:lnTo>
                  <a:pt x="3023530" y="56895"/>
                </a:lnTo>
                <a:lnTo>
                  <a:pt x="3082868" y="64322"/>
                </a:lnTo>
                <a:lnTo>
                  <a:pt x="3140787" y="72149"/>
                </a:lnTo>
                <a:lnTo>
                  <a:pt x="3197239" y="80366"/>
                </a:lnTo>
                <a:lnTo>
                  <a:pt x="3252176" y="88963"/>
                </a:lnTo>
                <a:lnTo>
                  <a:pt x="3305550" y="97930"/>
                </a:lnTo>
                <a:lnTo>
                  <a:pt x="3357311" y="107259"/>
                </a:lnTo>
                <a:lnTo>
                  <a:pt x="3407413" y="116939"/>
                </a:lnTo>
                <a:lnTo>
                  <a:pt x="3455806" y="126961"/>
                </a:lnTo>
                <a:lnTo>
                  <a:pt x="3502443" y="137314"/>
                </a:lnTo>
                <a:lnTo>
                  <a:pt x="3547276" y="147990"/>
                </a:lnTo>
                <a:lnTo>
                  <a:pt x="3590255" y="158979"/>
                </a:lnTo>
                <a:lnTo>
                  <a:pt x="3631333" y="170271"/>
                </a:lnTo>
                <a:lnTo>
                  <a:pt x="3670462" y="181856"/>
                </a:lnTo>
                <a:lnTo>
                  <a:pt x="3707593" y="193726"/>
                </a:lnTo>
                <a:lnTo>
                  <a:pt x="3775669" y="218277"/>
                </a:lnTo>
                <a:lnTo>
                  <a:pt x="3835176" y="243847"/>
                </a:lnTo>
                <a:lnTo>
                  <a:pt x="3885727" y="270360"/>
                </a:lnTo>
                <a:lnTo>
                  <a:pt x="3926936" y="297737"/>
                </a:lnTo>
                <a:lnTo>
                  <a:pt x="3958418" y="325902"/>
                </a:lnTo>
                <a:lnTo>
                  <a:pt x="3986558" y="369458"/>
                </a:lnTo>
                <a:lnTo>
                  <a:pt x="3992033" y="399255"/>
                </a:lnTo>
                <a:lnTo>
                  <a:pt x="3990656" y="414223"/>
                </a:lnTo>
                <a:lnTo>
                  <a:pt x="3970391" y="458254"/>
                </a:lnTo>
                <a:lnTo>
                  <a:pt x="3943917" y="486785"/>
                </a:lnTo>
                <a:lnTo>
                  <a:pt x="3907523" y="514566"/>
                </a:lnTo>
                <a:lnTo>
                  <a:pt x="3861595" y="541520"/>
                </a:lnTo>
                <a:lnTo>
                  <a:pt x="3806518" y="567572"/>
                </a:lnTo>
                <a:lnTo>
                  <a:pt x="3742678" y="592642"/>
                </a:lnTo>
                <a:lnTo>
                  <a:pt x="3670462" y="616654"/>
                </a:lnTo>
                <a:lnTo>
                  <a:pt x="3631333" y="628240"/>
                </a:lnTo>
                <a:lnTo>
                  <a:pt x="3590255" y="639532"/>
                </a:lnTo>
                <a:lnTo>
                  <a:pt x="3547276" y="650521"/>
                </a:lnTo>
                <a:lnTo>
                  <a:pt x="3502443" y="661197"/>
                </a:lnTo>
                <a:lnTo>
                  <a:pt x="3455806" y="671550"/>
                </a:lnTo>
                <a:lnTo>
                  <a:pt x="3407413" y="681572"/>
                </a:lnTo>
                <a:lnTo>
                  <a:pt x="3357311" y="691252"/>
                </a:lnTo>
                <a:lnTo>
                  <a:pt x="3305550" y="700581"/>
                </a:lnTo>
                <a:lnTo>
                  <a:pt x="3252176" y="709548"/>
                </a:lnTo>
                <a:lnTo>
                  <a:pt x="3197239" y="718145"/>
                </a:lnTo>
                <a:lnTo>
                  <a:pt x="3140787" y="726362"/>
                </a:lnTo>
                <a:lnTo>
                  <a:pt x="3082868" y="734189"/>
                </a:lnTo>
                <a:lnTo>
                  <a:pt x="3023530" y="741616"/>
                </a:lnTo>
                <a:lnTo>
                  <a:pt x="2962822" y="748634"/>
                </a:lnTo>
                <a:lnTo>
                  <a:pt x="2900791" y="755233"/>
                </a:lnTo>
                <a:lnTo>
                  <a:pt x="2837486" y="761403"/>
                </a:lnTo>
                <a:lnTo>
                  <a:pt x="2772956" y="767136"/>
                </a:lnTo>
                <a:lnTo>
                  <a:pt x="2707248" y="772420"/>
                </a:lnTo>
                <a:lnTo>
                  <a:pt x="2640410" y="777247"/>
                </a:lnTo>
                <a:lnTo>
                  <a:pt x="2572492" y="781607"/>
                </a:lnTo>
                <a:lnTo>
                  <a:pt x="2503541" y="785490"/>
                </a:lnTo>
                <a:lnTo>
                  <a:pt x="2433605" y="788887"/>
                </a:lnTo>
                <a:lnTo>
                  <a:pt x="2362733" y="791787"/>
                </a:lnTo>
                <a:lnTo>
                  <a:pt x="2290973" y="794182"/>
                </a:lnTo>
                <a:lnTo>
                  <a:pt x="2218373" y="796062"/>
                </a:lnTo>
                <a:lnTo>
                  <a:pt x="2144981" y="797416"/>
                </a:lnTo>
                <a:lnTo>
                  <a:pt x="2070846" y="798236"/>
                </a:lnTo>
                <a:lnTo>
                  <a:pt x="1996016" y="798511"/>
                </a:lnTo>
                <a:lnTo>
                  <a:pt x="1921186" y="798236"/>
                </a:lnTo>
                <a:lnTo>
                  <a:pt x="1847051" y="797416"/>
                </a:lnTo>
                <a:lnTo>
                  <a:pt x="1773659" y="796062"/>
                </a:lnTo>
                <a:lnTo>
                  <a:pt x="1701059" y="794182"/>
                </a:lnTo>
                <a:lnTo>
                  <a:pt x="1629299" y="791787"/>
                </a:lnTo>
                <a:lnTo>
                  <a:pt x="1558427" y="788887"/>
                </a:lnTo>
                <a:lnTo>
                  <a:pt x="1488491" y="785490"/>
                </a:lnTo>
                <a:lnTo>
                  <a:pt x="1419540" y="781607"/>
                </a:lnTo>
                <a:lnTo>
                  <a:pt x="1351622" y="777247"/>
                </a:lnTo>
                <a:lnTo>
                  <a:pt x="1284784" y="772420"/>
                </a:lnTo>
                <a:lnTo>
                  <a:pt x="1219076" y="767136"/>
                </a:lnTo>
                <a:lnTo>
                  <a:pt x="1154546" y="761403"/>
                </a:lnTo>
                <a:lnTo>
                  <a:pt x="1091241" y="755233"/>
                </a:lnTo>
                <a:lnTo>
                  <a:pt x="1029210" y="748634"/>
                </a:lnTo>
                <a:lnTo>
                  <a:pt x="968502" y="741616"/>
                </a:lnTo>
                <a:lnTo>
                  <a:pt x="909164" y="734189"/>
                </a:lnTo>
                <a:lnTo>
                  <a:pt x="851245" y="726362"/>
                </a:lnTo>
                <a:lnTo>
                  <a:pt x="794793" y="718145"/>
                </a:lnTo>
                <a:lnTo>
                  <a:pt x="739856" y="709548"/>
                </a:lnTo>
                <a:lnTo>
                  <a:pt x="686483" y="700581"/>
                </a:lnTo>
                <a:lnTo>
                  <a:pt x="634721" y="691252"/>
                </a:lnTo>
                <a:lnTo>
                  <a:pt x="584619" y="681572"/>
                </a:lnTo>
                <a:lnTo>
                  <a:pt x="536226" y="671550"/>
                </a:lnTo>
                <a:lnTo>
                  <a:pt x="489589" y="661197"/>
                </a:lnTo>
                <a:lnTo>
                  <a:pt x="444756" y="650521"/>
                </a:lnTo>
                <a:lnTo>
                  <a:pt x="401777" y="639532"/>
                </a:lnTo>
                <a:lnTo>
                  <a:pt x="360699" y="628240"/>
                </a:lnTo>
                <a:lnTo>
                  <a:pt x="321570" y="616654"/>
                </a:lnTo>
                <a:lnTo>
                  <a:pt x="284439" y="604785"/>
                </a:lnTo>
                <a:lnTo>
                  <a:pt x="216363" y="580234"/>
                </a:lnTo>
                <a:lnTo>
                  <a:pt x="156856" y="554664"/>
                </a:lnTo>
                <a:lnTo>
                  <a:pt x="106305" y="528151"/>
                </a:lnTo>
                <a:lnTo>
                  <a:pt x="65096" y="500774"/>
                </a:lnTo>
                <a:lnTo>
                  <a:pt x="33614" y="472608"/>
                </a:lnTo>
                <a:lnTo>
                  <a:pt x="5474" y="429052"/>
                </a:lnTo>
                <a:lnTo>
                  <a:pt x="0" y="399255"/>
                </a:lnTo>
                <a:close/>
              </a:path>
            </a:pathLst>
          </a:custGeom>
          <a:ln w="28574">
            <a:solidFill>
              <a:srgbClr val="A76585"/>
            </a:solidFill>
          </a:ln>
        </p:spPr>
        <p:txBody>
          <a:bodyPr wrap="square" lIns="0" tIns="0" rIns="0" bIns="0" rtlCol="0"/>
          <a:lstStyle/>
          <a:p>
            <a:endParaRPr/>
          </a:p>
        </p:txBody>
      </p:sp>
      <p:sp>
        <p:nvSpPr>
          <p:cNvPr id="11" name="object 11"/>
          <p:cNvSpPr txBox="1"/>
          <p:nvPr/>
        </p:nvSpPr>
        <p:spPr>
          <a:xfrm>
            <a:off x="4903290" y="2603466"/>
            <a:ext cx="194754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Use Case</a:t>
            </a:r>
            <a:r>
              <a:rPr sz="2400" spc="-80" dirty="0">
                <a:latin typeface="Calibri" panose="020F0502020204030204"/>
                <a:cs typeface="Calibri" panose="020F0502020204030204"/>
              </a:rPr>
              <a:t> </a:t>
            </a:r>
            <a:r>
              <a:rPr sz="2400" spc="-5" dirty="0">
                <a:latin typeface="Calibri" panose="020F0502020204030204"/>
                <a:cs typeface="Calibri" panose="020F0502020204030204"/>
              </a:rPr>
              <a:t>Name</a:t>
            </a:r>
            <a:endParaRPr sz="2400">
              <a:latin typeface="Calibri" panose="020F0502020204030204"/>
              <a:cs typeface="Calibri" panose="020F0502020204030204"/>
            </a:endParaRPr>
          </a:p>
        </p:txBody>
      </p:sp>
      <p:sp>
        <p:nvSpPr>
          <p:cNvPr id="14" name="标题 13"/>
          <p:cNvSpPr>
            <a:spLocks noGrp="1"/>
          </p:cNvSpPr>
          <p:nvPr>
            <p:ph type="title"/>
          </p:nvPr>
        </p:nvSpPr>
        <p:spPr/>
        <p:txBody>
          <a:bodyPr/>
          <a:lstStyle/>
          <a:p>
            <a:r>
              <a:rPr lang="zh-CN" altLang="en-US" dirty="0"/>
              <a:t>什么是用例？</a:t>
            </a:r>
          </a:p>
        </p:txBody>
      </p:sp>
      <p:sp>
        <p:nvSpPr>
          <p:cNvPr id="15" name="灯片编号占位符 14"/>
          <p:cNvSpPr>
            <a:spLocks noGrp="1"/>
          </p:cNvSpPr>
          <p:nvPr>
            <p:ph type="sldNum" sz="quarter" idx="12"/>
          </p:nvPr>
        </p:nvSpPr>
        <p:spPr/>
        <p:txBody>
          <a:bodyPr/>
          <a:lstStyle/>
          <a:p>
            <a:fld id="{74D2AB8B-5816-41F2-8B4B-CA5C3E4E6A65}" type="slidenum">
              <a:rPr lang="zh-CN" altLang="en-US" smtClean="0"/>
              <a:t>26</a:t>
            </a:fld>
            <a:endParaRPr lang="zh-CN" altLang="en-US"/>
          </a:p>
        </p:txBody>
      </p:sp>
      <p:sp>
        <p:nvSpPr>
          <p:cNvPr id="2" name="矩形 1"/>
          <p:cNvSpPr/>
          <p:nvPr/>
        </p:nvSpPr>
        <p:spPr>
          <a:xfrm>
            <a:off x="3589600" y="5172525"/>
            <a:ext cx="2236510" cy="584775"/>
          </a:xfrm>
          <a:prstGeom prst="rect">
            <a:avLst/>
          </a:prstGeom>
        </p:spPr>
        <p:txBody>
          <a:bodyPr wrap="none">
            <a:spAutoFit/>
          </a:bodyPr>
          <a:lstStyle/>
          <a:p>
            <a:r>
              <a:rPr lang="zh-CN" altLang="en-US" sz="3200" b="1" dirty="0"/>
              <a:t>粒度要适中</a:t>
            </a:r>
          </a:p>
        </p:txBody>
      </p:sp>
    </p:spTree>
  </p:cSld>
  <p:clrMapOvr>
    <a:masterClrMapping/>
  </p:clrMapOvr>
  <mc:AlternateContent xmlns:mc="http://schemas.openxmlformats.org/markup-compatibility/2006" xmlns:p14="http://schemas.microsoft.com/office/powerpoint/2010/main">
    <mc:Choice Requires="p14">
      <p:transition spd="slow" p14:dur="2000" advTm="182783"/>
    </mc:Choice>
    <mc:Fallback xmlns="">
      <p:transition spd="slow" advTm="1827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630123" y="1371057"/>
            <a:ext cx="10668000" cy="32588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用例</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定义一个参与者要用到的</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系统功能</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描述系统为实现参与者价值所开展的</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行为序列</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2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对参与者与系统之间的</a:t>
            </a:r>
            <a:r>
              <a:rPr sz="28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交互活动</a:t>
            </a:r>
            <a:r>
              <a:rPr sz="2800" dirty="0">
                <a:latin typeface="微软雅黑" panose="020B0503020204020204" pitchFamily="34" charset="-122"/>
                <a:ea typeface="微软雅黑" panose="020B0503020204020204" pitchFamily="34" charset="-122"/>
                <a:cs typeface="华文新魏" panose="02010800040101010101" charset="-122"/>
              </a:rPr>
              <a:t>进行建模</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从特定的用户角度出发，是完整的，实现特定用户价值的事件流</a:t>
            </a:r>
          </a:p>
        </p:txBody>
      </p:sp>
      <p:grpSp>
        <p:nvGrpSpPr>
          <p:cNvPr id="30" name="组合 29"/>
          <p:cNvGrpSpPr/>
          <p:nvPr/>
        </p:nvGrpSpPr>
        <p:grpSpPr>
          <a:xfrm>
            <a:off x="2983474" y="4876119"/>
            <a:ext cx="5950597" cy="1221647"/>
            <a:chOff x="3939915" y="4986578"/>
            <a:chExt cx="5950597" cy="1221647"/>
          </a:xfrm>
        </p:grpSpPr>
        <p:sp>
          <p:nvSpPr>
            <p:cNvPr id="8" name="object 8"/>
            <p:cNvSpPr/>
            <p:nvPr/>
          </p:nvSpPr>
          <p:spPr>
            <a:xfrm>
              <a:off x="4124533" y="4986578"/>
              <a:ext cx="309880" cy="198971"/>
            </a:xfrm>
            <a:custGeom>
              <a:avLst/>
              <a:gdLst/>
              <a:ahLst/>
              <a:cxnLst/>
              <a:rect l="l" t="t" r="r" b="b"/>
              <a:pathLst>
                <a:path w="309879" h="210820">
                  <a:moveTo>
                    <a:pt x="0" y="105212"/>
                  </a:moveTo>
                  <a:lnTo>
                    <a:pt x="12154" y="64259"/>
                  </a:lnTo>
                  <a:lnTo>
                    <a:pt x="45299" y="30816"/>
                  </a:lnTo>
                  <a:lnTo>
                    <a:pt x="94460" y="8268"/>
                  </a:lnTo>
                  <a:lnTo>
                    <a:pt x="154661" y="0"/>
                  </a:lnTo>
                  <a:lnTo>
                    <a:pt x="214863" y="8268"/>
                  </a:lnTo>
                  <a:lnTo>
                    <a:pt x="264024" y="30816"/>
                  </a:lnTo>
                  <a:lnTo>
                    <a:pt x="297169" y="64259"/>
                  </a:lnTo>
                  <a:lnTo>
                    <a:pt x="309323" y="105212"/>
                  </a:lnTo>
                  <a:lnTo>
                    <a:pt x="297169" y="146166"/>
                  </a:lnTo>
                  <a:lnTo>
                    <a:pt x="264024" y="179609"/>
                  </a:lnTo>
                  <a:lnTo>
                    <a:pt x="214863" y="202157"/>
                  </a:lnTo>
                  <a:lnTo>
                    <a:pt x="154661" y="210425"/>
                  </a:lnTo>
                  <a:lnTo>
                    <a:pt x="94460" y="202157"/>
                  </a:lnTo>
                  <a:lnTo>
                    <a:pt x="45299" y="179609"/>
                  </a:lnTo>
                  <a:lnTo>
                    <a:pt x="12154" y="146166"/>
                  </a:lnTo>
                  <a:lnTo>
                    <a:pt x="0" y="105212"/>
                  </a:lnTo>
                  <a:close/>
                </a:path>
              </a:pathLst>
            </a:custGeom>
            <a:ln w="28574">
              <a:solidFill>
                <a:srgbClr val="6CACDD"/>
              </a:solidFill>
            </a:ln>
          </p:spPr>
          <p:txBody>
            <a:bodyPr wrap="square" lIns="0" tIns="0" rIns="0" bIns="0" rtlCol="0"/>
            <a:lstStyle/>
            <a:p>
              <a:endParaRPr/>
            </a:p>
          </p:txBody>
        </p:sp>
        <p:sp>
          <p:nvSpPr>
            <p:cNvPr id="9" name="object 9"/>
            <p:cNvSpPr/>
            <p:nvPr/>
          </p:nvSpPr>
          <p:spPr>
            <a:xfrm>
              <a:off x="4278582" y="5198701"/>
              <a:ext cx="1270" cy="185786"/>
            </a:xfrm>
            <a:custGeom>
              <a:avLst/>
              <a:gdLst/>
              <a:ahLst/>
              <a:cxnLst/>
              <a:rect l="l" t="t" r="r" b="b"/>
              <a:pathLst>
                <a:path w="1270" h="196850">
                  <a:moveTo>
                    <a:pt x="611" y="-14287"/>
                  </a:moveTo>
                  <a:lnTo>
                    <a:pt x="611" y="211137"/>
                  </a:lnTo>
                </a:path>
              </a:pathLst>
            </a:custGeom>
            <a:ln w="29798">
              <a:solidFill>
                <a:srgbClr val="6CACDD"/>
              </a:solidFill>
            </a:ln>
          </p:spPr>
          <p:txBody>
            <a:bodyPr wrap="square" lIns="0" tIns="0" rIns="0" bIns="0" rtlCol="0"/>
            <a:lstStyle/>
            <a:p>
              <a:endParaRPr/>
            </a:p>
          </p:txBody>
        </p:sp>
        <p:sp>
          <p:nvSpPr>
            <p:cNvPr id="10" name="object 10"/>
            <p:cNvSpPr/>
            <p:nvPr/>
          </p:nvSpPr>
          <p:spPr>
            <a:xfrm>
              <a:off x="4034058" y="5253853"/>
              <a:ext cx="490855" cy="45719"/>
            </a:xfrm>
            <a:custGeom>
              <a:avLst/>
              <a:gdLst/>
              <a:ahLst/>
              <a:cxnLst/>
              <a:rect l="l" t="t" r="r" b="b"/>
              <a:pathLst>
                <a:path w="490854" h="1270">
                  <a:moveTo>
                    <a:pt x="0" y="0"/>
                  </a:moveTo>
                  <a:lnTo>
                    <a:pt x="490271" y="848"/>
                  </a:lnTo>
                </a:path>
              </a:pathLst>
            </a:custGeom>
            <a:ln w="28574">
              <a:solidFill>
                <a:srgbClr val="6CACDD"/>
              </a:solidFill>
            </a:ln>
          </p:spPr>
          <p:txBody>
            <a:bodyPr wrap="square" lIns="0" tIns="0" rIns="0" bIns="0" rtlCol="0"/>
            <a:lstStyle/>
            <a:p>
              <a:endParaRPr/>
            </a:p>
          </p:txBody>
        </p:sp>
        <p:sp>
          <p:nvSpPr>
            <p:cNvPr id="11" name="object 11"/>
            <p:cNvSpPr/>
            <p:nvPr/>
          </p:nvSpPr>
          <p:spPr>
            <a:xfrm>
              <a:off x="3939915" y="5395552"/>
              <a:ext cx="677545" cy="218149"/>
            </a:xfrm>
            <a:custGeom>
              <a:avLst/>
              <a:gdLst/>
              <a:ahLst/>
              <a:cxnLst/>
              <a:rect l="l" t="t" r="r" b="b"/>
              <a:pathLst>
                <a:path w="677545" h="231139">
                  <a:moveTo>
                    <a:pt x="0" y="230788"/>
                  </a:moveTo>
                  <a:lnTo>
                    <a:pt x="338666" y="0"/>
                  </a:lnTo>
                  <a:lnTo>
                    <a:pt x="677332" y="230788"/>
                  </a:lnTo>
                </a:path>
              </a:pathLst>
            </a:custGeom>
            <a:ln w="28574">
              <a:solidFill>
                <a:srgbClr val="6CACDD"/>
              </a:solidFill>
            </a:ln>
          </p:spPr>
          <p:txBody>
            <a:bodyPr wrap="square" lIns="0" tIns="0" rIns="0" bIns="0" rtlCol="0"/>
            <a:lstStyle/>
            <a:p>
              <a:endParaRPr/>
            </a:p>
          </p:txBody>
        </p:sp>
        <p:sp>
          <p:nvSpPr>
            <p:cNvPr id="12" name="object 12"/>
            <p:cNvSpPr/>
            <p:nvPr/>
          </p:nvSpPr>
          <p:spPr>
            <a:xfrm>
              <a:off x="5825305" y="5008589"/>
              <a:ext cx="1987550" cy="488438"/>
            </a:xfrm>
            <a:custGeom>
              <a:avLst/>
              <a:gdLst/>
              <a:ahLst/>
              <a:cxnLst/>
              <a:rect l="l" t="t" r="r" b="b"/>
              <a:pathLst>
                <a:path w="1987550" h="517525">
                  <a:moveTo>
                    <a:pt x="993775" y="0"/>
                  </a:moveTo>
                  <a:lnTo>
                    <a:pt x="922803" y="649"/>
                  </a:lnTo>
                  <a:lnTo>
                    <a:pt x="853179" y="2569"/>
                  </a:lnTo>
                  <a:lnTo>
                    <a:pt x="785069" y="5716"/>
                  </a:lnTo>
                  <a:lnTo>
                    <a:pt x="718643" y="10045"/>
                  </a:lnTo>
                  <a:lnTo>
                    <a:pt x="654068" y="15512"/>
                  </a:lnTo>
                  <a:lnTo>
                    <a:pt x="591512" y="22075"/>
                  </a:lnTo>
                  <a:lnTo>
                    <a:pt x="531144" y="29690"/>
                  </a:lnTo>
                  <a:lnTo>
                    <a:pt x="473132" y="38311"/>
                  </a:lnTo>
                  <a:lnTo>
                    <a:pt x="417644" y="47897"/>
                  </a:lnTo>
                  <a:lnTo>
                    <a:pt x="364848" y="58402"/>
                  </a:lnTo>
                  <a:lnTo>
                    <a:pt x="314912" y="69784"/>
                  </a:lnTo>
                  <a:lnTo>
                    <a:pt x="268005" y="81998"/>
                  </a:lnTo>
                  <a:lnTo>
                    <a:pt x="224294" y="95000"/>
                  </a:lnTo>
                  <a:lnTo>
                    <a:pt x="183948" y="108747"/>
                  </a:lnTo>
                  <a:lnTo>
                    <a:pt x="147136" y="123195"/>
                  </a:lnTo>
                  <a:lnTo>
                    <a:pt x="84782" y="154020"/>
                  </a:lnTo>
                  <a:lnTo>
                    <a:pt x="38577" y="187122"/>
                  </a:lnTo>
                  <a:lnTo>
                    <a:pt x="9868" y="222153"/>
                  </a:lnTo>
                  <a:lnTo>
                    <a:pt x="0" y="258762"/>
                  </a:lnTo>
                  <a:lnTo>
                    <a:pt x="2495" y="277242"/>
                  </a:lnTo>
                  <a:lnTo>
                    <a:pt x="21952" y="313105"/>
                  </a:lnTo>
                  <a:lnTo>
                    <a:pt x="59577" y="347216"/>
                  </a:lnTo>
                  <a:lnTo>
                    <a:pt x="114024" y="379223"/>
                  </a:lnTo>
                  <a:lnTo>
                    <a:pt x="183948" y="408777"/>
                  </a:lnTo>
                  <a:lnTo>
                    <a:pt x="224294" y="422524"/>
                  </a:lnTo>
                  <a:lnTo>
                    <a:pt x="268005" y="435526"/>
                  </a:lnTo>
                  <a:lnTo>
                    <a:pt x="314912" y="447740"/>
                  </a:lnTo>
                  <a:lnTo>
                    <a:pt x="364848" y="459122"/>
                  </a:lnTo>
                  <a:lnTo>
                    <a:pt x="417644" y="469627"/>
                  </a:lnTo>
                  <a:lnTo>
                    <a:pt x="473132" y="479213"/>
                  </a:lnTo>
                  <a:lnTo>
                    <a:pt x="531144" y="487834"/>
                  </a:lnTo>
                  <a:lnTo>
                    <a:pt x="591512" y="495449"/>
                  </a:lnTo>
                  <a:lnTo>
                    <a:pt x="654068" y="502012"/>
                  </a:lnTo>
                  <a:lnTo>
                    <a:pt x="718643" y="507479"/>
                  </a:lnTo>
                  <a:lnTo>
                    <a:pt x="785069" y="511808"/>
                  </a:lnTo>
                  <a:lnTo>
                    <a:pt x="853179" y="514955"/>
                  </a:lnTo>
                  <a:lnTo>
                    <a:pt x="922803" y="516875"/>
                  </a:lnTo>
                  <a:lnTo>
                    <a:pt x="993775" y="517524"/>
                  </a:lnTo>
                  <a:lnTo>
                    <a:pt x="1064746" y="516875"/>
                  </a:lnTo>
                  <a:lnTo>
                    <a:pt x="1134371" y="514955"/>
                  </a:lnTo>
                  <a:lnTo>
                    <a:pt x="1202480" y="511808"/>
                  </a:lnTo>
                  <a:lnTo>
                    <a:pt x="1268907" y="507479"/>
                  </a:lnTo>
                  <a:lnTo>
                    <a:pt x="1333482" y="502012"/>
                  </a:lnTo>
                  <a:lnTo>
                    <a:pt x="1396038" y="495449"/>
                  </a:lnTo>
                  <a:lnTo>
                    <a:pt x="1456406" y="487834"/>
                  </a:lnTo>
                  <a:lnTo>
                    <a:pt x="1514418" y="479213"/>
                  </a:lnTo>
                  <a:lnTo>
                    <a:pt x="1569906" y="469627"/>
                  </a:lnTo>
                  <a:lnTo>
                    <a:pt x="1622702" y="459122"/>
                  </a:lnTo>
                  <a:lnTo>
                    <a:pt x="1672638" y="447740"/>
                  </a:lnTo>
                  <a:lnTo>
                    <a:pt x="1719545" y="435526"/>
                  </a:lnTo>
                  <a:lnTo>
                    <a:pt x="1763256" y="422524"/>
                  </a:lnTo>
                  <a:lnTo>
                    <a:pt x="1803602" y="408777"/>
                  </a:lnTo>
                  <a:lnTo>
                    <a:pt x="1840415" y="394329"/>
                  </a:lnTo>
                  <a:lnTo>
                    <a:pt x="1902769" y="363504"/>
                  </a:lnTo>
                  <a:lnTo>
                    <a:pt x="1948973" y="330402"/>
                  </a:lnTo>
                  <a:lnTo>
                    <a:pt x="1977682" y="295371"/>
                  </a:lnTo>
                  <a:lnTo>
                    <a:pt x="1987551" y="258762"/>
                  </a:lnTo>
                  <a:lnTo>
                    <a:pt x="1985056" y="240282"/>
                  </a:lnTo>
                  <a:lnTo>
                    <a:pt x="1965599" y="204419"/>
                  </a:lnTo>
                  <a:lnTo>
                    <a:pt x="1927974" y="170308"/>
                  </a:lnTo>
                  <a:lnTo>
                    <a:pt x="1873526" y="138301"/>
                  </a:lnTo>
                  <a:lnTo>
                    <a:pt x="1803602" y="108747"/>
                  </a:lnTo>
                  <a:lnTo>
                    <a:pt x="1763256" y="95000"/>
                  </a:lnTo>
                  <a:lnTo>
                    <a:pt x="1719545" y="81998"/>
                  </a:lnTo>
                  <a:lnTo>
                    <a:pt x="1672638" y="69784"/>
                  </a:lnTo>
                  <a:lnTo>
                    <a:pt x="1622702" y="58402"/>
                  </a:lnTo>
                  <a:lnTo>
                    <a:pt x="1569906" y="47897"/>
                  </a:lnTo>
                  <a:lnTo>
                    <a:pt x="1514418" y="38311"/>
                  </a:lnTo>
                  <a:lnTo>
                    <a:pt x="1456406" y="29690"/>
                  </a:lnTo>
                  <a:lnTo>
                    <a:pt x="1396038" y="22075"/>
                  </a:lnTo>
                  <a:lnTo>
                    <a:pt x="1333482" y="15512"/>
                  </a:lnTo>
                  <a:lnTo>
                    <a:pt x="1268907" y="10045"/>
                  </a:lnTo>
                  <a:lnTo>
                    <a:pt x="1202480" y="5716"/>
                  </a:lnTo>
                  <a:lnTo>
                    <a:pt x="1134371" y="2569"/>
                  </a:lnTo>
                  <a:lnTo>
                    <a:pt x="1064746" y="649"/>
                  </a:lnTo>
                  <a:lnTo>
                    <a:pt x="993775" y="0"/>
                  </a:lnTo>
                  <a:close/>
                </a:path>
              </a:pathLst>
            </a:custGeom>
            <a:solidFill>
              <a:srgbClr val="F2913F"/>
            </a:solidFill>
          </p:spPr>
          <p:txBody>
            <a:bodyPr wrap="square" lIns="0" tIns="0" rIns="0" bIns="0" rtlCol="0"/>
            <a:lstStyle/>
            <a:p>
              <a:endParaRPr/>
            </a:p>
          </p:txBody>
        </p:sp>
        <p:sp>
          <p:nvSpPr>
            <p:cNvPr id="13" name="object 13"/>
            <p:cNvSpPr/>
            <p:nvPr/>
          </p:nvSpPr>
          <p:spPr>
            <a:xfrm>
              <a:off x="5825305" y="5008589"/>
              <a:ext cx="1987550" cy="488438"/>
            </a:xfrm>
            <a:custGeom>
              <a:avLst/>
              <a:gdLst/>
              <a:ahLst/>
              <a:cxnLst/>
              <a:rect l="l" t="t" r="r" b="b"/>
              <a:pathLst>
                <a:path w="1987550" h="517525">
                  <a:moveTo>
                    <a:pt x="0" y="258762"/>
                  </a:moveTo>
                  <a:lnTo>
                    <a:pt x="21952" y="204419"/>
                  </a:lnTo>
                  <a:lnTo>
                    <a:pt x="59577" y="170308"/>
                  </a:lnTo>
                  <a:lnTo>
                    <a:pt x="114024" y="138301"/>
                  </a:lnTo>
                  <a:lnTo>
                    <a:pt x="183949" y="108747"/>
                  </a:lnTo>
                  <a:lnTo>
                    <a:pt x="224295" y="95000"/>
                  </a:lnTo>
                  <a:lnTo>
                    <a:pt x="268005" y="81998"/>
                  </a:lnTo>
                  <a:lnTo>
                    <a:pt x="314912" y="69784"/>
                  </a:lnTo>
                  <a:lnTo>
                    <a:pt x="364848" y="58402"/>
                  </a:lnTo>
                  <a:lnTo>
                    <a:pt x="417644" y="47897"/>
                  </a:lnTo>
                  <a:lnTo>
                    <a:pt x="473132" y="38311"/>
                  </a:lnTo>
                  <a:lnTo>
                    <a:pt x="531145" y="29690"/>
                  </a:lnTo>
                  <a:lnTo>
                    <a:pt x="591513" y="22075"/>
                  </a:lnTo>
                  <a:lnTo>
                    <a:pt x="654068" y="15512"/>
                  </a:lnTo>
                  <a:lnTo>
                    <a:pt x="718643" y="10045"/>
                  </a:lnTo>
                  <a:lnTo>
                    <a:pt x="785070" y="5716"/>
                  </a:lnTo>
                  <a:lnTo>
                    <a:pt x="853180" y="2569"/>
                  </a:lnTo>
                  <a:lnTo>
                    <a:pt x="922804" y="649"/>
                  </a:lnTo>
                  <a:lnTo>
                    <a:pt x="993776" y="0"/>
                  </a:lnTo>
                  <a:lnTo>
                    <a:pt x="1064747" y="649"/>
                  </a:lnTo>
                  <a:lnTo>
                    <a:pt x="1134371" y="2569"/>
                  </a:lnTo>
                  <a:lnTo>
                    <a:pt x="1202481" y="5716"/>
                  </a:lnTo>
                  <a:lnTo>
                    <a:pt x="1268907" y="10045"/>
                  </a:lnTo>
                  <a:lnTo>
                    <a:pt x="1333483" y="15512"/>
                  </a:lnTo>
                  <a:lnTo>
                    <a:pt x="1396038" y="22075"/>
                  </a:lnTo>
                  <a:lnTo>
                    <a:pt x="1456406" y="29690"/>
                  </a:lnTo>
                  <a:lnTo>
                    <a:pt x="1514418" y="38311"/>
                  </a:lnTo>
                  <a:lnTo>
                    <a:pt x="1569907" y="47897"/>
                  </a:lnTo>
                  <a:lnTo>
                    <a:pt x="1622703" y="58402"/>
                  </a:lnTo>
                  <a:lnTo>
                    <a:pt x="1672638" y="69784"/>
                  </a:lnTo>
                  <a:lnTo>
                    <a:pt x="1719546" y="81998"/>
                  </a:lnTo>
                  <a:lnTo>
                    <a:pt x="1763256" y="95000"/>
                  </a:lnTo>
                  <a:lnTo>
                    <a:pt x="1803602" y="108747"/>
                  </a:lnTo>
                  <a:lnTo>
                    <a:pt x="1840415" y="123196"/>
                  </a:lnTo>
                  <a:lnTo>
                    <a:pt x="1902769" y="154020"/>
                  </a:lnTo>
                  <a:lnTo>
                    <a:pt x="1948973" y="187123"/>
                  </a:lnTo>
                  <a:lnTo>
                    <a:pt x="1977683" y="222154"/>
                  </a:lnTo>
                  <a:lnTo>
                    <a:pt x="1987551" y="258762"/>
                  </a:lnTo>
                  <a:lnTo>
                    <a:pt x="1985056" y="277242"/>
                  </a:lnTo>
                  <a:lnTo>
                    <a:pt x="1965599" y="313106"/>
                  </a:lnTo>
                  <a:lnTo>
                    <a:pt x="1927974" y="347217"/>
                  </a:lnTo>
                  <a:lnTo>
                    <a:pt x="1873527" y="379224"/>
                  </a:lnTo>
                  <a:lnTo>
                    <a:pt x="1803602" y="408777"/>
                  </a:lnTo>
                  <a:lnTo>
                    <a:pt x="1763256" y="422525"/>
                  </a:lnTo>
                  <a:lnTo>
                    <a:pt x="1719546" y="435527"/>
                  </a:lnTo>
                  <a:lnTo>
                    <a:pt x="1672638" y="447741"/>
                  </a:lnTo>
                  <a:lnTo>
                    <a:pt x="1622703" y="459123"/>
                  </a:lnTo>
                  <a:lnTo>
                    <a:pt x="1569907" y="469628"/>
                  </a:lnTo>
                  <a:lnTo>
                    <a:pt x="1514418" y="479213"/>
                  </a:lnTo>
                  <a:lnTo>
                    <a:pt x="1456406" y="487835"/>
                  </a:lnTo>
                  <a:lnTo>
                    <a:pt x="1396038" y="495449"/>
                  </a:lnTo>
                  <a:lnTo>
                    <a:pt x="1333483" y="502012"/>
                  </a:lnTo>
                  <a:lnTo>
                    <a:pt x="1268907" y="507480"/>
                  </a:lnTo>
                  <a:lnTo>
                    <a:pt x="1202481" y="511809"/>
                  </a:lnTo>
                  <a:lnTo>
                    <a:pt x="1134371" y="514956"/>
                  </a:lnTo>
                  <a:lnTo>
                    <a:pt x="1064747" y="516876"/>
                  </a:lnTo>
                  <a:lnTo>
                    <a:pt x="993776" y="517525"/>
                  </a:lnTo>
                  <a:lnTo>
                    <a:pt x="922804" y="516876"/>
                  </a:lnTo>
                  <a:lnTo>
                    <a:pt x="853180" y="514956"/>
                  </a:lnTo>
                  <a:lnTo>
                    <a:pt x="785070" y="511809"/>
                  </a:lnTo>
                  <a:lnTo>
                    <a:pt x="718643" y="507480"/>
                  </a:lnTo>
                  <a:lnTo>
                    <a:pt x="654068" y="502012"/>
                  </a:lnTo>
                  <a:lnTo>
                    <a:pt x="591513" y="495449"/>
                  </a:lnTo>
                  <a:lnTo>
                    <a:pt x="531145" y="487835"/>
                  </a:lnTo>
                  <a:lnTo>
                    <a:pt x="473132" y="479213"/>
                  </a:lnTo>
                  <a:lnTo>
                    <a:pt x="417644" y="469628"/>
                  </a:lnTo>
                  <a:lnTo>
                    <a:pt x="364848" y="459123"/>
                  </a:lnTo>
                  <a:lnTo>
                    <a:pt x="314912" y="447741"/>
                  </a:lnTo>
                  <a:lnTo>
                    <a:pt x="268005" y="435527"/>
                  </a:lnTo>
                  <a:lnTo>
                    <a:pt x="224295" y="422525"/>
                  </a:lnTo>
                  <a:lnTo>
                    <a:pt x="183949" y="408777"/>
                  </a:lnTo>
                  <a:lnTo>
                    <a:pt x="147136" y="394329"/>
                  </a:lnTo>
                  <a:lnTo>
                    <a:pt x="84782" y="363505"/>
                  </a:lnTo>
                  <a:lnTo>
                    <a:pt x="38577" y="330402"/>
                  </a:lnTo>
                  <a:lnTo>
                    <a:pt x="9868" y="295371"/>
                  </a:lnTo>
                  <a:lnTo>
                    <a:pt x="0" y="258762"/>
                  </a:lnTo>
                  <a:close/>
                </a:path>
              </a:pathLst>
            </a:custGeom>
            <a:ln w="28574">
              <a:solidFill>
                <a:srgbClr val="6CACDD"/>
              </a:solidFill>
            </a:ln>
          </p:spPr>
          <p:txBody>
            <a:bodyPr wrap="square" lIns="0" tIns="0" rIns="0" bIns="0" rtlCol="0"/>
            <a:lstStyle/>
            <a:p>
              <a:endParaRPr/>
            </a:p>
          </p:txBody>
        </p:sp>
        <p:sp>
          <p:nvSpPr>
            <p:cNvPr id="14" name="object 14"/>
            <p:cNvSpPr/>
            <p:nvPr/>
          </p:nvSpPr>
          <p:spPr>
            <a:xfrm>
              <a:off x="4832588" y="5288583"/>
              <a:ext cx="965200" cy="45719"/>
            </a:xfrm>
            <a:custGeom>
              <a:avLst/>
              <a:gdLst/>
              <a:ahLst/>
              <a:cxnLst/>
              <a:rect l="l" t="t" r="r" b="b"/>
              <a:pathLst>
                <a:path w="965200">
                  <a:moveTo>
                    <a:pt x="0" y="0"/>
                  </a:moveTo>
                  <a:lnTo>
                    <a:pt x="964625" y="0"/>
                  </a:lnTo>
                </a:path>
              </a:pathLst>
            </a:custGeom>
            <a:ln w="28574">
              <a:solidFill>
                <a:srgbClr val="6CACDD"/>
              </a:solidFill>
            </a:ln>
          </p:spPr>
          <p:txBody>
            <a:bodyPr wrap="square" lIns="0" tIns="0" rIns="0" bIns="0" rtlCol="0"/>
            <a:lstStyle/>
            <a:p>
              <a:endParaRPr/>
            </a:p>
          </p:txBody>
        </p:sp>
        <p:sp>
          <p:nvSpPr>
            <p:cNvPr id="15" name="object 15"/>
            <p:cNvSpPr/>
            <p:nvPr/>
          </p:nvSpPr>
          <p:spPr>
            <a:xfrm>
              <a:off x="5695171" y="5222261"/>
              <a:ext cx="130398" cy="125192"/>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9397583" y="4995912"/>
              <a:ext cx="309880" cy="198971"/>
            </a:xfrm>
            <a:custGeom>
              <a:avLst/>
              <a:gdLst/>
              <a:ahLst/>
              <a:cxnLst/>
              <a:rect l="l" t="t" r="r" b="b"/>
              <a:pathLst>
                <a:path w="309879" h="210820">
                  <a:moveTo>
                    <a:pt x="0" y="105212"/>
                  </a:moveTo>
                  <a:lnTo>
                    <a:pt x="12154" y="64259"/>
                  </a:lnTo>
                  <a:lnTo>
                    <a:pt x="45299" y="30816"/>
                  </a:lnTo>
                  <a:lnTo>
                    <a:pt x="94460" y="8268"/>
                  </a:lnTo>
                  <a:lnTo>
                    <a:pt x="154661" y="0"/>
                  </a:lnTo>
                  <a:lnTo>
                    <a:pt x="214863" y="8268"/>
                  </a:lnTo>
                  <a:lnTo>
                    <a:pt x="264024" y="30816"/>
                  </a:lnTo>
                  <a:lnTo>
                    <a:pt x="297169" y="64259"/>
                  </a:lnTo>
                  <a:lnTo>
                    <a:pt x="309323" y="105212"/>
                  </a:lnTo>
                  <a:lnTo>
                    <a:pt x="297169" y="146166"/>
                  </a:lnTo>
                  <a:lnTo>
                    <a:pt x="264024" y="179609"/>
                  </a:lnTo>
                  <a:lnTo>
                    <a:pt x="214863" y="202157"/>
                  </a:lnTo>
                  <a:lnTo>
                    <a:pt x="154661" y="210425"/>
                  </a:lnTo>
                  <a:lnTo>
                    <a:pt x="94460" y="202157"/>
                  </a:lnTo>
                  <a:lnTo>
                    <a:pt x="45299" y="179609"/>
                  </a:lnTo>
                  <a:lnTo>
                    <a:pt x="12154" y="146166"/>
                  </a:lnTo>
                  <a:lnTo>
                    <a:pt x="0" y="105212"/>
                  </a:lnTo>
                  <a:close/>
                </a:path>
              </a:pathLst>
            </a:custGeom>
            <a:ln w="28574">
              <a:solidFill>
                <a:srgbClr val="6CACDD"/>
              </a:solidFill>
            </a:ln>
          </p:spPr>
          <p:txBody>
            <a:bodyPr wrap="square" lIns="0" tIns="0" rIns="0" bIns="0" rtlCol="0"/>
            <a:lstStyle/>
            <a:p>
              <a:endParaRPr/>
            </a:p>
          </p:txBody>
        </p:sp>
        <p:sp>
          <p:nvSpPr>
            <p:cNvPr id="17" name="object 17"/>
            <p:cNvSpPr/>
            <p:nvPr/>
          </p:nvSpPr>
          <p:spPr>
            <a:xfrm>
              <a:off x="9551634" y="5208035"/>
              <a:ext cx="1270" cy="185786"/>
            </a:xfrm>
            <a:custGeom>
              <a:avLst/>
              <a:gdLst/>
              <a:ahLst/>
              <a:cxnLst/>
              <a:rect l="l" t="t" r="r" b="b"/>
              <a:pathLst>
                <a:path w="1270" h="196850">
                  <a:moveTo>
                    <a:pt x="611" y="-14287"/>
                  </a:moveTo>
                  <a:lnTo>
                    <a:pt x="611" y="211137"/>
                  </a:lnTo>
                </a:path>
              </a:pathLst>
            </a:custGeom>
            <a:ln w="29798">
              <a:solidFill>
                <a:srgbClr val="6CACDD"/>
              </a:solidFill>
            </a:ln>
          </p:spPr>
          <p:txBody>
            <a:bodyPr wrap="square" lIns="0" tIns="0" rIns="0" bIns="0" rtlCol="0"/>
            <a:lstStyle/>
            <a:p>
              <a:endParaRPr/>
            </a:p>
          </p:txBody>
        </p:sp>
        <p:sp>
          <p:nvSpPr>
            <p:cNvPr id="18" name="object 18"/>
            <p:cNvSpPr/>
            <p:nvPr/>
          </p:nvSpPr>
          <p:spPr>
            <a:xfrm>
              <a:off x="9307109" y="5263186"/>
              <a:ext cx="490855" cy="45719"/>
            </a:xfrm>
            <a:custGeom>
              <a:avLst/>
              <a:gdLst/>
              <a:ahLst/>
              <a:cxnLst/>
              <a:rect l="l" t="t" r="r" b="b"/>
              <a:pathLst>
                <a:path w="490854" h="1270">
                  <a:moveTo>
                    <a:pt x="0" y="0"/>
                  </a:moveTo>
                  <a:lnTo>
                    <a:pt x="490271" y="848"/>
                  </a:lnTo>
                </a:path>
              </a:pathLst>
            </a:custGeom>
            <a:ln w="28574">
              <a:solidFill>
                <a:srgbClr val="6CACDD"/>
              </a:solidFill>
            </a:ln>
          </p:spPr>
          <p:txBody>
            <a:bodyPr wrap="square" lIns="0" tIns="0" rIns="0" bIns="0" rtlCol="0"/>
            <a:lstStyle/>
            <a:p>
              <a:endParaRPr/>
            </a:p>
          </p:txBody>
        </p:sp>
        <p:sp>
          <p:nvSpPr>
            <p:cNvPr id="19" name="object 19"/>
            <p:cNvSpPr/>
            <p:nvPr/>
          </p:nvSpPr>
          <p:spPr>
            <a:xfrm>
              <a:off x="9212967" y="5404885"/>
              <a:ext cx="677545" cy="218149"/>
            </a:xfrm>
            <a:custGeom>
              <a:avLst/>
              <a:gdLst/>
              <a:ahLst/>
              <a:cxnLst/>
              <a:rect l="l" t="t" r="r" b="b"/>
              <a:pathLst>
                <a:path w="677545" h="231139">
                  <a:moveTo>
                    <a:pt x="338665" y="0"/>
                  </a:moveTo>
                  <a:lnTo>
                    <a:pt x="0" y="230789"/>
                  </a:lnTo>
                  <a:lnTo>
                    <a:pt x="677332" y="230789"/>
                  </a:lnTo>
                  <a:lnTo>
                    <a:pt x="338665" y="0"/>
                  </a:lnTo>
                  <a:close/>
                </a:path>
              </a:pathLst>
            </a:custGeom>
            <a:solidFill>
              <a:srgbClr val="FFFFFF"/>
            </a:solidFill>
          </p:spPr>
          <p:txBody>
            <a:bodyPr wrap="square" lIns="0" tIns="0" rIns="0" bIns="0" rtlCol="0"/>
            <a:lstStyle/>
            <a:p>
              <a:endParaRPr/>
            </a:p>
          </p:txBody>
        </p:sp>
        <p:sp>
          <p:nvSpPr>
            <p:cNvPr id="20" name="object 20"/>
            <p:cNvSpPr/>
            <p:nvPr/>
          </p:nvSpPr>
          <p:spPr>
            <a:xfrm>
              <a:off x="9212967" y="5404885"/>
              <a:ext cx="677545" cy="218149"/>
            </a:xfrm>
            <a:custGeom>
              <a:avLst/>
              <a:gdLst/>
              <a:ahLst/>
              <a:cxnLst/>
              <a:rect l="l" t="t" r="r" b="b"/>
              <a:pathLst>
                <a:path w="677545" h="231139">
                  <a:moveTo>
                    <a:pt x="0" y="230788"/>
                  </a:moveTo>
                  <a:lnTo>
                    <a:pt x="338666" y="0"/>
                  </a:lnTo>
                  <a:lnTo>
                    <a:pt x="677332" y="230788"/>
                  </a:lnTo>
                </a:path>
              </a:pathLst>
            </a:custGeom>
            <a:ln w="28574">
              <a:solidFill>
                <a:srgbClr val="6CACDD"/>
              </a:solidFill>
            </a:ln>
          </p:spPr>
          <p:txBody>
            <a:bodyPr wrap="square" lIns="0" tIns="0" rIns="0" bIns="0" rtlCol="0"/>
            <a:lstStyle/>
            <a:p>
              <a:endParaRPr/>
            </a:p>
          </p:txBody>
        </p:sp>
        <p:sp>
          <p:nvSpPr>
            <p:cNvPr id="21" name="object 21"/>
            <p:cNvSpPr/>
            <p:nvPr/>
          </p:nvSpPr>
          <p:spPr>
            <a:xfrm>
              <a:off x="7839694" y="5635673"/>
              <a:ext cx="1090930" cy="351196"/>
            </a:xfrm>
            <a:custGeom>
              <a:avLst/>
              <a:gdLst/>
              <a:ahLst/>
              <a:cxnLst/>
              <a:rect l="l" t="t" r="r" b="b"/>
              <a:pathLst>
                <a:path w="1090929" h="372110">
                  <a:moveTo>
                    <a:pt x="1090761" y="0"/>
                  </a:moveTo>
                  <a:lnTo>
                    <a:pt x="0" y="371850"/>
                  </a:lnTo>
                </a:path>
              </a:pathLst>
            </a:custGeom>
            <a:ln w="28574">
              <a:solidFill>
                <a:srgbClr val="6CACDD"/>
              </a:solidFill>
            </a:ln>
          </p:spPr>
          <p:txBody>
            <a:bodyPr wrap="square" lIns="0" tIns="0" rIns="0" bIns="0" rtlCol="0"/>
            <a:lstStyle/>
            <a:p>
              <a:endParaRPr/>
            </a:p>
          </p:txBody>
        </p:sp>
        <p:sp>
          <p:nvSpPr>
            <p:cNvPr id="22" name="object 22"/>
            <p:cNvSpPr/>
            <p:nvPr/>
          </p:nvSpPr>
          <p:spPr>
            <a:xfrm>
              <a:off x="7812855" y="5916568"/>
              <a:ext cx="139682" cy="119102"/>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7863655" y="5271144"/>
              <a:ext cx="988060" cy="45719"/>
            </a:xfrm>
            <a:custGeom>
              <a:avLst/>
              <a:gdLst/>
              <a:ahLst/>
              <a:cxnLst/>
              <a:rect l="l" t="t" r="r" b="b"/>
              <a:pathLst>
                <a:path w="988059">
                  <a:moveTo>
                    <a:pt x="0" y="0"/>
                  </a:moveTo>
                  <a:lnTo>
                    <a:pt x="987644" y="0"/>
                  </a:lnTo>
                </a:path>
              </a:pathLst>
            </a:custGeom>
            <a:ln w="28574">
              <a:solidFill>
                <a:srgbClr val="6CACDD"/>
              </a:solidFill>
            </a:ln>
          </p:spPr>
          <p:txBody>
            <a:bodyPr wrap="square" lIns="0" tIns="0" rIns="0" bIns="0" rtlCol="0"/>
            <a:lstStyle/>
            <a:p>
              <a:endParaRPr/>
            </a:p>
          </p:txBody>
        </p:sp>
        <p:sp>
          <p:nvSpPr>
            <p:cNvPr id="24" name="object 24"/>
            <p:cNvSpPr/>
            <p:nvPr/>
          </p:nvSpPr>
          <p:spPr>
            <a:xfrm>
              <a:off x="8749258" y="5204821"/>
              <a:ext cx="130397" cy="125191"/>
            </a:xfrm>
            <a:prstGeom prst="rect">
              <a:avLst/>
            </a:prstGeom>
            <a:blipFill>
              <a:blip r:embed="rId5" cstate="print"/>
              <a:stretch>
                <a:fillRect/>
              </a:stretch>
            </a:blipFill>
          </p:spPr>
          <p:txBody>
            <a:bodyPr wrap="square" lIns="0" tIns="0" rIns="0" bIns="0" rtlCol="0"/>
            <a:lstStyle/>
            <a:p>
              <a:endParaRPr/>
            </a:p>
          </p:txBody>
        </p:sp>
        <p:sp>
          <p:nvSpPr>
            <p:cNvPr id="25" name="object 25"/>
            <p:cNvSpPr/>
            <p:nvPr/>
          </p:nvSpPr>
          <p:spPr>
            <a:xfrm>
              <a:off x="5876104" y="5719787"/>
              <a:ext cx="1987550" cy="488438"/>
            </a:xfrm>
            <a:custGeom>
              <a:avLst/>
              <a:gdLst/>
              <a:ahLst/>
              <a:cxnLst/>
              <a:rect l="l" t="t" r="r" b="b"/>
              <a:pathLst>
                <a:path w="1987550" h="517525">
                  <a:moveTo>
                    <a:pt x="993776" y="0"/>
                  </a:moveTo>
                  <a:lnTo>
                    <a:pt x="922804" y="649"/>
                  </a:lnTo>
                  <a:lnTo>
                    <a:pt x="853180" y="2569"/>
                  </a:lnTo>
                  <a:lnTo>
                    <a:pt x="785070" y="5716"/>
                  </a:lnTo>
                  <a:lnTo>
                    <a:pt x="718644" y="10045"/>
                  </a:lnTo>
                  <a:lnTo>
                    <a:pt x="654069" y="15512"/>
                  </a:lnTo>
                  <a:lnTo>
                    <a:pt x="591513" y="22075"/>
                  </a:lnTo>
                  <a:lnTo>
                    <a:pt x="531145" y="29690"/>
                  </a:lnTo>
                  <a:lnTo>
                    <a:pt x="473133" y="38311"/>
                  </a:lnTo>
                  <a:lnTo>
                    <a:pt x="417645" y="47897"/>
                  </a:lnTo>
                  <a:lnTo>
                    <a:pt x="364849" y="58402"/>
                  </a:lnTo>
                  <a:lnTo>
                    <a:pt x="314913" y="69784"/>
                  </a:lnTo>
                  <a:lnTo>
                    <a:pt x="268005" y="81998"/>
                  </a:lnTo>
                  <a:lnTo>
                    <a:pt x="224295" y="95000"/>
                  </a:lnTo>
                  <a:lnTo>
                    <a:pt x="183949" y="108747"/>
                  </a:lnTo>
                  <a:lnTo>
                    <a:pt x="147136" y="123196"/>
                  </a:lnTo>
                  <a:lnTo>
                    <a:pt x="84782" y="154020"/>
                  </a:lnTo>
                  <a:lnTo>
                    <a:pt x="38577" y="187123"/>
                  </a:lnTo>
                  <a:lnTo>
                    <a:pt x="9868" y="222154"/>
                  </a:lnTo>
                  <a:lnTo>
                    <a:pt x="0" y="258763"/>
                  </a:lnTo>
                  <a:lnTo>
                    <a:pt x="2495" y="277242"/>
                  </a:lnTo>
                  <a:lnTo>
                    <a:pt x="21952" y="313106"/>
                  </a:lnTo>
                  <a:lnTo>
                    <a:pt x="59577" y="347217"/>
                  </a:lnTo>
                  <a:lnTo>
                    <a:pt x="114024" y="379224"/>
                  </a:lnTo>
                  <a:lnTo>
                    <a:pt x="183949" y="408778"/>
                  </a:lnTo>
                  <a:lnTo>
                    <a:pt x="224295" y="422525"/>
                  </a:lnTo>
                  <a:lnTo>
                    <a:pt x="268005" y="435527"/>
                  </a:lnTo>
                  <a:lnTo>
                    <a:pt x="314913" y="447741"/>
                  </a:lnTo>
                  <a:lnTo>
                    <a:pt x="364849" y="459123"/>
                  </a:lnTo>
                  <a:lnTo>
                    <a:pt x="417645" y="469628"/>
                  </a:lnTo>
                  <a:lnTo>
                    <a:pt x="473133" y="479214"/>
                  </a:lnTo>
                  <a:lnTo>
                    <a:pt x="531145" y="487835"/>
                  </a:lnTo>
                  <a:lnTo>
                    <a:pt x="591513" y="495450"/>
                  </a:lnTo>
                  <a:lnTo>
                    <a:pt x="654069" y="502012"/>
                  </a:lnTo>
                  <a:lnTo>
                    <a:pt x="718644" y="507480"/>
                  </a:lnTo>
                  <a:lnTo>
                    <a:pt x="785070" y="511809"/>
                  </a:lnTo>
                  <a:lnTo>
                    <a:pt x="853180" y="514956"/>
                  </a:lnTo>
                  <a:lnTo>
                    <a:pt x="922804" y="516876"/>
                  </a:lnTo>
                  <a:lnTo>
                    <a:pt x="993776" y="517525"/>
                  </a:lnTo>
                  <a:lnTo>
                    <a:pt x="1064747" y="516876"/>
                  </a:lnTo>
                  <a:lnTo>
                    <a:pt x="1134372" y="514956"/>
                  </a:lnTo>
                  <a:lnTo>
                    <a:pt x="1202481" y="511809"/>
                  </a:lnTo>
                  <a:lnTo>
                    <a:pt x="1268908" y="507480"/>
                  </a:lnTo>
                  <a:lnTo>
                    <a:pt x="1333483" y="502012"/>
                  </a:lnTo>
                  <a:lnTo>
                    <a:pt x="1396038" y="495450"/>
                  </a:lnTo>
                  <a:lnTo>
                    <a:pt x="1456406" y="487835"/>
                  </a:lnTo>
                  <a:lnTo>
                    <a:pt x="1514418" y="479214"/>
                  </a:lnTo>
                  <a:lnTo>
                    <a:pt x="1569907" y="469628"/>
                  </a:lnTo>
                  <a:lnTo>
                    <a:pt x="1622703" y="459123"/>
                  </a:lnTo>
                  <a:lnTo>
                    <a:pt x="1672638" y="447741"/>
                  </a:lnTo>
                  <a:lnTo>
                    <a:pt x="1719545" y="435527"/>
                  </a:lnTo>
                  <a:lnTo>
                    <a:pt x="1763256" y="422525"/>
                  </a:lnTo>
                  <a:lnTo>
                    <a:pt x="1803602" y="408778"/>
                  </a:lnTo>
                  <a:lnTo>
                    <a:pt x="1840415" y="394329"/>
                  </a:lnTo>
                  <a:lnTo>
                    <a:pt x="1902769" y="363505"/>
                  </a:lnTo>
                  <a:lnTo>
                    <a:pt x="1948973" y="330402"/>
                  </a:lnTo>
                  <a:lnTo>
                    <a:pt x="1977682" y="295371"/>
                  </a:lnTo>
                  <a:lnTo>
                    <a:pt x="1987551" y="258763"/>
                  </a:lnTo>
                  <a:lnTo>
                    <a:pt x="1985056" y="240283"/>
                  </a:lnTo>
                  <a:lnTo>
                    <a:pt x="1965599" y="204419"/>
                  </a:lnTo>
                  <a:lnTo>
                    <a:pt x="1927974" y="170308"/>
                  </a:lnTo>
                  <a:lnTo>
                    <a:pt x="1873526" y="138301"/>
                  </a:lnTo>
                  <a:lnTo>
                    <a:pt x="1803602" y="108747"/>
                  </a:lnTo>
                  <a:lnTo>
                    <a:pt x="1763256" y="95000"/>
                  </a:lnTo>
                  <a:lnTo>
                    <a:pt x="1719545" y="81998"/>
                  </a:lnTo>
                  <a:lnTo>
                    <a:pt x="1672638" y="69784"/>
                  </a:lnTo>
                  <a:lnTo>
                    <a:pt x="1622703" y="58402"/>
                  </a:lnTo>
                  <a:lnTo>
                    <a:pt x="1569907" y="47897"/>
                  </a:lnTo>
                  <a:lnTo>
                    <a:pt x="1514418" y="38311"/>
                  </a:lnTo>
                  <a:lnTo>
                    <a:pt x="1456406" y="29690"/>
                  </a:lnTo>
                  <a:lnTo>
                    <a:pt x="1396038" y="22075"/>
                  </a:lnTo>
                  <a:lnTo>
                    <a:pt x="1333483" y="15512"/>
                  </a:lnTo>
                  <a:lnTo>
                    <a:pt x="1268908" y="10045"/>
                  </a:lnTo>
                  <a:lnTo>
                    <a:pt x="1202481" y="5716"/>
                  </a:lnTo>
                  <a:lnTo>
                    <a:pt x="1134372" y="2569"/>
                  </a:lnTo>
                  <a:lnTo>
                    <a:pt x="1064747" y="649"/>
                  </a:lnTo>
                  <a:lnTo>
                    <a:pt x="993776" y="0"/>
                  </a:lnTo>
                  <a:close/>
                </a:path>
              </a:pathLst>
            </a:custGeom>
            <a:solidFill>
              <a:srgbClr val="F2913F"/>
            </a:solidFill>
          </p:spPr>
          <p:txBody>
            <a:bodyPr wrap="square" lIns="0" tIns="0" rIns="0" bIns="0" rtlCol="0"/>
            <a:lstStyle/>
            <a:p>
              <a:endParaRPr/>
            </a:p>
          </p:txBody>
        </p:sp>
        <p:sp>
          <p:nvSpPr>
            <p:cNvPr id="26" name="object 26"/>
            <p:cNvSpPr/>
            <p:nvPr/>
          </p:nvSpPr>
          <p:spPr>
            <a:xfrm>
              <a:off x="5876104" y="5719787"/>
              <a:ext cx="1987550" cy="488438"/>
            </a:xfrm>
            <a:custGeom>
              <a:avLst/>
              <a:gdLst/>
              <a:ahLst/>
              <a:cxnLst/>
              <a:rect l="l" t="t" r="r" b="b"/>
              <a:pathLst>
                <a:path w="1987550" h="517525">
                  <a:moveTo>
                    <a:pt x="0" y="258762"/>
                  </a:moveTo>
                  <a:lnTo>
                    <a:pt x="21952" y="204419"/>
                  </a:lnTo>
                  <a:lnTo>
                    <a:pt x="59577" y="170308"/>
                  </a:lnTo>
                  <a:lnTo>
                    <a:pt x="114024" y="138301"/>
                  </a:lnTo>
                  <a:lnTo>
                    <a:pt x="183949" y="108747"/>
                  </a:lnTo>
                  <a:lnTo>
                    <a:pt x="224294" y="95000"/>
                  </a:lnTo>
                  <a:lnTo>
                    <a:pt x="268005" y="81998"/>
                  </a:lnTo>
                  <a:lnTo>
                    <a:pt x="314912" y="69784"/>
                  </a:lnTo>
                  <a:lnTo>
                    <a:pt x="364848" y="58402"/>
                  </a:lnTo>
                  <a:lnTo>
                    <a:pt x="417644" y="47897"/>
                  </a:lnTo>
                  <a:lnTo>
                    <a:pt x="473132" y="38311"/>
                  </a:lnTo>
                  <a:lnTo>
                    <a:pt x="531145" y="29690"/>
                  </a:lnTo>
                  <a:lnTo>
                    <a:pt x="591513" y="22075"/>
                  </a:lnTo>
                  <a:lnTo>
                    <a:pt x="654068" y="15512"/>
                  </a:lnTo>
                  <a:lnTo>
                    <a:pt x="718643" y="10045"/>
                  </a:lnTo>
                  <a:lnTo>
                    <a:pt x="785070" y="5716"/>
                  </a:lnTo>
                  <a:lnTo>
                    <a:pt x="853179" y="2569"/>
                  </a:lnTo>
                  <a:lnTo>
                    <a:pt x="922804" y="649"/>
                  </a:lnTo>
                  <a:lnTo>
                    <a:pt x="993775" y="0"/>
                  </a:lnTo>
                  <a:lnTo>
                    <a:pt x="1064747" y="649"/>
                  </a:lnTo>
                  <a:lnTo>
                    <a:pt x="1134371" y="2569"/>
                  </a:lnTo>
                  <a:lnTo>
                    <a:pt x="1202481" y="5716"/>
                  </a:lnTo>
                  <a:lnTo>
                    <a:pt x="1268907" y="10045"/>
                  </a:lnTo>
                  <a:lnTo>
                    <a:pt x="1333482" y="15512"/>
                  </a:lnTo>
                  <a:lnTo>
                    <a:pt x="1396038" y="22075"/>
                  </a:lnTo>
                  <a:lnTo>
                    <a:pt x="1456406" y="29690"/>
                  </a:lnTo>
                  <a:lnTo>
                    <a:pt x="1514418" y="38311"/>
                  </a:lnTo>
                  <a:lnTo>
                    <a:pt x="1569906" y="47897"/>
                  </a:lnTo>
                  <a:lnTo>
                    <a:pt x="1622702" y="58402"/>
                  </a:lnTo>
                  <a:lnTo>
                    <a:pt x="1672638" y="69784"/>
                  </a:lnTo>
                  <a:lnTo>
                    <a:pt x="1719545" y="81998"/>
                  </a:lnTo>
                  <a:lnTo>
                    <a:pt x="1763256" y="95000"/>
                  </a:lnTo>
                  <a:lnTo>
                    <a:pt x="1803602" y="108747"/>
                  </a:lnTo>
                  <a:lnTo>
                    <a:pt x="1840415" y="123196"/>
                  </a:lnTo>
                  <a:lnTo>
                    <a:pt x="1902769" y="154020"/>
                  </a:lnTo>
                  <a:lnTo>
                    <a:pt x="1948973" y="187123"/>
                  </a:lnTo>
                  <a:lnTo>
                    <a:pt x="1977682" y="222154"/>
                  </a:lnTo>
                  <a:lnTo>
                    <a:pt x="1987551" y="258762"/>
                  </a:lnTo>
                  <a:lnTo>
                    <a:pt x="1985056" y="277242"/>
                  </a:lnTo>
                  <a:lnTo>
                    <a:pt x="1965599" y="313106"/>
                  </a:lnTo>
                  <a:lnTo>
                    <a:pt x="1927974" y="347217"/>
                  </a:lnTo>
                  <a:lnTo>
                    <a:pt x="1873527" y="379224"/>
                  </a:lnTo>
                  <a:lnTo>
                    <a:pt x="1803602" y="408778"/>
                  </a:lnTo>
                  <a:lnTo>
                    <a:pt x="1763256" y="422525"/>
                  </a:lnTo>
                  <a:lnTo>
                    <a:pt x="1719545" y="435527"/>
                  </a:lnTo>
                  <a:lnTo>
                    <a:pt x="1672638" y="447741"/>
                  </a:lnTo>
                  <a:lnTo>
                    <a:pt x="1622702" y="459123"/>
                  </a:lnTo>
                  <a:lnTo>
                    <a:pt x="1569906" y="469628"/>
                  </a:lnTo>
                  <a:lnTo>
                    <a:pt x="1514418" y="479214"/>
                  </a:lnTo>
                  <a:lnTo>
                    <a:pt x="1456406" y="487835"/>
                  </a:lnTo>
                  <a:lnTo>
                    <a:pt x="1396038" y="495450"/>
                  </a:lnTo>
                  <a:lnTo>
                    <a:pt x="1333482" y="502012"/>
                  </a:lnTo>
                  <a:lnTo>
                    <a:pt x="1268907" y="507480"/>
                  </a:lnTo>
                  <a:lnTo>
                    <a:pt x="1202481" y="511809"/>
                  </a:lnTo>
                  <a:lnTo>
                    <a:pt x="1134371" y="514956"/>
                  </a:lnTo>
                  <a:lnTo>
                    <a:pt x="1064747" y="516876"/>
                  </a:lnTo>
                  <a:lnTo>
                    <a:pt x="993775" y="517525"/>
                  </a:lnTo>
                  <a:lnTo>
                    <a:pt x="922804" y="516876"/>
                  </a:lnTo>
                  <a:lnTo>
                    <a:pt x="853179" y="514956"/>
                  </a:lnTo>
                  <a:lnTo>
                    <a:pt x="785070" y="511809"/>
                  </a:lnTo>
                  <a:lnTo>
                    <a:pt x="718643" y="507480"/>
                  </a:lnTo>
                  <a:lnTo>
                    <a:pt x="654068" y="502012"/>
                  </a:lnTo>
                  <a:lnTo>
                    <a:pt x="591513" y="495450"/>
                  </a:lnTo>
                  <a:lnTo>
                    <a:pt x="531145" y="487835"/>
                  </a:lnTo>
                  <a:lnTo>
                    <a:pt x="473132" y="479214"/>
                  </a:lnTo>
                  <a:lnTo>
                    <a:pt x="417644" y="469628"/>
                  </a:lnTo>
                  <a:lnTo>
                    <a:pt x="364848" y="459123"/>
                  </a:lnTo>
                  <a:lnTo>
                    <a:pt x="314912" y="447741"/>
                  </a:lnTo>
                  <a:lnTo>
                    <a:pt x="268005" y="435527"/>
                  </a:lnTo>
                  <a:lnTo>
                    <a:pt x="224294" y="422525"/>
                  </a:lnTo>
                  <a:lnTo>
                    <a:pt x="183949" y="408778"/>
                  </a:lnTo>
                  <a:lnTo>
                    <a:pt x="147136" y="394329"/>
                  </a:lnTo>
                  <a:lnTo>
                    <a:pt x="84782" y="363505"/>
                  </a:lnTo>
                  <a:lnTo>
                    <a:pt x="38577" y="330402"/>
                  </a:lnTo>
                  <a:lnTo>
                    <a:pt x="9868" y="295371"/>
                  </a:lnTo>
                  <a:lnTo>
                    <a:pt x="0" y="258762"/>
                  </a:lnTo>
                  <a:close/>
                </a:path>
              </a:pathLst>
            </a:custGeom>
            <a:ln w="28574">
              <a:solidFill>
                <a:srgbClr val="6CACDD"/>
              </a:solidFill>
            </a:ln>
          </p:spPr>
          <p:txBody>
            <a:bodyPr wrap="square" lIns="0" tIns="0" rIns="0" bIns="0" rtlCol="0"/>
            <a:lstStyle/>
            <a:p>
              <a:endParaRPr/>
            </a:p>
          </p:txBody>
        </p:sp>
      </p:grpSp>
      <p:sp>
        <p:nvSpPr>
          <p:cNvPr id="29" name="标题 28"/>
          <p:cNvSpPr>
            <a:spLocks noGrp="1"/>
          </p:cNvSpPr>
          <p:nvPr>
            <p:ph type="title"/>
          </p:nvPr>
        </p:nvSpPr>
        <p:spPr/>
        <p:txBody>
          <a:bodyPr/>
          <a:lstStyle/>
          <a:p>
            <a:r>
              <a:rPr lang="zh-CN" altLang="en-US" dirty="0"/>
              <a:t>用例包含软件系统需求</a:t>
            </a:r>
          </a:p>
        </p:txBody>
      </p:sp>
      <p:sp>
        <p:nvSpPr>
          <p:cNvPr id="31" name="灯片编号占位符 30"/>
          <p:cNvSpPr>
            <a:spLocks noGrp="1"/>
          </p:cNvSpPr>
          <p:nvPr>
            <p:ph type="sldNum" sz="quarter" idx="12"/>
          </p:nvPr>
        </p:nvSpPr>
        <p:spPr/>
        <p:txBody>
          <a:bodyPr/>
          <a:lstStyle/>
          <a:p>
            <a:fld id="{74D2AB8B-5816-41F2-8B4B-CA5C3E4E6A65}" type="slidenum">
              <a:rPr lang="zh-CN" altLang="en-US" smtClean="0"/>
              <a:t>27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7289"/>
    </mc:Choice>
    <mc:Fallback xmlns="">
      <p:transition spd="slow" advTm="117289"/>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14930" y="1891898"/>
            <a:ext cx="5232400" cy="27508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与系统交互的人</a:t>
            </a:r>
          </a:p>
          <a:p>
            <a:pPr marL="241300" indent="-228600">
              <a:lnSpc>
                <a:spcPct val="100000"/>
              </a:lnSpc>
              <a:spcBef>
                <a:spcPts val="2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与系统交互的硬件组件</a:t>
            </a:r>
          </a:p>
          <a:p>
            <a:pPr marL="241300" indent="-228600">
              <a:lnSpc>
                <a:spcPct val="100000"/>
              </a:lnSpc>
              <a:spcBef>
                <a:spcPts val="2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或者其他的外部系统</a:t>
            </a:r>
          </a:p>
          <a:p>
            <a:pPr marL="241300" indent="-228600">
              <a:lnSpc>
                <a:spcPct val="100000"/>
              </a:lnSpc>
              <a:spcBef>
                <a:spcPts val="2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关注的重点是所承担的“</a:t>
            </a:r>
            <a:r>
              <a:rPr sz="2800" dirty="0">
                <a:solidFill>
                  <a:srgbClr val="FF0000"/>
                </a:solidFill>
                <a:latin typeface="微软雅黑" panose="020B0503020204020204" pitchFamily="34" charset="-122"/>
                <a:ea typeface="微软雅黑" panose="020B0503020204020204" pitchFamily="34" charset="-122"/>
                <a:cs typeface="华文新魏" panose="02010800040101010101" charset="-122"/>
              </a:rPr>
              <a:t>角色</a:t>
            </a:r>
            <a:r>
              <a:rPr sz="2800" dirty="0">
                <a:latin typeface="微软雅黑" panose="020B0503020204020204" pitchFamily="34" charset="-122"/>
                <a:ea typeface="微软雅黑" panose="020B0503020204020204" pitchFamily="34" charset="-122"/>
                <a:cs typeface="华文新魏" panose="02010800040101010101" charset="-122"/>
              </a:rPr>
              <a:t>”</a:t>
            </a:r>
          </a:p>
        </p:txBody>
      </p:sp>
      <p:sp>
        <p:nvSpPr>
          <p:cNvPr id="8" name="object 8"/>
          <p:cNvSpPr txBox="1"/>
          <p:nvPr/>
        </p:nvSpPr>
        <p:spPr>
          <a:xfrm>
            <a:off x="414930" y="4952598"/>
            <a:ext cx="4876800" cy="4521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参与者的名要明确定义其角色</a:t>
            </a:r>
            <a:endParaRPr sz="2800">
              <a:latin typeface="微软雅黑" panose="020B0503020204020204" pitchFamily="34" charset="-122"/>
              <a:ea typeface="微软雅黑" panose="020B0503020204020204" pitchFamily="34" charset="-122"/>
              <a:cs typeface="华文新魏" panose="02010800040101010101" charset="-122"/>
            </a:endParaRPr>
          </a:p>
        </p:txBody>
      </p:sp>
      <p:grpSp>
        <p:nvGrpSpPr>
          <p:cNvPr id="118" name="组合 117"/>
          <p:cNvGrpSpPr/>
          <p:nvPr/>
        </p:nvGrpSpPr>
        <p:grpSpPr>
          <a:xfrm>
            <a:off x="6342764" y="1177159"/>
            <a:ext cx="5155553" cy="5315716"/>
            <a:chOff x="5757331" y="332656"/>
            <a:chExt cx="5350935" cy="5727169"/>
          </a:xfrm>
        </p:grpSpPr>
        <p:sp>
          <p:nvSpPr>
            <p:cNvPr id="9" name="object 9"/>
            <p:cNvSpPr/>
            <p:nvPr/>
          </p:nvSpPr>
          <p:spPr>
            <a:xfrm>
              <a:off x="7313083" y="873994"/>
              <a:ext cx="635000" cy="123825"/>
            </a:xfrm>
            <a:custGeom>
              <a:avLst/>
              <a:gdLst/>
              <a:ahLst/>
              <a:cxnLst/>
              <a:rect l="l" t="t" r="r" b="b"/>
              <a:pathLst>
                <a:path w="635000" h="123825">
                  <a:moveTo>
                    <a:pt x="119992" y="123031"/>
                  </a:moveTo>
                  <a:lnTo>
                    <a:pt x="27608" y="123031"/>
                  </a:lnTo>
                  <a:lnTo>
                    <a:pt x="40351" y="123825"/>
                  </a:lnTo>
                  <a:lnTo>
                    <a:pt x="96630" y="123825"/>
                  </a:lnTo>
                  <a:lnTo>
                    <a:pt x="119992" y="123031"/>
                  </a:lnTo>
                  <a:close/>
                </a:path>
                <a:path w="635000" h="123825">
                  <a:moveTo>
                    <a:pt x="8495" y="83343"/>
                  </a:moveTo>
                  <a:lnTo>
                    <a:pt x="0" y="83343"/>
                  </a:lnTo>
                  <a:lnTo>
                    <a:pt x="8495" y="123031"/>
                  </a:lnTo>
                  <a:lnTo>
                    <a:pt x="143352" y="123031"/>
                  </a:lnTo>
                  <a:lnTo>
                    <a:pt x="195385" y="121443"/>
                  </a:lnTo>
                  <a:lnTo>
                    <a:pt x="222992" y="119062"/>
                  </a:lnTo>
                  <a:lnTo>
                    <a:pt x="277149" y="115887"/>
                  </a:lnTo>
                  <a:lnTo>
                    <a:pt x="330243" y="109537"/>
                  </a:lnTo>
                  <a:lnTo>
                    <a:pt x="388645" y="100012"/>
                  </a:lnTo>
                  <a:lnTo>
                    <a:pt x="444925" y="88106"/>
                  </a:lnTo>
                  <a:lnTo>
                    <a:pt x="455847" y="85725"/>
                  </a:lnTo>
                  <a:lnTo>
                    <a:pt x="48845" y="85725"/>
                  </a:lnTo>
                  <a:lnTo>
                    <a:pt x="31856" y="84931"/>
                  </a:lnTo>
                  <a:lnTo>
                    <a:pt x="18051" y="84931"/>
                  </a:lnTo>
                  <a:lnTo>
                    <a:pt x="8495" y="83343"/>
                  </a:lnTo>
                  <a:close/>
                </a:path>
                <a:path w="635000" h="123825">
                  <a:moveTo>
                    <a:pt x="621195" y="0"/>
                  </a:moveTo>
                  <a:lnTo>
                    <a:pt x="620133" y="793"/>
                  </a:lnTo>
                  <a:lnTo>
                    <a:pt x="614824" y="1587"/>
                  </a:lnTo>
                  <a:lnTo>
                    <a:pt x="606329" y="3968"/>
                  </a:lnTo>
                  <a:lnTo>
                    <a:pt x="595711" y="7937"/>
                  </a:lnTo>
                  <a:lnTo>
                    <a:pt x="581906" y="11112"/>
                  </a:lnTo>
                  <a:lnTo>
                    <a:pt x="565978" y="15875"/>
                  </a:lnTo>
                  <a:lnTo>
                    <a:pt x="548987" y="21431"/>
                  </a:lnTo>
                  <a:lnTo>
                    <a:pt x="528812" y="26987"/>
                  </a:lnTo>
                  <a:lnTo>
                    <a:pt x="507575" y="33337"/>
                  </a:lnTo>
                  <a:lnTo>
                    <a:pt x="484214" y="38893"/>
                  </a:lnTo>
                  <a:lnTo>
                    <a:pt x="433243" y="51593"/>
                  </a:lnTo>
                  <a:lnTo>
                    <a:pt x="352541" y="68262"/>
                  </a:lnTo>
                  <a:lnTo>
                    <a:pt x="324933" y="73025"/>
                  </a:lnTo>
                  <a:lnTo>
                    <a:pt x="273963" y="79375"/>
                  </a:lnTo>
                  <a:lnTo>
                    <a:pt x="219807" y="82550"/>
                  </a:lnTo>
                  <a:lnTo>
                    <a:pt x="192199" y="84931"/>
                  </a:lnTo>
                  <a:lnTo>
                    <a:pt x="165652" y="84931"/>
                  </a:lnTo>
                  <a:lnTo>
                    <a:pt x="139105" y="85725"/>
                  </a:lnTo>
                  <a:lnTo>
                    <a:pt x="455847" y="85725"/>
                  </a:lnTo>
                  <a:lnTo>
                    <a:pt x="495894" y="76993"/>
                  </a:lnTo>
                  <a:lnTo>
                    <a:pt x="541555" y="65087"/>
                  </a:lnTo>
                  <a:lnTo>
                    <a:pt x="562792" y="60325"/>
                  </a:lnTo>
                  <a:lnTo>
                    <a:pt x="579782" y="55562"/>
                  </a:lnTo>
                  <a:lnTo>
                    <a:pt x="595711" y="50800"/>
                  </a:lnTo>
                  <a:lnTo>
                    <a:pt x="609514" y="46831"/>
                  </a:lnTo>
                  <a:lnTo>
                    <a:pt x="620133" y="43656"/>
                  </a:lnTo>
                  <a:lnTo>
                    <a:pt x="628628" y="40481"/>
                  </a:lnTo>
                  <a:lnTo>
                    <a:pt x="633938" y="39687"/>
                  </a:lnTo>
                  <a:lnTo>
                    <a:pt x="635000" y="38893"/>
                  </a:lnTo>
                  <a:lnTo>
                    <a:pt x="621195" y="0"/>
                  </a:lnTo>
                  <a:close/>
                </a:path>
              </a:pathLst>
            </a:custGeom>
            <a:solidFill>
              <a:srgbClr val="55677D"/>
            </a:solidFill>
          </p:spPr>
          <p:txBody>
            <a:bodyPr wrap="square" lIns="0" tIns="0" rIns="0" bIns="0" rtlCol="0"/>
            <a:lstStyle/>
            <a:p>
              <a:endParaRPr/>
            </a:p>
          </p:txBody>
        </p:sp>
        <p:sp>
          <p:nvSpPr>
            <p:cNvPr id="10" name="object 10"/>
            <p:cNvSpPr/>
            <p:nvPr/>
          </p:nvSpPr>
          <p:spPr>
            <a:xfrm>
              <a:off x="7306733" y="658096"/>
              <a:ext cx="603250" cy="282575"/>
            </a:xfrm>
            <a:custGeom>
              <a:avLst/>
              <a:gdLst/>
              <a:ahLst/>
              <a:cxnLst/>
              <a:rect l="l" t="t" r="r" b="b"/>
              <a:pathLst>
                <a:path w="603250" h="282575">
                  <a:moveTo>
                    <a:pt x="216578" y="21431"/>
                  </a:moveTo>
                  <a:lnTo>
                    <a:pt x="161641" y="30162"/>
                  </a:lnTo>
                  <a:lnTo>
                    <a:pt x="116212" y="56356"/>
                  </a:lnTo>
                  <a:lnTo>
                    <a:pt x="102478" y="72231"/>
                  </a:lnTo>
                  <a:lnTo>
                    <a:pt x="81349" y="93662"/>
                  </a:lnTo>
                  <a:lnTo>
                    <a:pt x="55993" y="119856"/>
                  </a:lnTo>
                  <a:lnTo>
                    <a:pt x="32750" y="148431"/>
                  </a:lnTo>
                  <a:lnTo>
                    <a:pt x="11621" y="180181"/>
                  </a:lnTo>
                  <a:lnTo>
                    <a:pt x="0" y="212725"/>
                  </a:lnTo>
                  <a:lnTo>
                    <a:pt x="1056" y="244475"/>
                  </a:lnTo>
                  <a:lnTo>
                    <a:pt x="20073" y="276225"/>
                  </a:lnTo>
                  <a:lnTo>
                    <a:pt x="25355" y="278606"/>
                  </a:lnTo>
                  <a:lnTo>
                    <a:pt x="36977" y="280193"/>
                  </a:lnTo>
                  <a:lnTo>
                    <a:pt x="52824" y="280987"/>
                  </a:lnTo>
                  <a:lnTo>
                    <a:pt x="72896" y="282575"/>
                  </a:lnTo>
                  <a:lnTo>
                    <a:pt x="121494" y="282575"/>
                  </a:lnTo>
                  <a:lnTo>
                    <a:pt x="148963" y="280987"/>
                  </a:lnTo>
                  <a:lnTo>
                    <a:pt x="207070" y="279400"/>
                  </a:lnTo>
                  <a:lnTo>
                    <a:pt x="312718" y="273050"/>
                  </a:lnTo>
                  <a:lnTo>
                    <a:pt x="331735" y="271462"/>
                  </a:lnTo>
                  <a:lnTo>
                    <a:pt x="347582" y="269081"/>
                  </a:lnTo>
                  <a:lnTo>
                    <a:pt x="359202" y="268287"/>
                  </a:lnTo>
                  <a:lnTo>
                    <a:pt x="426817" y="253206"/>
                  </a:lnTo>
                  <a:lnTo>
                    <a:pt x="480698" y="237331"/>
                  </a:lnTo>
                  <a:lnTo>
                    <a:pt x="499715" y="232568"/>
                  </a:lnTo>
                  <a:lnTo>
                    <a:pt x="516619" y="226218"/>
                  </a:lnTo>
                  <a:lnTo>
                    <a:pt x="533523" y="220662"/>
                  </a:lnTo>
                  <a:lnTo>
                    <a:pt x="551482" y="215900"/>
                  </a:lnTo>
                  <a:lnTo>
                    <a:pt x="566273" y="211137"/>
                  </a:lnTo>
                  <a:lnTo>
                    <a:pt x="581064" y="205581"/>
                  </a:lnTo>
                  <a:lnTo>
                    <a:pt x="592684" y="200818"/>
                  </a:lnTo>
                  <a:lnTo>
                    <a:pt x="603250" y="196056"/>
                  </a:lnTo>
                  <a:lnTo>
                    <a:pt x="599023" y="183356"/>
                  </a:lnTo>
                  <a:lnTo>
                    <a:pt x="594798" y="169068"/>
                  </a:lnTo>
                  <a:lnTo>
                    <a:pt x="567329" y="118268"/>
                  </a:lnTo>
                  <a:lnTo>
                    <a:pt x="539860" y="84931"/>
                  </a:lnTo>
                  <a:lnTo>
                    <a:pt x="490207" y="38893"/>
                  </a:lnTo>
                  <a:lnTo>
                    <a:pt x="469831" y="25400"/>
                  </a:lnTo>
                  <a:lnTo>
                    <a:pt x="239821" y="25400"/>
                  </a:lnTo>
                  <a:lnTo>
                    <a:pt x="235595" y="24606"/>
                  </a:lnTo>
                  <a:lnTo>
                    <a:pt x="229255" y="23018"/>
                  </a:lnTo>
                  <a:lnTo>
                    <a:pt x="216578" y="21431"/>
                  </a:lnTo>
                  <a:close/>
                </a:path>
                <a:path w="603250" h="282575">
                  <a:moveTo>
                    <a:pt x="391953" y="0"/>
                  </a:moveTo>
                  <a:lnTo>
                    <a:pt x="370824" y="793"/>
                  </a:lnTo>
                  <a:lnTo>
                    <a:pt x="347582" y="3968"/>
                  </a:lnTo>
                  <a:lnTo>
                    <a:pt x="302153" y="13493"/>
                  </a:lnTo>
                  <a:lnTo>
                    <a:pt x="282080" y="18256"/>
                  </a:lnTo>
                  <a:lnTo>
                    <a:pt x="264119" y="21431"/>
                  </a:lnTo>
                  <a:lnTo>
                    <a:pt x="250385" y="24606"/>
                  </a:lnTo>
                  <a:lnTo>
                    <a:pt x="239821" y="25400"/>
                  </a:lnTo>
                  <a:lnTo>
                    <a:pt x="469831" y="25400"/>
                  </a:lnTo>
                  <a:lnTo>
                    <a:pt x="452173" y="15081"/>
                  </a:lnTo>
                  <a:lnTo>
                    <a:pt x="432099" y="7143"/>
                  </a:lnTo>
                  <a:lnTo>
                    <a:pt x="412027" y="1587"/>
                  </a:lnTo>
                  <a:lnTo>
                    <a:pt x="391953" y="0"/>
                  </a:lnTo>
                  <a:close/>
                </a:path>
              </a:pathLst>
            </a:custGeom>
            <a:solidFill>
              <a:srgbClr val="515DFF"/>
            </a:solidFill>
          </p:spPr>
          <p:txBody>
            <a:bodyPr wrap="square" lIns="0" tIns="0" rIns="0" bIns="0" rtlCol="0"/>
            <a:lstStyle/>
            <a:p>
              <a:endParaRPr/>
            </a:p>
          </p:txBody>
        </p:sp>
        <p:sp>
          <p:nvSpPr>
            <p:cNvPr id="11" name="object 11"/>
            <p:cNvSpPr/>
            <p:nvPr/>
          </p:nvSpPr>
          <p:spPr>
            <a:xfrm>
              <a:off x="7243233" y="926382"/>
              <a:ext cx="789940" cy="127000"/>
            </a:xfrm>
            <a:custGeom>
              <a:avLst/>
              <a:gdLst/>
              <a:ahLst/>
              <a:cxnLst/>
              <a:rect l="l" t="t" r="r" b="b"/>
              <a:pathLst>
                <a:path w="789940" h="127000">
                  <a:moveTo>
                    <a:pt x="76098" y="82036"/>
                  </a:moveTo>
                  <a:lnTo>
                    <a:pt x="66586" y="82825"/>
                  </a:lnTo>
                  <a:lnTo>
                    <a:pt x="58130" y="85192"/>
                  </a:lnTo>
                  <a:lnTo>
                    <a:pt x="49676" y="89137"/>
                  </a:lnTo>
                  <a:lnTo>
                    <a:pt x="28536" y="98602"/>
                  </a:lnTo>
                  <a:lnTo>
                    <a:pt x="15854" y="102546"/>
                  </a:lnTo>
                  <a:lnTo>
                    <a:pt x="0" y="106490"/>
                  </a:lnTo>
                  <a:lnTo>
                    <a:pt x="30651" y="112801"/>
                  </a:lnTo>
                  <a:lnTo>
                    <a:pt x="60244" y="118323"/>
                  </a:lnTo>
                  <a:lnTo>
                    <a:pt x="117317" y="124633"/>
                  </a:lnTo>
                  <a:lnTo>
                    <a:pt x="145854" y="126211"/>
                  </a:lnTo>
                  <a:lnTo>
                    <a:pt x="174391" y="127000"/>
                  </a:lnTo>
                  <a:lnTo>
                    <a:pt x="203984" y="127000"/>
                  </a:lnTo>
                  <a:lnTo>
                    <a:pt x="232521" y="126211"/>
                  </a:lnTo>
                  <a:lnTo>
                    <a:pt x="261058" y="124633"/>
                  </a:lnTo>
                  <a:lnTo>
                    <a:pt x="289595" y="121478"/>
                  </a:lnTo>
                  <a:lnTo>
                    <a:pt x="345611" y="116744"/>
                  </a:lnTo>
                  <a:lnTo>
                    <a:pt x="374148" y="112801"/>
                  </a:lnTo>
                  <a:lnTo>
                    <a:pt x="403741" y="110435"/>
                  </a:lnTo>
                  <a:lnTo>
                    <a:pt x="461872" y="102546"/>
                  </a:lnTo>
                  <a:lnTo>
                    <a:pt x="490409" y="99391"/>
                  </a:lnTo>
                  <a:lnTo>
                    <a:pt x="518946" y="94658"/>
                  </a:lnTo>
                  <a:lnTo>
                    <a:pt x="553979" y="87558"/>
                  </a:lnTo>
                  <a:lnTo>
                    <a:pt x="134228" y="87558"/>
                  </a:lnTo>
                  <a:lnTo>
                    <a:pt x="121545" y="86770"/>
                  </a:lnTo>
                  <a:lnTo>
                    <a:pt x="109919" y="85192"/>
                  </a:lnTo>
                  <a:lnTo>
                    <a:pt x="98292" y="84404"/>
                  </a:lnTo>
                  <a:lnTo>
                    <a:pt x="87723" y="82825"/>
                  </a:lnTo>
                  <a:lnTo>
                    <a:pt x="76098" y="82036"/>
                  </a:lnTo>
                  <a:close/>
                </a:path>
                <a:path w="789940" h="127000">
                  <a:moveTo>
                    <a:pt x="723988" y="0"/>
                  </a:moveTo>
                  <a:lnTo>
                    <a:pt x="609841" y="31553"/>
                  </a:lnTo>
                  <a:lnTo>
                    <a:pt x="607728" y="33130"/>
                  </a:lnTo>
                  <a:lnTo>
                    <a:pt x="603500" y="33919"/>
                  </a:lnTo>
                  <a:lnTo>
                    <a:pt x="593986" y="35497"/>
                  </a:lnTo>
                  <a:lnTo>
                    <a:pt x="582361" y="38652"/>
                  </a:lnTo>
                  <a:lnTo>
                    <a:pt x="567564" y="41807"/>
                  </a:lnTo>
                  <a:lnTo>
                    <a:pt x="550654" y="45751"/>
                  </a:lnTo>
                  <a:lnTo>
                    <a:pt x="531628" y="50485"/>
                  </a:lnTo>
                  <a:lnTo>
                    <a:pt x="511548" y="53639"/>
                  </a:lnTo>
                  <a:lnTo>
                    <a:pt x="465043" y="63105"/>
                  </a:lnTo>
                  <a:lnTo>
                    <a:pt x="441791" y="67049"/>
                  </a:lnTo>
                  <a:lnTo>
                    <a:pt x="391059" y="74937"/>
                  </a:lnTo>
                  <a:lnTo>
                    <a:pt x="365693" y="77304"/>
                  </a:lnTo>
                  <a:lnTo>
                    <a:pt x="340326" y="80459"/>
                  </a:lnTo>
                  <a:lnTo>
                    <a:pt x="316017" y="82036"/>
                  </a:lnTo>
                  <a:lnTo>
                    <a:pt x="285367" y="83615"/>
                  </a:lnTo>
                  <a:lnTo>
                    <a:pt x="269514" y="83615"/>
                  </a:lnTo>
                  <a:lnTo>
                    <a:pt x="237806" y="85192"/>
                  </a:lnTo>
                  <a:lnTo>
                    <a:pt x="221952" y="86770"/>
                  </a:lnTo>
                  <a:lnTo>
                    <a:pt x="207156" y="86770"/>
                  </a:lnTo>
                  <a:lnTo>
                    <a:pt x="192359" y="87558"/>
                  </a:lnTo>
                  <a:lnTo>
                    <a:pt x="553979" y="87558"/>
                  </a:lnTo>
                  <a:lnTo>
                    <a:pt x="598214" y="78093"/>
                  </a:lnTo>
                  <a:lnTo>
                    <a:pt x="646833" y="65472"/>
                  </a:lnTo>
                  <a:lnTo>
                    <a:pt x="690166" y="52062"/>
                  </a:lnTo>
                  <a:lnTo>
                    <a:pt x="727158" y="37075"/>
                  </a:lnTo>
                  <a:lnTo>
                    <a:pt x="744068" y="30764"/>
                  </a:lnTo>
                  <a:lnTo>
                    <a:pt x="757810" y="24453"/>
                  </a:lnTo>
                  <a:lnTo>
                    <a:pt x="770492" y="18143"/>
                  </a:lnTo>
                  <a:lnTo>
                    <a:pt x="781061" y="11832"/>
                  </a:lnTo>
                  <a:lnTo>
                    <a:pt x="789517" y="6310"/>
                  </a:lnTo>
                  <a:lnTo>
                    <a:pt x="766264" y="6310"/>
                  </a:lnTo>
                  <a:lnTo>
                    <a:pt x="745126" y="4733"/>
                  </a:lnTo>
                  <a:lnTo>
                    <a:pt x="734557" y="3155"/>
                  </a:lnTo>
                  <a:lnTo>
                    <a:pt x="723988" y="0"/>
                  </a:lnTo>
                  <a:close/>
                </a:path>
              </a:pathLst>
            </a:custGeom>
            <a:solidFill>
              <a:srgbClr val="515DFF"/>
            </a:solidFill>
          </p:spPr>
          <p:txBody>
            <a:bodyPr wrap="square" lIns="0" tIns="0" rIns="0" bIns="0" rtlCol="0"/>
            <a:lstStyle/>
            <a:p>
              <a:endParaRPr/>
            </a:p>
          </p:txBody>
        </p:sp>
        <p:sp>
          <p:nvSpPr>
            <p:cNvPr id="12" name="object 12"/>
            <p:cNvSpPr/>
            <p:nvPr/>
          </p:nvSpPr>
          <p:spPr>
            <a:xfrm>
              <a:off x="6713535" y="1426759"/>
              <a:ext cx="1842029" cy="2493647"/>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8291945" y="4522122"/>
              <a:ext cx="2364971" cy="361603"/>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8321040" y="4551218"/>
              <a:ext cx="2256905" cy="249381"/>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9048403" y="3852948"/>
              <a:ext cx="569421" cy="947650"/>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9131530" y="3931919"/>
              <a:ext cx="394854" cy="814647"/>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9077497" y="3877886"/>
              <a:ext cx="461356" cy="839585"/>
            </a:xfrm>
            <a:prstGeom prst="rect">
              <a:avLst/>
            </a:prstGeom>
            <a:blipFill>
              <a:blip r:embed="rId8" cstate="print"/>
              <a:stretch>
                <a:fillRect/>
              </a:stretch>
            </a:blipFill>
          </p:spPr>
          <p:txBody>
            <a:bodyPr wrap="square" lIns="0" tIns="0" rIns="0" bIns="0" rtlCol="0"/>
            <a:lstStyle/>
            <a:p>
              <a:endParaRPr/>
            </a:p>
          </p:txBody>
        </p:sp>
        <p:sp>
          <p:nvSpPr>
            <p:cNvPr id="18" name="object 18"/>
            <p:cNvSpPr txBox="1"/>
            <p:nvPr/>
          </p:nvSpPr>
          <p:spPr>
            <a:xfrm>
              <a:off x="8420098" y="3977556"/>
              <a:ext cx="2057400" cy="635000"/>
            </a:xfrm>
            <a:prstGeom prst="rect">
              <a:avLst/>
            </a:prstGeom>
          </p:spPr>
          <p:txBody>
            <a:bodyPr vert="horz" wrap="square" lIns="0" tIns="12700" rIns="0" bIns="0" rtlCol="0">
              <a:spAutoFit/>
            </a:bodyPr>
            <a:lstStyle/>
            <a:p>
              <a:pPr marL="12700">
                <a:lnSpc>
                  <a:spcPct val="100000"/>
                </a:lnSpc>
                <a:spcBef>
                  <a:spcPts val="100"/>
                </a:spcBef>
                <a:tabLst>
                  <a:tab pos="767715" algn="l"/>
                  <a:tab pos="2043430" algn="l"/>
                </a:tabLst>
              </a:pPr>
              <a:r>
                <a:rPr sz="4000" u="heavy" dirty="0">
                  <a:solidFill>
                    <a:srgbClr val="73E1FF"/>
                  </a:solidFill>
                  <a:uFill>
                    <a:solidFill>
                      <a:srgbClr val="82E6FF"/>
                    </a:solidFill>
                  </a:uFill>
                  <a:latin typeface="Times New Roman" panose="02020603050405020304"/>
                  <a:cs typeface="Times New Roman" panose="02020603050405020304"/>
                </a:rPr>
                <a:t> 	</a:t>
              </a:r>
              <a:r>
                <a:rPr sz="4000" b="1" u="heavy" dirty="0">
                  <a:solidFill>
                    <a:srgbClr val="73E1FF"/>
                  </a:solidFill>
                  <a:uFill>
                    <a:solidFill>
                      <a:srgbClr val="82E6FF"/>
                    </a:solidFill>
                  </a:uFill>
                  <a:latin typeface="Calibri" panose="020F0502020204030204"/>
                  <a:cs typeface="Calibri" panose="020F0502020204030204"/>
                </a:rPr>
                <a:t>?	</a:t>
              </a:r>
              <a:endParaRPr sz="4000">
                <a:latin typeface="Calibri" panose="020F0502020204030204"/>
                <a:cs typeface="Calibri" panose="020F0502020204030204"/>
              </a:endParaRPr>
            </a:p>
          </p:txBody>
        </p:sp>
        <p:sp>
          <p:nvSpPr>
            <p:cNvPr id="19" name="object 19"/>
            <p:cNvSpPr/>
            <p:nvPr/>
          </p:nvSpPr>
          <p:spPr>
            <a:xfrm>
              <a:off x="9931943" y="1932856"/>
              <a:ext cx="251460" cy="176530"/>
            </a:xfrm>
            <a:custGeom>
              <a:avLst/>
              <a:gdLst/>
              <a:ahLst/>
              <a:cxnLst/>
              <a:rect l="l" t="t" r="r" b="b"/>
              <a:pathLst>
                <a:path w="251459" h="176530">
                  <a:moveTo>
                    <a:pt x="0" y="88084"/>
                  </a:moveTo>
                  <a:lnTo>
                    <a:pt x="9868" y="53798"/>
                  </a:lnTo>
                  <a:lnTo>
                    <a:pt x="36782" y="25799"/>
                  </a:lnTo>
                  <a:lnTo>
                    <a:pt x="76700" y="6922"/>
                  </a:lnTo>
                  <a:lnTo>
                    <a:pt x="125582" y="0"/>
                  </a:lnTo>
                  <a:lnTo>
                    <a:pt x="174465" y="6922"/>
                  </a:lnTo>
                  <a:lnTo>
                    <a:pt x="214383" y="25799"/>
                  </a:lnTo>
                  <a:lnTo>
                    <a:pt x="241297" y="53798"/>
                  </a:lnTo>
                  <a:lnTo>
                    <a:pt x="251166" y="88084"/>
                  </a:lnTo>
                  <a:lnTo>
                    <a:pt x="241297" y="122371"/>
                  </a:lnTo>
                  <a:lnTo>
                    <a:pt x="214383" y="150370"/>
                  </a:lnTo>
                  <a:lnTo>
                    <a:pt x="174465" y="169247"/>
                  </a:lnTo>
                  <a:lnTo>
                    <a:pt x="125582" y="176169"/>
                  </a:lnTo>
                  <a:lnTo>
                    <a:pt x="76700" y="169247"/>
                  </a:lnTo>
                  <a:lnTo>
                    <a:pt x="36782" y="150370"/>
                  </a:lnTo>
                  <a:lnTo>
                    <a:pt x="9868" y="122371"/>
                  </a:lnTo>
                  <a:lnTo>
                    <a:pt x="0" y="88084"/>
                  </a:lnTo>
                  <a:close/>
                </a:path>
              </a:pathLst>
            </a:custGeom>
            <a:ln w="38099">
              <a:solidFill>
                <a:srgbClr val="000000"/>
              </a:solidFill>
            </a:ln>
          </p:spPr>
          <p:txBody>
            <a:bodyPr wrap="square" lIns="0" tIns="0" rIns="0" bIns="0" rtlCol="0"/>
            <a:lstStyle/>
            <a:p>
              <a:endParaRPr/>
            </a:p>
          </p:txBody>
        </p:sp>
        <p:sp>
          <p:nvSpPr>
            <p:cNvPr id="20" name="object 20"/>
            <p:cNvSpPr/>
            <p:nvPr/>
          </p:nvSpPr>
          <p:spPr>
            <a:xfrm>
              <a:off x="10057526" y="2108413"/>
              <a:ext cx="0" cy="187960"/>
            </a:xfrm>
            <a:custGeom>
              <a:avLst/>
              <a:gdLst/>
              <a:ahLst/>
              <a:cxnLst/>
              <a:rect l="l" t="t" r="r" b="b"/>
              <a:pathLst>
                <a:path h="187960">
                  <a:moveTo>
                    <a:pt x="0" y="0"/>
                  </a:moveTo>
                  <a:lnTo>
                    <a:pt x="0" y="187790"/>
                  </a:lnTo>
                </a:path>
              </a:pathLst>
            </a:custGeom>
            <a:ln w="38099">
              <a:solidFill>
                <a:srgbClr val="000000"/>
              </a:solidFill>
            </a:ln>
          </p:spPr>
          <p:txBody>
            <a:bodyPr wrap="square" lIns="0" tIns="0" rIns="0" bIns="0" rtlCol="0"/>
            <a:lstStyle/>
            <a:p>
              <a:endParaRPr/>
            </a:p>
          </p:txBody>
        </p:sp>
        <p:sp>
          <p:nvSpPr>
            <p:cNvPr id="21" name="object 21"/>
            <p:cNvSpPr/>
            <p:nvPr/>
          </p:nvSpPr>
          <p:spPr>
            <a:xfrm>
              <a:off x="9855198" y="2168972"/>
              <a:ext cx="406400" cy="6350"/>
            </a:xfrm>
            <a:custGeom>
              <a:avLst/>
              <a:gdLst/>
              <a:ahLst/>
              <a:cxnLst/>
              <a:rect l="l" t="t" r="r" b="b"/>
              <a:pathLst>
                <a:path w="406400" h="6350">
                  <a:moveTo>
                    <a:pt x="0" y="0"/>
                  </a:moveTo>
                  <a:lnTo>
                    <a:pt x="406399" y="6117"/>
                  </a:lnTo>
                </a:path>
              </a:pathLst>
            </a:custGeom>
            <a:ln w="38099">
              <a:solidFill>
                <a:srgbClr val="000000"/>
              </a:solidFill>
            </a:ln>
          </p:spPr>
          <p:txBody>
            <a:bodyPr wrap="square" lIns="0" tIns="0" rIns="0" bIns="0" rtlCol="0"/>
            <a:lstStyle/>
            <a:p>
              <a:endParaRPr/>
            </a:p>
          </p:txBody>
        </p:sp>
        <p:sp>
          <p:nvSpPr>
            <p:cNvPr id="22" name="object 22"/>
            <p:cNvSpPr/>
            <p:nvPr/>
          </p:nvSpPr>
          <p:spPr>
            <a:xfrm>
              <a:off x="9905779" y="2290088"/>
              <a:ext cx="313690" cy="176530"/>
            </a:xfrm>
            <a:custGeom>
              <a:avLst/>
              <a:gdLst/>
              <a:ahLst/>
              <a:cxnLst/>
              <a:rect l="l" t="t" r="r" b="b"/>
              <a:pathLst>
                <a:path w="313690" h="176530">
                  <a:moveTo>
                    <a:pt x="0" y="176169"/>
                  </a:moveTo>
                  <a:lnTo>
                    <a:pt x="152311" y="0"/>
                  </a:lnTo>
                  <a:lnTo>
                    <a:pt x="313084" y="176169"/>
                  </a:lnTo>
                </a:path>
              </a:pathLst>
            </a:custGeom>
            <a:ln w="38099">
              <a:solidFill>
                <a:srgbClr val="000000"/>
              </a:solidFill>
            </a:ln>
          </p:spPr>
          <p:txBody>
            <a:bodyPr wrap="square" lIns="0" tIns="0" rIns="0" bIns="0" rtlCol="0"/>
            <a:lstStyle/>
            <a:p>
              <a:endParaRPr/>
            </a:p>
          </p:txBody>
        </p:sp>
        <p:sp>
          <p:nvSpPr>
            <p:cNvPr id="23" name="object 23"/>
            <p:cNvSpPr/>
            <p:nvPr/>
          </p:nvSpPr>
          <p:spPr>
            <a:xfrm>
              <a:off x="5834078" y="751757"/>
              <a:ext cx="251460" cy="176530"/>
            </a:xfrm>
            <a:custGeom>
              <a:avLst/>
              <a:gdLst/>
              <a:ahLst/>
              <a:cxnLst/>
              <a:rect l="l" t="t" r="r" b="b"/>
              <a:pathLst>
                <a:path w="251460" h="176530">
                  <a:moveTo>
                    <a:pt x="0" y="88084"/>
                  </a:moveTo>
                  <a:lnTo>
                    <a:pt x="9868" y="53798"/>
                  </a:lnTo>
                  <a:lnTo>
                    <a:pt x="36782" y="25799"/>
                  </a:lnTo>
                  <a:lnTo>
                    <a:pt x="76700" y="6922"/>
                  </a:lnTo>
                  <a:lnTo>
                    <a:pt x="125583" y="0"/>
                  </a:lnTo>
                  <a:lnTo>
                    <a:pt x="174465" y="6922"/>
                  </a:lnTo>
                  <a:lnTo>
                    <a:pt x="214383" y="25799"/>
                  </a:lnTo>
                  <a:lnTo>
                    <a:pt x="241297" y="53798"/>
                  </a:lnTo>
                  <a:lnTo>
                    <a:pt x="251166" y="88084"/>
                  </a:lnTo>
                  <a:lnTo>
                    <a:pt x="241297" y="122371"/>
                  </a:lnTo>
                  <a:lnTo>
                    <a:pt x="214383" y="150370"/>
                  </a:lnTo>
                  <a:lnTo>
                    <a:pt x="174465" y="169247"/>
                  </a:lnTo>
                  <a:lnTo>
                    <a:pt x="125583" y="176169"/>
                  </a:lnTo>
                  <a:lnTo>
                    <a:pt x="76700" y="169247"/>
                  </a:lnTo>
                  <a:lnTo>
                    <a:pt x="36782" y="150370"/>
                  </a:lnTo>
                  <a:lnTo>
                    <a:pt x="9868" y="122371"/>
                  </a:lnTo>
                  <a:lnTo>
                    <a:pt x="0" y="88084"/>
                  </a:lnTo>
                  <a:close/>
                </a:path>
              </a:pathLst>
            </a:custGeom>
            <a:ln w="38099">
              <a:solidFill>
                <a:srgbClr val="000000"/>
              </a:solidFill>
            </a:ln>
          </p:spPr>
          <p:txBody>
            <a:bodyPr wrap="square" lIns="0" tIns="0" rIns="0" bIns="0" rtlCol="0"/>
            <a:lstStyle/>
            <a:p>
              <a:endParaRPr/>
            </a:p>
          </p:txBody>
        </p:sp>
        <p:sp>
          <p:nvSpPr>
            <p:cNvPr id="24" name="object 24"/>
            <p:cNvSpPr/>
            <p:nvPr/>
          </p:nvSpPr>
          <p:spPr>
            <a:xfrm>
              <a:off x="5959659" y="927313"/>
              <a:ext cx="0" cy="187960"/>
            </a:xfrm>
            <a:custGeom>
              <a:avLst/>
              <a:gdLst/>
              <a:ahLst/>
              <a:cxnLst/>
              <a:rect l="l" t="t" r="r" b="b"/>
              <a:pathLst>
                <a:path h="187959">
                  <a:moveTo>
                    <a:pt x="1" y="0"/>
                  </a:moveTo>
                  <a:lnTo>
                    <a:pt x="0" y="187790"/>
                  </a:lnTo>
                </a:path>
              </a:pathLst>
            </a:custGeom>
            <a:ln w="38099">
              <a:solidFill>
                <a:srgbClr val="000000"/>
              </a:solidFill>
            </a:ln>
          </p:spPr>
          <p:txBody>
            <a:bodyPr wrap="square" lIns="0" tIns="0" rIns="0" bIns="0" rtlCol="0"/>
            <a:lstStyle/>
            <a:p>
              <a:endParaRPr/>
            </a:p>
          </p:txBody>
        </p:sp>
        <p:sp>
          <p:nvSpPr>
            <p:cNvPr id="25" name="object 25"/>
            <p:cNvSpPr/>
            <p:nvPr/>
          </p:nvSpPr>
          <p:spPr>
            <a:xfrm>
              <a:off x="5757331" y="987872"/>
              <a:ext cx="406400" cy="6350"/>
            </a:xfrm>
            <a:custGeom>
              <a:avLst/>
              <a:gdLst/>
              <a:ahLst/>
              <a:cxnLst/>
              <a:rect l="l" t="t" r="r" b="b"/>
              <a:pathLst>
                <a:path w="406400" h="6350">
                  <a:moveTo>
                    <a:pt x="0" y="0"/>
                  </a:moveTo>
                  <a:lnTo>
                    <a:pt x="406399" y="6117"/>
                  </a:lnTo>
                </a:path>
              </a:pathLst>
            </a:custGeom>
            <a:ln w="38099">
              <a:solidFill>
                <a:srgbClr val="000000"/>
              </a:solidFill>
            </a:ln>
          </p:spPr>
          <p:txBody>
            <a:bodyPr wrap="square" lIns="0" tIns="0" rIns="0" bIns="0" rtlCol="0"/>
            <a:lstStyle/>
            <a:p>
              <a:endParaRPr/>
            </a:p>
          </p:txBody>
        </p:sp>
        <p:sp>
          <p:nvSpPr>
            <p:cNvPr id="26" name="object 26"/>
            <p:cNvSpPr/>
            <p:nvPr/>
          </p:nvSpPr>
          <p:spPr>
            <a:xfrm>
              <a:off x="5807914" y="1108988"/>
              <a:ext cx="313690" cy="176530"/>
            </a:xfrm>
            <a:custGeom>
              <a:avLst/>
              <a:gdLst/>
              <a:ahLst/>
              <a:cxnLst/>
              <a:rect l="l" t="t" r="r" b="b"/>
              <a:pathLst>
                <a:path w="313689" h="176530">
                  <a:moveTo>
                    <a:pt x="0" y="176169"/>
                  </a:moveTo>
                  <a:lnTo>
                    <a:pt x="152311" y="0"/>
                  </a:lnTo>
                  <a:lnTo>
                    <a:pt x="313084" y="176169"/>
                  </a:lnTo>
                </a:path>
              </a:pathLst>
            </a:custGeom>
            <a:ln w="38099">
              <a:solidFill>
                <a:srgbClr val="000000"/>
              </a:solidFill>
            </a:ln>
          </p:spPr>
          <p:txBody>
            <a:bodyPr wrap="square" lIns="0" tIns="0" rIns="0" bIns="0" rtlCol="0"/>
            <a:lstStyle/>
            <a:p>
              <a:endParaRPr/>
            </a:p>
          </p:txBody>
        </p:sp>
        <p:sp>
          <p:nvSpPr>
            <p:cNvPr id="27" name="object 27"/>
            <p:cNvSpPr/>
            <p:nvPr/>
          </p:nvSpPr>
          <p:spPr>
            <a:xfrm>
              <a:off x="5901811" y="2428156"/>
              <a:ext cx="251460" cy="176530"/>
            </a:xfrm>
            <a:custGeom>
              <a:avLst/>
              <a:gdLst/>
              <a:ahLst/>
              <a:cxnLst/>
              <a:rect l="l" t="t" r="r" b="b"/>
              <a:pathLst>
                <a:path w="251460" h="176530">
                  <a:moveTo>
                    <a:pt x="0" y="88084"/>
                  </a:moveTo>
                  <a:lnTo>
                    <a:pt x="9868" y="53798"/>
                  </a:lnTo>
                  <a:lnTo>
                    <a:pt x="36782" y="25799"/>
                  </a:lnTo>
                  <a:lnTo>
                    <a:pt x="76700" y="6922"/>
                  </a:lnTo>
                  <a:lnTo>
                    <a:pt x="125582" y="0"/>
                  </a:lnTo>
                  <a:lnTo>
                    <a:pt x="174465" y="6922"/>
                  </a:lnTo>
                  <a:lnTo>
                    <a:pt x="214383" y="25799"/>
                  </a:lnTo>
                  <a:lnTo>
                    <a:pt x="241297" y="53798"/>
                  </a:lnTo>
                  <a:lnTo>
                    <a:pt x="251166" y="88084"/>
                  </a:lnTo>
                  <a:lnTo>
                    <a:pt x="241297" y="122371"/>
                  </a:lnTo>
                  <a:lnTo>
                    <a:pt x="214383" y="150370"/>
                  </a:lnTo>
                  <a:lnTo>
                    <a:pt x="174465" y="169247"/>
                  </a:lnTo>
                  <a:lnTo>
                    <a:pt x="125582" y="176169"/>
                  </a:lnTo>
                  <a:lnTo>
                    <a:pt x="76700" y="169247"/>
                  </a:lnTo>
                  <a:lnTo>
                    <a:pt x="36782" y="150370"/>
                  </a:lnTo>
                  <a:lnTo>
                    <a:pt x="9868" y="122371"/>
                  </a:lnTo>
                  <a:lnTo>
                    <a:pt x="0" y="88084"/>
                  </a:lnTo>
                  <a:close/>
                </a:path>
              </a:pathLst>
            </a:custGeom>
            <a:ln w="38099">
              <a:solidFill>
                <a:srgbClr val="000000"/>
              </a:solidFill>
            </a:ln>
          </p:spPr>
          <p:txBody>
            <a:bodyPr wrap="square" lIns="0" tIns="0" rIns="0" bIns="0" rtlCol="0"/>
            <a:lstStyle/>
            <a:p>
              <a:endParaRPr/>
            </a:p>
          </p:txBody>
        </p:sp>
        <p:sp>
          <p:nvSpPr>
            <p:cNvPr id="28" name="object 28"/>
            <p:cNvSpPr/>
            <p:nvPr/>
          </p:nvSpPr>
          <p:spPr>
            <a:xfrm>
              <a:off x="6027393" y="2603713"/>
              <a:ext cx="0" cy="187960"/>
            </a:xfrm>
            <a:custGeom>
              <a:avLst/>
              <a:gdLst/>
              <a:ahLst/>
              <a:cxnLst/>
              <a:rect l="l" t="t" r="r" b="b"/>
              <a:pathLst>
                <a:path h="187960">
                  <a:moveTo>
                    <a:pt x="1" y="0"/>
                  </a:moveTo>
                  <a:lnTo>
                    <a:pt x="0" y="187790"/>
                  </a:lnTo>
                </a:path>
              </a:pathLst>
            </a:custGeom>
            <a:ln w="38099">
              <a:solidFill>
                <a:srgbClr val="000000"/>
              </a:solidFill>
            </a:ln>
          </p:spPr>
          <p:txBody>
            <a:bodyPr wrap="square" lIns="0" tIns="0" rIns="0" bIns="0" rtlCol="0"/>
            <a:lstStyle/>
            <a:p>
              <a:endParaRPr/>
            </a:p>
          </p:txBody>
        </p:sp>
        <p:sp>
          <p:nvSpPr>
            <p:cNvPr id="29" name="object 29"/>
            <p:cNvSpPr/>
            <p:nvPr/>
          </p:nvSpPr>
          <p:spPr>
            <a:xfrm>
              <a:off x="5825065" y="2664272"/>
              <a:ext cx="406400" cy="6350"/>
            </a:xfrm>
            <a:custGeom>
              <a:avLst/>
              <a:gdLst/>
              <a:ahLst/>
              <a:cxnLst/>
              <a:rect l="l" t="t" r="r" b="b"/>
              <a:pathLst>
                <a:path w="406400" h="6350">
                  <a:moveTo>
                    <a:pt x="0" y="0"/>
                  </a:moveTo>
                  <a:lnTo>
                    <a:pt x="406399" y="6117"/>
                  </a:lnTo>
                </a:path>
              </a:pathLst>
            </a:custGeom>
            <a:ln w="38099">
              <a:solidFill>
                <a:srgbClr val="000000"/>
              </a:solidFill>
            </a:ln>
          </p:spPr>
          <p:txBody>
            <a:bodyPr wrap="square" lIns="0" tIns="0" rIns="0" bIns="0" rtlCol="0"/>
            <a:lstStyle/>
            <a:p>
              <a:endParaRPr/>
            </a:p>
          </p:txBody>
        </p:sp>
        <p:sp>
          <p:nvSpPr>
            <p:cNvPr id="30" name="object 30"/>
            <p:cNvSpPr/>
            <p:nvPr/>
          </p:nvSpPr>
          <p:spPr>
            <a:xfrm>
              <a:off x="5875648" y="2785386"/>
              <a:ext cx="313690" cy="176530"/>
            </a:xfrm>
            <a:custGeom>
              <a:avLst/>
              <a:gdLst/>
              <a:ahLst/>
              <a:cxnLst/>
              <a:rect l="l" t="t" r="r" b="b"/>
              <a:pathLst>
                <a:path w="313689" h="176530">
                  <a:moveTo>
                    <a:pt x="0" y="176169"/>
                  </a:moveTo>
                  <a:lnTo>
                    <a:pt x="152311" y="0"/>
                  </a:lnTo>
                  <a:lnTo>
                    <a:pt x="313084" y="176169"/>
                  </a:lnTo>
                </a:path>
              </a:pathLst>
            </a:custGeom>
            <a:ln w="38099">
              <a:solidFill>
                <a:srgbClr val="000000"/>
              </a:solidFill>
            </a:ln>
          </p:spPr>
          <p:txBody>
            <a:bodyPr wrap="square" lIns="0" tIns="0" rIns="0" bIns="0" rtlCol="0"/>
            <a:lstStyle/>
            <a:p>
              <a:endParaRPr/>
            </a:p>
          </p:txBody>
        </p:sp>
        <p:sp>
          <p:nvSpPr>
            <p:cNvPr id="31" name="object 31"/>
            <p:cNvSpPr/>
            <p:nvPr/>
          </p:nvSpPr>
          <p:spPr>
            <a:xfrm>
              <a:off x="9017543" y="332656"/>
              <a:ext cx="251460" cy="176530"/>
            </a:xfrm>
            <a:custGeom>
              <a:avLst/>
              <a:gdLst/>
              <a:ahLst/>
              <a:cxnLst/>
              <a:rect l="l" t="t" r="r" b="b"/>
              <a:pathLst>
                <a:path w="251459" h="176529">
                  <a:moveTo>
                    <a:pt x="0" y="88084"/>
                  </a:moveTo>
                  <a:lnTo>
                    <a:pt x="9868" y="53798"/>
                  </a:lnTo>
                  <a:lnTo>
                    <a:pt x="36782" y="25799"/>
                  </a:lnTo>
                  <a:lnTo>
                    <a:pt x="76700" y="6922"/>
                  </a:lnTo>
                  <a:lnTo>
                    <a:pt x="125583" y="0"/>
                  </a:lnTo>
                  <a:lnTo>
                    <a:pt x="174465" y="6922"/>
                  </a:lnTo>
                  <a:lnTo>
                    <a:pt x="214383" y="25799"/>
                  </a:lnTo>
                  <a:lnTo>
                    <a:pt x="241297" y="53798"/>
                  </a:lnTo>
                  <a:lnTo>
                    <a:pt x="251165" y="88084"/>
                  </a:lnTo>
                  <a:lnTo>
                    <a:pt x="241297" y="122371"/>
                  </a:lnTo>
                  <a:lnTo>
                    <a:pt x="214383" y="150370"/>
                  </a:lnTo>
                  <a:lnTo>
                    <a:pt x="174465" y="169247"/>
                  </a:lnTo>
                  <a:lnTo>
                    <a:pt x="125583" y="176169"/>
                  </a:lnTo>
                  <a:lnTo>
                    <a:pt x="76700" y="169247"/>
                  </a:lnTo>
                  <a:lnTo>
                    <a:pt x="36782" y="150370"/>
                  </a:lnTo>
                  <a:lnTo>
                    <a:pt x="9868" y="122371"/>
                  </a:lnTo>
                  <a:lnTo>
                    <a:pt x="0" y="88084"/>
                  </a:lnTo>
                  <a:close/>
                </a:path>
              </a:pathLst>
            </a:custGeom>
            <a:ln w="38099">
              <a:solidFill>
                <a:srgbClr val="000000"/>
              </a:solidFill>
            </a:ln>
          </p:spPr>
          <p:txBody>
            <a:bodyPr wrap="square" lIns="0" tIns="0" rIns="0" bIns="0" rtlCol="0"/>
            <a:lstStyle/>
            <a:p>
              <a:endParaRPr/>
            </a:p>
          </p:txBody>
        </p:sp>
        <p:sp>
          <p:nvSpPr>
            <p:cNvPr id="32" name="object 32"/>
            <p:cNvSpPr/>
            <p:nvPr/>
          </p:nvSpPr>
          <p:spPr>
            <a:xfrm>
              <a:off x="9143126" y="508213"/>
              <a:ext cx="0" cy="187960"/>
            </a:xfrm>
            <a:custGeom>
              <a:avLst/>
              <a:gdLst/>
              <a:ahLst/>
              <a:cxnLst/>
              <a:rect l="l" t="t" r="r" b="b"/>
              <a:pathLst>
                <a:path h="187959">
                  <a:moveTo>
                    <a:pt x="0" y="0"/>
                  </a:moveTo>
                  <a:lnTo>
                    <a:pt x="0" y="187790"/>
                  </a:lnTo>
                </a:path>
              </a:pathLst>
            </a:custGeom>
            <a:ln w="38099">
              <a:solidFill>
                <a:srgbClr val="000000"/>
              </a:solidFill>
            </a:ln>
          </p:spPr>
          <p:txBody>
            <a:bodyPr wrap="square" lIns="0" tIns="0" rIns="0" bIns="0" rtlCol="0"/>
            <a:lstStyle/>
            <a:p>
              <a:endParaRPr/>
            </a:p>
          </p:txBody>
        </p:sp>
        <p:sp>
          <p:nvSpPr>
            <p:cNvPr id="33" name="object 33"/>
            <p:cNvSpPr/>
            <p:nvPr/>
          </p:nvSpPr>
          <p:spPr>
            <a:xfrm>
              <a:off x="8940798" y="568771"/>
              <a:ext cx="406400" cy="6350"/>
            </a:xfrm>
            <a:custGeom>
              <a:avLst/>
              <a:gdLst/>
              <a:ahLst/>
              <a:cxnLst/>
              <a:rect l="l" t="t" r="r" b="b"/>
              <a:pathLst>
                <a:path w="406400" h="6350">
                  <a:moveTo>
                    <a:pt x="0" y="0"/>
                  </a:moveTo>
                  <a:lnTo>
                    <a:pt x="406399" y="6117"/>
                  </a:lnTo>
                </a:path>
              </a:pathLst>
            </a:custGeom>
            <a:ln w="38099">
              <a:solidFill>
                <a:srgbClr val="000000"/>
              </a:solidFill>
            </a:ln>
          </p:spPr>
          <p:txBody>
            <a:bodyPr wrap="square" lIns="0" tIns="0" rIns="0" bIns="0" rtlCol="0"/>
            <a:lstStyle/>
            <a:p>
              <a:endParaRPr/>
            </a:p>
          </p:txBody>
        </p:sp>
        <p:sp>
          <p:nvSpPr>
            <p:cNvPr id="34" name="object 34"/>
            <p:cNvSpPr/>
            <p:nvPr/>
          </p:nvSpPr>
          <p:spPr>
            <a:xfrm>
              <a:off x="8991380" y="689888"/>
              <a:ext cx="313690" cy="176530"/>
            </a:xfrm>
            <a:custGeom>
              <a:avLst/>
              <a:gdLst/>
              <a:ahLst/>
              <a:cxnLst/>
              <a:rect l="l" t="t" r="r" b="b"/>
              <a:pathLst>
                <a:path w="313690" h="176530">
                  <a:moveTo>
                    <a:pt x="0" y="176169"/>
                  </a:moveTo>
                  <a:lnTo>
                    <a:pt x="152311" y="0"/>
                  </a:lnTo>
                  <a:lnTo>
                    <a:pt x="313084" y="176169"/>
                  </a:lnTo>
                </a:path>
              </a:pathLst>
            </a:custGeom>
            <a:ln w="38099">
              <a:solidFill>
                <a:srgbClr val="000000"/>
              </a:solidFill>
            </a:ln>
          </p:spPr>
          <p:txBody>
            <a:bodyPr wrap="square" lIns="0" tIns="0" rIns="0" bIns="0" rtlCol="0"/>
            <a:lstStyle/>
            <a:p>
              <a:endParaRPr/>
            </a:p>
          </p:txBody>
        </p:sp>
        <p:sp>
          <p:nvSpPr>
            <p:cNvPr id="35" name="object 35"/>
            <p:cNvSpPr/>
            <p:nvPr/>
          </p:nvSpPr>
          <p:spPr>
            <a:xfrm>
              <a:off x="10643143" y="561257"/>
              <a:ext cx="251460" cy="176530"/>
            </a:xfrm>
            <a:custGeom>
              <a:avLst/>
              <a:gdLst/>
              <a:ahLst/>
              <a:cxnLst/>
              <a:rect l="l" t="t" r="r" b="b"/>
              <a:pathLst>
                <a:path w="251459" h="176529">
                  <a:moveTo>
                    <a:pt x="0" y="88084"/>
                  </a:moveTo>
                  <a:lnTo>
                    <a:pt x="9868" y="53798"/>
                  </a:lnTo>
                  <a:lnTo>
                    <a:pt x="36782" y="25799"/>
                  </a:lnTo>
                  <a:lnTo>
                    <a:pt x="76700" y="6922"/>
                  </a:lnTo>
                  <a:lnTo>
                    <a:pt x="125582" y="0"/>
                  </a:lnTo>
                  <a:lnTo>
                    <a:pt x="174465" y="6922"/>
                  </a:lnTo>
                  <a:lnTo>
                    <a:pt x="214383" y="25799"/>
                  </a:lnTo>
                  <a:lnTo>
                    <a:pt x="241297" y="53798"/>
                  </a:lnTo>
                  <a:lnTo>
                    <a:pt x="251166" y="88084"/>
                  </a:lnTo>
                  <a:lnTo>
                    <a:pt x="241297" y="122371"/>
                  </a:lnTo>
                  <a:lnTo>
                    <a:pt x="214383" y="150370"/>
                  </a:lnTo>
                  <a:lnTo>
                    <a:pt x="174465" y="169247"/>
                  </a:lnTo>
                  <a:lnTo>
                    <a:pt x="125582" y="176169"/>
                  </a:lnTo>
                  <a:lnTo>
                    <a:pt x="76700" y="169247"/>
                  </a:lnTo>
                  <a:lnTo>
                    <a:pt x="36782" y="150370"/>
                  </a:lnTo>
                  <a:lnTo>
                    <a:pt x="9868" y="122371"/>
                  </a:lnTo>
                  <a:lnTo>
                    <a:pt x="0" y="88084"/>
                  </a:lnTo>
                  <a:close/>
                </a:path>
              </a:pathLst>
            </a:custGeom>
            <a:ln w="38099">
              <a:solidFill>
                <a:srgbClr val="000000"/>
              </a:solidFill>
            </a:ln>
          </p:spPr>
          <p:txBody>
            <a:bodyPr wrap="square" lIns="0" tIns="0" rIns="0" bIns="0" rtlCol="0"/>
            <a:lstStyle/>
            <a:p>
              <a:endParaRPr/>
            </a:p>
          </p:txBody>
        </p:sp>
        <p:sp>
          <p:nvSpPr>
            <p:cNvPr id="37" name="object 37"/>
            <p:cNvSpPr/>
            <p:nvPr/>
          </p:nvSpPr>
          <p:spPr>
            <a:xfrm>
              <a:off x="10566398" y="797372"/>
              <a:ext cx="406400" cy="6350"/>
            </a:xfrm>
            <a:custGeom>
              <a:avLst/>
              <a:gdLst/>
              <a:ahLst/>
              <a:cxnLst/>
              <a:rect l="l" t="t" r="r" b="b"/>
              <a:pathLst>
                <a:path w="406400" h="6350">
                  <a:moveTo>
                    <a:pt x="0" y="0"/>
                  </a:moveTo>
                  <a:lnTo>
                    <a:pt x="406399" y="6117"/>
                  </a:lnTo>
                </a:path>
              </a:pathLst>
            </a:custGeom>
            <a:ln w="38099">
              <a:solidFill>
                <a:srgbClr val="000000"/>
              </a:solidFill>
            </a:ln>
          </p:spPr>
          <p:txBody>
            <a:bodyPr wrap="square" lIns="0" tIns="0" rIns="0" bIns="0" rtlCol="0"/>
            <a:lstStyle/>
            <a:p>
              <a:endParaRPr/>
            </a:p>
          </p:txBody>
        </p:sp>
        <p:sp>
          <p:nvSpPr>
            <p:cNvPr id="38" name="object 38"/>
            <p:cNvSpPr/>
            <p:nvPr/>
          </p:nvSpPr>
          <p:spPr>
            <a:xfrm>
              <a:off x="10616980" y="918488"/>
              <a:ext cx="313690" cy="176530"/>
            </a:xfrm>
            <a:custGeom>
              <a:avLst/>
              <a:gdLst/>
              <a:ahLst/>
              <a:cxnLst/>
              <a:rect l="l" t="t" r="r" b="b"/>
              <a:pathLst>
                <a:path w="313690" h="176530">
                  <a:moveTo>
                    <a:pt x="0" y="176169"/>
                  </a:moveTo>
                  <a:lnTo>
                    <a:pt x="152311" y="0"/>
                  </a:lnTo>
                  <a:lnTo>
                    <a:pt x="313084" y="176169"/>
                  </a:lnTo>
                </a:path>
              </a:pathLst>
            </a:custGeom>
            <a:ln w="38099">
              <a:solidFill>
                <a:srgbClr val="000000"/>
              </a:solidFill>
            </a:ln>
          </p:spPr>
          <p:txBody>
            <a:bodyPr wrap="square" lIns="0" tIns="0" rIns="0" bIns="0" rtlCol="0"/>
            <a:lstStyle/>
            <a:p>
              <a:endParaRPr/>
            </a:p>
          </p:txBody>
        </p:sp>
        <p:sp>
          <p:nvSpPr>
            <p:cNvPr id="39" name="object 39"/>
            <p:cNvSpPr/>
            <p:nvPr/>
          </p:nvSpPr>
          <p:spPr>
            <a:xfrm>
              <a:off x="10778610" y="4320456"/>
              <a:ext cx="251460" cy="176530"/>
            </a:xfrm>
            <a:custGeom>
              <a:avLst/>
              <a:gdLst/>
              <a:ahLst/>
              <a:cxnLst/>
              <a:rect l="l" t="t" r="r" b="b"/>
              <a:pathLst>
                <a:path w="251459" h="176529">
                  <a:moveTo>
                    <a:pt x="0" y="88084"/>
                  </a:moveTo>
                  <a:lnTo>
                    <a:pt x="9868" y="53798"/>
                  </a:lnTo>
                  <a:lnTo>
                    <a:pt x="36782" y="25799"/>
                  </a:lnTo>
                  <a:lnTo>
                    <a:pt x="76700" y="6922"/>
                  </a:lnTo>
                  <a:lnTo>
                    <a:pt x="125583" y="0"/>
                  </a:lnTo>
                  <a:lnTo>
                    <a:pt x="174465" y="6922"/>
                  </a:lnTo>
                  <a:lnTo>
                    <a:pt x="214383" y="25799"/>
                  </a:lnTo>
                  <a:lnTo>
                    <a:pt x="241297" y="53798"/>
                  </a:lnTo>
                  <a:lnTo>
                    <a:pt x="251166" y="88084"/>
                  </a:lnTo>
                  <a:lnTo>
                    <a:pt x="241297" y="122371"/>
                  </a:lnTo>
                  <a:lnTo>
                    <a:pt x="214383" y="150370"/>
                  </a:lnTo>
                  <a:lnTo>
                    <a:pt x="174465" y="169247"/>
                  </a:lnTo>
                  <a:lnTo>
                    <a:pt x="125583" y="176169"/>
                  </a:lnTo>
                  <a:lnTo>
                    <a:pt x="76700" y="169247"/>
                  </a:lnTo>
                  <a:lnTo>
                    <a:pt x="36782" y="150370"/>
                  </a:lnTo>
                  <a:lnTo>
                    <a:pt x="9868" y="122371"/>
                  </a:lnTo>
                  <a:lnTo>
                    <a:pt x="0" y="88084"/>
                  </a:lnTo>
                  <a:close/>
                </a:path>
              </a:pathLst>
            </a:custGeom>
            <a:ln w="38099">
              <a:solidFill>
                <a:srgbClr val="000000"/>
              </a:solidFill>
            </a:ln>
          </p:spPr>
          <p:txBody>
            <a:bodyPr wrap="square" lIns="0" tIns="0" rIns="0" bIns="0" rtlCol="0"/>
            <a:lstStyle/>
            <a:p>
              <a:endParaRPr/>
            </a:p>
          </p:txBody>
        </p:sp>
        <p:sp>
          <p:nvSpPr>
            <p:cNvPr id="40" name="object 40"/>
            <p:cNvSpPr/>
            <p:nvPr/>
          </p:nvSpPr>
          <p:spPr>
            <a:xfrm>
              <a:off x="10904192" y="4496013"/>
              <a:ext cx="0" cy="187960"/>
            </a:xfrm>
            <a:custGeom>
              <a:avLst/>
              <a:gdLst/>
              <a:ahLst/>
              <a:cxnLst/>
              <a:rect l="l" t="t" r="r" b="b"/>
              <a:pathLst>
                <a:path h="187960">
                  <a:moveTo>
                    <a:pt x="0" y="0"/>
                  </a:moveTo>
                  <a:lnTo>
                    <a:pt x="0" y="187790"/>
                  </a:lnTo>
                </a:path>
              </a:pathLst>
            </a:custGeom>
            <a:ln w="38099">
              <a:solidFill>
                <a:srgbClr val="000000"/>
              </a:solidFill>
            </a:ln>
          </p:spPr>
          <p:txBody>
            <a:bodyPr wrap="square" lIns="0" tIns="0" rIns="0" bIns="0" rtlCol="0"/>
            <a:lstStyle/>
            <a:p>
              <a:endParaRPr/>
            </a:p>
          </p:txBody>
        </p:sp>
        <p:sp>
          <p:nvSpPr>
            <p:cNvPr id="41" name="object 41"/>
            <p:cNvSpPr/>
            <p:nvPr/>
          </p:nvSpPr>
          <p:spPr>
            <a:xfrm>
              <a:off x="10701866" y="4556570"/>
              <a:ext cx="406400" cy="6350"/>
            </a:xfrm>
            <a:custGeom>
              <a:avLst/>
              <a:gdLst/>
              <a:ahLst/>
              <a:cxnLst/>
              <a:rect l="l" t="t" r="r" b="b"/>
              <a:pathLst>
                <a:path w="406400" h="6350">
                  <a:moveTo>
                    <a:pt x="0" y="0"/>
                  </a:moveTo>
                  <a:lnTo>
                    <a:pt x="406399" y="6117"/>
                  </a:lnTo>
                </a:path>
              </a:pathLst>
            </a:custGeom>
            <a:ln w="38099">
              <a:solidFill>
                <a:srgbClr val="000000"/>
              </a:solidFill>
            </a:ln>
          </p:spPr>
          <p:txBody>
            <a:bodyPr wrap="square" lIns="0" tIns="0" rIns="0" bIns="0" rtlCol="0"/>
            <a:lstStyle/>
            <a:p>
              <a:endParaRPr/>
            </a:p>
          </p:txBody>
        </p:sp>
        <p:sp>
          <p:nvSpPr>
            <p:cNvPr id="42" name="object 42"/>
            <p:cNvSpPr/>
            <p:nvPr/>
          </p:nvSpPr>
          <p:spPr>
            <a:xfrm>
              <a:off x="10752447" y="4677686"/>
              <a:ext cx="313690" cy="176530"/>
            </a:xfrm>
            <a:custGeom>
              <a:avLst/>
              <a:gdLst/>
              <a:ahLst/>
              <a:cxnLst/>
              <a:rect l="l" t="t" r="r" b="b"/>
              <a:pathLst>
                <a:path w="313690" h="176529">
                  <a:moveTo>
                    <a:pt x="0" y="176168"/>
                  </a:moveTo>
                  <a:lnTo>
                    <a:pt x="152311" y="0"/>
                  </a:lnTo>
                  <a:lnTo>
                    <a:pt x="313084" y="176168"/>
                  </a:lnTo>
                </a:path>
              </a:pathLst>
            </a:custGeom>
            <a:ln w="38099">
              <a:solidFill>
                <a:srgbClr val="000000"/>
              </a:solidFill>
            </a:ln>
          </p:spPr>
          <p:txBody>
            <a:bodyPr wrap="square" lIns="0" tIns="0" rIns="0" bIns="0" rtlCol="0"/>
            <a:lstStyle/>
            <a:p>
              <a:endParaRPr/>
            </a:p>
          </p:txBody>
        </p:sp>
        <p:sp>
          <p:nvSpPr>
            <p:cNvPr id="43" name="object 43"/>
            <p:cNvSpPr/>
            <p:nvPr/>
          </p:nvSpPr>
          <p:spPr>
            <a:xfrm>
              <a:off x="7190442" y="1095189"/>
              <a:ext cx="736600" cy="475615"/>
            </a:xfrm>
            <a:custGeom>
              <a:avLst/>
              <a:gdLst/>
              <a:ahLst/>
              <a:cxnLst/>
              <a:rect l="l" t="t" r="r" b="b"/>
              <a:pathLst>
                <a:path w="736600" h="475615">
                  <a:moveTo>
                    <a:pt x="717571" y="258653"/>
                  </a:moveTo>
                  <a:lnTo>
                    <a:pt x="64482" y="258653"/>
                  </a:lnTo>
                  <a:lnTo>
                    <a:pt x="134193" y="275614"/>
                  </a:lnTo>
                  <a:lnTo>
                    <a:pt x="149890" y="279096"/>
                  </a:lnTo>
                  <a:lnTo>
                    <a:pt x="167833" y="281266"/>
                  </a:lnTo>
                  <a:lnTo>
                    <a:pt x="188739" y="286545"/>
                  </a:lnTo>
                  <a:lnTo>
                    <a:pt x="211034" y="289894"/>
                  </a:lnTo>
                  <a:lnTo>
                    <a:pt x="233723" y="294502"/>
                  </a:lnTo>
                  <a:lnTo>
                    <a:pt x="257729" y="299083"/>
                  </a:lnTo>
                  <a:lnTo>
                    <a:pt x="282201" y="303021"/>
                  </a:lnTo>
                  <a:lnTo>
                    <a:pt x="306603" y="308863"/>
                  </a:lnTo>
                  <a:lnTo>
                    <a:pt x="329754" y="312828"/>
                  </a:lnTo>
                  <a:lnTo>
                    <a:pt x="352444" y="317436"/>
                  </a:lnTo>
                  <a:lnTo>
                    <a:pt x="372029" y="322742"/>
                  </a:lnTo>
                  <a:lnTo>
                    <a:pt x="390761" y="327431"/>
                  </a:lnTo>
                  <a:lnTo>
                    <a:pt x="406852" y="332173"/>
                  </a:lnTo>
                  <a:lnTo>
                    <a:pt x="418520" y="337640"/>
                  </a:lnTo>
                  <a:lnTo>
                    <a:pt x="427620" y="341257"/>
                  </a:lnTo>
                  <a:lnTo>
                    <a:pt x="435794" y="346161"/>
                  </a:lnTo>
                  <a:lnTo>
                    <a:pt x="447396" y="353531"/>
                  </a:lnTo>
                  <a:lnTo>
                    <a:pt x="477452" y="373200"/>
                  </a:lnTo>
                  <a:lnTo>
                    <a:pt x="495976" y="383598"/>
                  </a:lnTo>
                  <a:lnTo>
                    <a:pt x="535527" y="408144"/>
                  </a:lnTo>
                  <a:lnTo>
                    <a:pt x="557085" y="419747"/>
                  </a:lnTo>
                  <a:lnTo>
                    <a:pt x="577322" y="431378"/>
                  </a:lnTo>
                  <a:lnTo>
                    <a:pt x="597166" y="441747"/>
                  </a:lnTo>
                  <a:lnTo>
                    <a:pt x="615690" y="452145"/>
                  </a:lnTo>
                  <a:lnTo>
                    <a:pt x="634283" y="460640"/>
                  </a:lnTo>
                  <a:lnTo>
                    <a:pt x="649843" y="467928"/>
                  </a:lnTo>
                  <a:lnTo>
                    <a:pt x="663295" y="472725"/>
                  </a:lnTo>
                  <a:lnTo>
                    <a:pt x="674640" y="475029"/>
                  </a:lnTo>
                  <a:lnTo>
                    <a:pt x="681238" y="474896"/>
                  </a:lnTo>
                  <a:lnTo>
                    <a:pt x="716643" y="443751"/>
                  </a:lnTo>
                  <a:lnTo>
                    <a:pt x="735092" y="383598"/>
                  </a:lnTo>
                  <a:lnTo>
                    <a:pt x="736265" y="374901"/>
                  </a:lnTo>
                  <a:lnTo>
                    <a:pt x="735821" y="362868"/>
                  </a:lnTo>
                  <a:lnTo>
                    <a:pt x="735770" y="352094"/>
                  </a:lnTo>
                  <a:lnTo>
                    <a:pt x="732532" y="307794"/>
                  </a:lnTo>
                  <a:lnTo>
                    <a:pt x="722817" y="272500"/>
                  </a:lnTo>
                  <a:lnTo>
                    <a:pt x="717571" y="258653"/>
                  </a:lnTo>
                  <a:close/>
                </a:path>
                <a:path w="736600" h="475615">
                  <a:moveTo>
                    <a:pt x="192039" y="0"/>
                  </a:moveTo>
                  <a:lnTo>
                    <a:pt x="147895" y="5335"/>
                  </a:lnTo>
                  <a:lnTo>
                    <a:pt x="117391" y="22435"/>
                  </a:lnTo>
                  <a:lnTo>
                    <a:pt x="96330" y="33639"/>
                  </a:lnTo>
                  <a:lnTo>
                    <a:pt x="74794" y="45492"/>
                  </a:lnTo>
                  <a:lnTo>
                    <a:pt x="54602" y="57306"/>
                  </a:lnTo>
                  <a:lnTo>
                    <a:pt x="36574" y="69715"/>
                  </a:lnTo>
                  <a:lnTo>
                    <a:pt x="22641" y="78238"/>
                  </a:lnTo>
                  <a:lnTo>
                    <a:pt x="14912" y="85368"/>
                  </a:lnTo>
                  <a:lnTo>
                    <a:pt x="11211" y="90514"/>
                  </a:lnTo>
                  <a:lnTo>
                    <a:pt x="8760" y="97534"/>
                  </a:lnTo>
                  <a:lnTo>
                    <a:pt x="7560" y="106432"/>
                  </a:lnTo>
                  <a:lnTo>
                    <a:pt x="5040" y="115357"/>
                  </a:lnTo>
                  <a:lnTo>
                    <a:pt x="4235" y="125514"/>
                  </a:lnTo>
                  <a:lnTo>
                    <a:pt x="3360" y="137575"/>
                  </a:lnTo>
                  <a:lnTo>
                    <a:pt x="1167" y="149661"/>
                  </a:lnTo>
                  <a:lnTo>
                    <a:pt x="0" y="182008"/>
                  </a:lnTo>
                  <a:lnTo>
                    <a:pt x="909" y="193399"/>
                  </a:lnTo>
                  <a:lnTo>
                    <a:pt x="3666" y="202215"/>
                  </a:lnTo>
                  <a:lnTo>
                    <a:pt x="2724" y="216179"/>
                  </a:lnTo>
                  <a:lnTo>
                    <a:pt x="32369" y="247265"/>
                  </a:lnTo>
                  <a:lnTo>
                    <a:pt x="53601" y="255705"/>
                  </a:lnTo>
                  <a:lnTo>
                    <a:pt x="61843" y="258706"/>
                  </a:lnTo>
                  <a:lnTo>
                    <a:pt x="64482" y="258653"/>
                  </a:lnTo>
                  <a:lnTo>
                    <a:pt x="717571" y="258653"/>
                  </a:lnTo>
                  <a:lnTo>
                    <a:pt x="715192" y="252374"/>
                  </a:lnTo>
                  <a:lnTo>
                    <a:pt x="693807" y="211612"/>
                  </a:lnTo>
                  <a:lnTo>
                    <a:pt x="661610" y="166000"/>
                  </a:lnTo>
                  <a:lnTo>
                    <a:pt x="616747" y="118111"/>
                  </a:lnTo>
                  <a:lnTo>
                    <a:pt x="581361" y="87776"/>
                  </a:lnTo>
                  <a:lnTo>
                    <a:pt x="536721" y="70304"/>
                  </a:lnTo>
                  <a:lnTo>
                    <a:pt x="494513" y="58488"/>
                  </a:lnTo>
                  <a:lnTo>
                    <a:pt x="471893" y="51977"/>
                  </a:lnTo>
                  <a:lnTo>
                    <a:pt x="447927" y="45486"/>
                  </a:lnTo>
                  <a:lnTo>
                    <a:pt x="423552" y="39651"/>
                  </a:lnTo>
                  <a:lnTo>
                    <a:pt x="398687" y="34453"/>
                  </a:lnTo>
                  <a:lnTo>
                    <a:pt x="375605" y="28586"/>
                  </a:lnTo>
                  <a:lnTo>
                    <a:pt x="333722" y="19931"/>
                  </a:lnTo>
                  <a:lnTo>
                    <a:pt x="315850" y="15859"/>
                  </a:lnTo>
                  <a:lnTo>
                    <a:pt x="302723" y="14225"/>
                  </a:lnTo>
                  <a:lnTo>
                    <a:pt x="211763" y="1499"/>
                  </a:lnTo>
                  <a:lnTo>
                    <a:pt x="192039" y="0"/>
                  </a:lnTo>
                  <a:close/>
                </a:path>
              </a:pathLst>
            </a:custGeom>
            <a:solidFill>
              <a:srgbClr val="6CACDD"/>
            </a:solidFill>
          </p:spPr>
          <p:txBody>
            <a:bodyPr wrap="square" lIns="0" tIns="0" rIns="0" bIns="0" rtlCol="0"/>
            <a:lstStyle/>
            <a:p>
              <a:endParaRPr/>
            </a:p>
          </p:txBody>
        </p:sp>
        <p:sp>
          <p:nvSpPr>
            <p:cNvPr id="44" name="object 44"/>
            <p:cNvSpPr/>
            <p:nvPr/>
          </p:nvSpPr>
          <p:spPr>
            <a:xfrm>
              <a:off x="7190444" y="1095190"/>
              <a:ext cx="736600" cy="475615"/>
            </a:xfrm>
            <a:custGeom>
              <a:avLst/>
              <a:gdLst/>
              <a:ahLst/>
              <a:cxnLst/>
              <a:rect l="l" t="t" r="r" b="b"/>
              <a:pathLst>
                <a:path w="736600" h="475615">
                  <a:moveTo>
                    <a:pt x="121992" y="272693"/>
                  </a:moveTo>
                  <a:lnTo>
                    <a:pt x="134193" y="275613"/>
                  </a:lnTo>
                  <a:lnTo>
                    <a:pt x="149890" y="279096"/>
                  </a:lnTo>
                  <a:lnTo>
                    <a:pt x="167832" y="281266"/>
                  </a:lnTo>
                  <a:lnTo>
                    <a:pt x="188738" y="286544"/>
                  </a:lnTo>
                  <a:lnTo>
                    <a:pt x="211033" y="289893"/>
                  </a:lnTo>
                  <a:lnTo>
                    <a:pt x="233722" y="294502"/>
                  </a:lnTo>
                  <a:lnTo>
                    <a:pt x="257729" y="299083"/>
                  </a:lnTo>
                  <a:lnTo>
                    <a:pt x="282201" y="303021"/>
                  </a:lnTo>
                  <a:lnTo>
                    <a:pt x="306603" y="308862"/>
                  </a:lnTo>
                  <a:lnTo>
                    <a:pt x="329754" y="312827"/>
                  </a:lnTo>
                  <a:lnTo>
                    <a:pt x="352443" y="317436"/>
                  </a:lnTo>
                  <a:lnTo>
                    <a:pt x="372029" y="322741"/>
                  </a:lnTo>
                  <a:lnTo>
                    <a:pt x="390760" y="327430"/>
                  </a:lnTo>
                  <a:lnTo>
                    <a:pt x="406851" y="332173"/>
                  </a:lnTo>
                  <a:lnTo>
                    <a:pt x="418520" y="337639"/>
                  </a:lnTo>
                  <a:lnTo>
                    <a:pt x="427620" y="341257"/>
                  </a:lnTo>
                  <a:lnTo>
                    <a:pt x="435794" y="346161"/>
                  </a:lnTo>
                  <a:lnTo>
                    <a:pt x="447395" y="353530"/>
                  </a:lnTo>
                  <a:lnTo>
                    <a:pt x="461567" y="362749"/>
                  </a:lnTo>
                  <a:lnTo>
                    <a:pt x="477452" y="373200"/>
                  </a:lnTo>
                  <a:lnTo>
                    <a:pt x="495976" y="383597"/>
                  </a:lnTo>
                  <a:lnTo>
                    <a:pt x="514894" y="395254"/>
                  </a:lnTo>
                  <a:lnTo>
                    <a:pt x="535526" y="408144"/>
                  </a:lnTo>
                  <a:lnTo>
                    <a:pt x="557084" y="419747"/>
                  </a:lnTo>
                  <a:lnTo>
                    <a:pt x="577322" y="431377"/>
                  </a:lnTo>
                  <a:lnTo>
                    <a:pt x="597166" y="441747"/>
                  </a:lnTo>
                  <a:lnTo>
                    <a:pt x="615690" y="452145"/>
                  </a:lnTo>
                  <a:lnTo>
                    <a:pt x="634283" y="460639"/>
                  </a:lnTo>
                  <a:lnTo>
                    <a:pt x="649843" y="467928"/>
                  </a:lnTo>
                  <a:lnTo>
                    <a:pt x="663295" y="472724"/>
                  </a:lnTo>
                  <a:lnTo>
                    <a:pt x="674639" y="475029"/>
                  </a:lnTo>
                  <a:lnTo>
                    <a:pt x="681237" y="474895"/>
                  </a:lnTo>
                  <a:lnTo>
                    <a:pt x="700516" y="464361"/>
                  </a:lnTo>
                  <a:lnTo>
                    <a:pt x="716642" y="443751"/>
                  </a:lnTo>
                  <a:lnTo>
                    <a:pt x="728621" y="416254"/>
                  </a:lnTo>
                  <a:lnTo>
                    <a:pt x="735065" y="383799"/>
                  </a:lnTo>
                  <a:lnTo>
                    <a:pt x="736265" y="374901"/>
                  </a:lnTo>
                  <a:lnTo>
                    <a:pt x="735820" y="362868"/>
                  </a:lnTo>
                  <a:lnTo>
                    <a:pt x="735769" y="352094"/>
                  </a:lnTo>
                  <a:lnTo>
                    <a:pt x="732531" y="307794"/>
                  </a:lnTo>
                  <a:lnTo>
                    <a:pt x="715191" y="252373"/>
                  </a:lnTo>
                  <a:lnTo>
                    <a:pt x="693807" y="211611"/>
                  </a:lnTo>
                  <a:lnTo>
                    <a:pt x="661609" y="165999"/>
                  </a:lnTo>
                  <a:lnTo>
                    <a:pt x="616746" y="118111"/>
                  </a:lnTo>
                  <a:lnTo>
                    <a:pt x="581360" y="87775"/>
                  </a:lnTo>
                  <a:lnTo>
                    <a:pt x="536720" y="70304"/>
                  </a:lnTo>
                  <a:lnTo>
                    <a:pt x="494513" y="58487"/>
                  </a:lnTo>
                  <a:lnTo>
                    <a:pt x="471893" y="51976"/>
                  </a:lnTo>
                  <a:lnTo>
                    <a:pt x="447954" y="45492"/>
                  </a:lnTo>
                  <a:lnTo>
                    <a:pt x="423552" y="39651"/>
                  </a:lnTo>
                  <a:lnTo>
                    <a:pt x="398687" y="34453"/>
                  </a:lnTo>
                  <a:lnTo>
                    <a:pt x="375604" y="28585"/>
                  </a:lnTo>
                  <a:lnTo>
                    <a:pt x="352915" y="23977"/>
                  </a:lnTo>
                  <a:lnTo>
                    <a:pt x="333723" y="19931"/>
                  </a:lnTo>
                  <a:lnTo>
                    <a:pt x="315849" y="15858"/>
                  </a:lnTo>
                  <a:lnTo>
                    <a:pt x="302723" y="14224"/>
                  </a:lnTo>
                  <a:lnTo>
                    <a:pt x="290916" y="12563"/>
                  </a:lnTo>
                  <a:lnTo>
                    <a:pt x="270798" y="9804"/>
                  </a:lnTo>
                  <a:lnTo>
                    <a:pt x="251999" y="7018"/>
                  </a:lnTo>
                  <a:lnTo>
                    <a:pt x="231881" y="4259"/>
                  </a:lnTo>
                  <a:lnTo>
                    <a:pt x="211763" y="1499"/>
                  </a:lnTo>
                  <a:lnTo>
                    <a:pt x="192038" y="0"/>
                  </a:lnTo>
                  <a:lnTo>
                    <a:pt x="147894" y="5335"/>
                  </a:lnTo>
                  <a:lnTo>
                    <a:pt x="117391" y="22435"/>
                  </a:lnTo>
                  <a:lnTo>
                    <a:pt x="96329" y="33639"/>
                  </a:lnTo>
                  <a:lnTo>
                    <a:pt x="74805" y="45485"/>
                  </a:lnTo>
                  <a:lnTo>
                    <a:pt x="54601" y="57305"/>
                  </a:lnTo>
                  <a:lnTo>
                    <a:pt x="36573" y="69714"/>
                  </a:lnTo>
                  <a:lnTo>
                    <a:pt x="22641" y="78238"/>
                  </a:lnTo>
                  <a:lnTo>
                    <a:pt x="14912" y="85367"/>
                  </a:lnTo>
                  <a:lnTo>
                    <a:pt x="11210" y="90513"/>
                  </a:lnTo>
                  <a:lnTo>
                    <a:pt x="8759" y="97534"/>
                  </a:lnTo>
                  <a:lnTo>
                    <a:pt x="7559" y="106432"/>
                  </a:lnTo>
                  <a:lnTo>
                    <a:pt x="5040" y="115356"/>
                  </a:lnTo>
                  <a:lnTo>
                    <a:pt x="4234" y="125514"/>
                  </a:lnTo>
                  <a:lnTo>
                    <a:pt x="3360" y="137574"/>
                  </a:lnTo>
                  <a:lnTo>
                    <a:pt x="1166" y="149661"/>
                  </a:lnTo>
                  <a:lnTo>
                    <a:pt x="686" y="162980"/>
                  </a:lnTo>
                  <a:lnTo>
                    <a:pt x="0" y="182008"/>
                  </a:lnTo>
                  <a:lnTo>
                    <a:pt x="908" y="193398"/>
                  </a:lnTo>
                  <a:lnTo>
                    <a:pt x="3666" y="202215"/>
                  </a:lnTo>
                  <a:lnTo>
                    <a:pt x="2723" y="216178"/>
                  </a:lnTo>
                  <a:lnTo>
                    <a:pt x="32369" y="247264"/>
                  </a:lnTo>
                  <a:lnTo>
                    <a:pt x="53600" y="255705"/>
                  </a:lnTo>
                  <a:lnTo>
                    <a:pt x="61843" y="258706"/>
                  </a:lnTo>
                  <a:lnTo>
                    <a:pt x="64482" y="258652"/>
                  </a:lnTo>
                  <a:lnTo>
                    <a:pt x="121992" y="272693"/>
                  </a:lnTo>
                  <a:close/>
                </a:path>
              </a:pathLst>
            </a:custGeom>
            <a:ln w="9524">
              <a:solidFill>
                <a:srgbClr val="ECEBEB"/>
              </a:solidFill>
            </a:ln>
          </p:spPr>
          <p:txBody>
            <a:bodyPr wrap="square" lIns="0" tIns="0" rIns="0" bIns="0" rtlCol="0"/>
            <a:lstStyle/>
            <a:p>
              <a:endParaRPr/>
            </a:p>
          </p:txBody>
        </p:sp>
        <p:sp>
          <p:nvSpPr>
            <p:cNvPr id="45" name="object 45"/>
            <p:cNvSpPr/>
            <p:nvPr/>
          </p:nvSpPr>
          <p:spPr>
            <a:xfrm>
              <a:off x="6913258" y="1286301"/>
              <a:ext cx="361315" cy="196215"/>
            </a:xfrm>
            <a:custGeom>
              <a:avLst/>
              <a:gdLst/>
              <a:ahLst/>
              <a:cxnLst/>
              <a:rect l="l" t="t" r="r" b="b"/>
              <a:pathLst>
                <a:path w="361315" h="196215">
                  <a:moveTo>
                    <a:pt x="8759" y="0"/>
                  </a:moveTo>
                  <a:lnTo>
                    <a:pt x="3882" y="1341"/>
                  </a:lnTo>
                  <a:lnTo>
                    <a:pt x="1524" y="6433"/>
                  </a:lnTo>
                  <a:lnTo>
                    <a:pt x="0" y="13854"/>
                  </a:lnTo>
                  <a:lnTo>
                    <a:pt x="0" y="26675"/>
                  </a:lnTo>
                  <a:lnTo>
                    <a:pt x="1694" y="42442"/>
                  </a:lnTo>
                  <a:lnTo>
                    <a:pt x="5966" y="60064"/>
                  </a:lnTo>
                  <a:lnTo>
                    <a:pt x="13735" y="78262"/>
                  </a:lnTo>
                  <a:lnTo>
                    <a:pt x="21902" y="97716"/>
                  </a:lnTo>
                  <a:lnTo>
                    <a:pt x="43576" y="134645"/>
                  </a:lnTo>
                  <a:lnTo>
                    <a:pt x="67668" y="164584"/>
                  </a:lnTo>
                  <a:lnTo>
                    <a:pt x="103812" y="188645"/>
                  </a:lnTo>
                  <a:lnTo>
                    <a:pt x="137862" y="195681"/>
                  </a:lnTo>
                  <a:lnTo>
                    <a:pt x="145376" y="194297"/>
                  </a:lnTo>
                  <a:lnTo>
                    <a:pt x="152031" y="192295"/>
                  </a:lnTo>
                  <a:lnTo>
                    <a:pt x="162704" y="188333"/>
                  </a:lnTo>
                  <a:lnTo>
                    <a:pt x="182330" y="179174"/>
                  </a:lnTo>
                  <a:lnTo>
                    <a:pt x="209929" y="167991"/>
                  </a:lnTo>
                  <a:lnTo>
                    <a:pt x="240168" y="156766"/>
                  </a:lnTo>
                  <a:lnTo>
                    <a:pt x="273903" y="146117"/>
                  </a:lnTo>
                  <a:lnTo>
                    <a:pt x="305798" y="138024"/>
                  </a:lnTo>
                  <a:lnTo>
                    <a:pt x="335795" y="134386"/>
                  </a:lnTo>
                  <a:lnTo>
                    <a:pt x="352954" y="134386"/>
                  </a:lnTo>
                  <a:lnTo>
                    <a:pt x="351622" y="134132"/>
                  </a:lnTo>
                  <a:lnTo>
                    <a:pt x="335916" y="130592"/>
                  </a:lnTo>
                  <a:lnTo>
                    <a:pt x="314994" y="125242"/>
                  </a:lnTo>
                  <a:lnTo>
                    <a:pt x="292754" y="119912"/>
                  </a:lnTo>
                  <a:lnTo>
                    <a:pt x="271034" y="112047"/>
                  </a:lnTo>
                  <a:lnTo>
                    <a:pt x="253730" y="103479"/>
                  </a:lnTo>
                  <a:lnTo>
                    <a:pt x="243481" y="94166"/>
                  </a:lnTo>
                  <a:lnTo>
                    <a:pt x="241525" y="86259"/>
                  </a:lnTo>
                  <a:lnTo>
                    <a:pt x="224398" y="86259"/>
                  </a:lnTo>
                  <a:lnTo>
                    <a:pt x="176700" y="80073"/>
                  </a:lnTo>
                  <a:lnTo>
                    <a:pt x="135039" y="63682"/>
                  </a:lnTo>
                  <a:lnTo>
                    <a:pt x="98772" y="43414"/>
                  </a:lnTo>
                  <a:lnTo>
                    <a:pt x="87544" y="37277"/>
                  </a:lnTo>
                  <a:lnTo>
                    <a:pt x="50940" y="13854"/>
                  </a:lnTo>
                  <a:lnTo>
                    <a:pt x="32258" y="7204"/>
                  </a:lnTo>
                  <a:lnTo>
                    <a:pt x="22287" y="2941"/>
                  </a:lnTo>
                  <a:lnTo>
                    <a:pt x="14894" y="533"/>
                  </a:lnTo>
                  <a:lnTo>
                    <a:pt x="8759" y="0"/>
                  </a:lnTo>
                  <a:close/>
                </a:path>
                <a:path w="361315" h="196215">
                  <a:moveTo>
                    <a:pt x="352954" y="134386"/>
                  </a:moveTo>
                  <a:lnTo>
                    <a:pt x="335795" y="134386"/>
                  </a:lnTo>
                  <a:lnTo>
                    <a:pt x="360794" y="135881"/>
                  </a:lnTo>
                  <a:lnTo>
                    <a:pt x="352954" y="134386"/>
                  </a:lnTo>
                  <a:close/>
                </a:path>
                <a:path w="361315" h="196215">
                  <a:moveTo>
                    <a:pt x="241146" y="84726"/>
                  </a:moveTo>
                  <a:lnTo>
                    <a:pt x="224398" y="86259"/>
                  </a:lnTo>
                  <a:lnTo>
                    <a:pt x="241525" y="86259"/>
                  </a:lnTo>
                  <a:lnTo>
                    <a:pt x="241146" y="84726"/>
                  </a:lnTo>
                  <a:close/>
                </a:path>
              </a:pathLst>
            </a:custGeom>
            <a:solidFill>
              <a:srgbClr val="0094EA"/>
            </a:solidFill>
          </p:spPr>
          <p:txBody>
            <a:bodyPr wrap="square" lIns="0" tIns="0" rIns="0" bIns="0" rtlCol="0"/>
            <a:lstStyle/>
            <a:p>
              <a:endParaRPr/>
            </a:p>
          </p:txBody>
        </p:sp>
        <p:sp>
          <p:nvSpPr>
            <p:cNvPr id="46" name="object 46"/>
            <p:cNvSpPr/>
            <p:nvPr/>
          </p:nvSpPr>
          <p:spPr>
            <a:xfrm>
              <a:off x="6913220" y="1286301"/>
              <a:ext cx="361315" cy="196215"/>
            </a:xfrm>
            <a:custGeom>
              <a:avLst/>
              <a:gdLst/>
              <a:ahLst/>
              <a:cxnLst/>
              <a:rect l="l" t="t" r="r" b="b"/>
              <a:pathLst>
                <a:path w="361315" h="196215">
                  <a:moveTo>
                    <a:pt x="360831" y="135881"/>
                  </a:moveTo>
                  <a:lnTo>
                    <a:pt x="305836" y="138025"/>
                  </a:lnTo>
                  <a:lnTo>
                    <a:pt x="240206" y="156767"/>
                  </a:lnTo>
                  <a:lnTo>
                    <a:pt x="182367" y="179174"/>
                  </a:lnTo>
                  <a:lnTo>
                    <a:pt x="162742" y="188334"/>
                  </a:lnTo>
                  <a:lnTo>
                    <a:pt x="152069" y="192296"/>
                  </a:lnTo>
                  <a:lnTo>
                    <a:pt x="145414" y="194297"/>
                  </a:lnTo>
                  <a:lnTo>
                    <a:pt x="137900" y="195681"/>
                  </a:lnTo>
                  <a:lnTo>
                    <a:pt x="127809" y="195211"/>
                  </a:lnTo>
                  <a:lnTo>
                    <a:pt x="80133" y="174494"/>
                  </a:lnTo>
                  <a:lnTo>
                    <a:pt x="43613" y="134645"/>
                  </a:lnTo>
                  <a:lnTo>
                    <a:pt x="21940" y="97716"/>
                  </a:lnTo>
                  <a:lnTo>
                    <a:pt x="13772" y="78262"/>
                  </a:lnTo>
                  <a:lnTo>
                    <a:pt x="6003" y="60064"/>
                  </a:lnTo>
                  <a:lnTo>
                    <a:pt x="1731" y="42443"/>
                  </a:lnTo>
                  <a:lnTo>
                    <a:pt x="37" y="26675"/>
                  </a:lnTo>
                  <a:lnTo>
                    <a:pt x="0" y="14040"/>
                  </a:lnTo>
                  <a:lnTo>
                    <a:pt x="1561" y="6433"/>
                  </a:lnTo>
                  <a:lnTo>
                    <a:pt x="3919" y="1341"/>
                  </a:lnTo>
                  <a:lnTo>
                    <a:pt x="8796" y="0"/>
                  </a:lnTo>
                  <a:lnTo>
                    <a:pt x="14931" y="533"/>
                  </a:lnTo>
                  <a:lnTo>
                    <a:pt x="22324" y="2942"/>
                  </a:lnTo>
                  <a:lnTo>
                    <a:pt x="32294" y="7204"/>
                  </a:lnTo>
                  <a:lnTo>
                    <a:pt x="44903" y="11425"/>
                  </a:lnTo>
                  <a:lnTo>
                    <a:pt x="87582" y="37276"/>
                  </a:lnTo>
                  <a:lnTo>
                    <a:pt x="98811" y="43414"/>
                  </a:lnTo>
                  <a:lnTo>
                    <a:pt x="135076" y="63682"/>
                  </a:lnTo>
                  <a:lnTo>
                    <a:pt x="176738" y="80073"/>
                  </a:lnTo>
                  <a:lnTo>
                    <a:pt x="224436" y="86259"/>
                  </a:lnTo>
                  <a:lnTo>
                    <a:pt x="241183" y="84727"/>
                  </a:lnTo>
                  <a:lnTo>
                    <a:pt x="243519" y="94167"/>
                  </a:lnTo>
                  <a:lnTo>
                    <a:pt x="253768" y="103479"/>
                  </a:lnTo>
                  <a:lnTo>
                    <a:pt x="271071" y="112047"/>
                  </a:lnTo>
                  <a:lnTo>
                    <a:pt x="292792" y="119912"/>
                  </a:lnTo>
                  <a:lnTo>
                    <a:pt x="315031" y="125242"/>
                  </a:lnTo>
                  <a:lnTo>
                    <a:pt x="335953" y="130593"/>
                  </a:lnTo>
                  <a:lnTo>
                    <a:pt x="351659" y="134132"/>
                  </a:lnTo>
                  <a:lnTo>
                    <a:pt x="360831" y="135881"/>
                  </a:lnTo>
                  <a:close/>
                </a:path>
              </a:pathLst>
            </a:custGeom>
            <a:ln w="9524">
              <a:solidFill>
                <a:srgbClr val="ECEBEB"/>
              </a:solidFill>
            </a:ln>
          </p:spPr>
          <p:txBody>
            <a:bodyPr wrap="square" lIns="0" tIns="0" rIns="0" bIns="0" rtlCol="0"/>
            <a:lstStyle/>
            <a:p>
              <a:endParaRPr/>
            </a:p>
          </p:txBody>
        </p:sp>
        <p:sp>
          <p:nvSpPr>
            <p:cNvPr id="47" name="object 47"/>
            <p:cNvSpPr/>
            <p:nvPr/>
          </p:nvSpPr>
          <p:spPr>
            <a:xfrm>
              <a:off x="7786451" y="1196298"/>
              <a:ext cx="125730" cy="312420"/>
            </a:xfrm>
            <a:custGeom>
              <a:avLst/>
              <a:gdLst/>
              <a:ahLst/>
              <a:cxnLst/>
              <a:rect l="l" t="t" r="r" b="b"/>
              <a:pathLst>
                <a:path w="125729" h="312419">
                  <a:moveTo>
                    <a:pt x="0" y="0"/>
                  </a:moveTo>
                  <a:lnTo>
                    <a:pt x="2519" y="3775"/>
                  </a:lnTo>
                  <a:lnTo>
                    <a:pt x="9147" y="16396"/>
                  </a:lnTo>
                  <a:lnTo>
                    <a:pt x="17828" y="33440"/>
                  </a:lnTo>
                  <a:lnTo>
                    <a:pt x="30821" y="53585"/>
                  </a:lnTo>
                  <a:lnTo>
                    <a:pt x="43281" y="76292"/>
                  </a:lnTo>
                  <a:lnTo>
                    <a:pt x="54481" y="97111"/>
                  </a:lnTo>
                  <a:lnTo>
                    <a:pt x="65750" y="116015"/>
                  </a:lnTo>
                  <a:lnTo>
                    <a:pt x="84495" y="160915"/>
                  </a:lnTo>
                  <a:lnTo>
                    <a:pt x="88840" y="200361"/>
                  </a:lnTo>
                  <a:lnTo>
                    <a:pt x="88158" y="219505"/>
                  </a:lnTo>
                  <a:lnTo>
                    <a:pt x="84025" y="236165"/>
                  </a:lnTo>
                  <a:lnTo>
                    <a:pt x="79961" y="250912"/>
                  </a:lnTo>
                  <a:lnTo>
                    <a:pt x="71653" y="260643"/>
                  </a:lnTo>
                  <a:lnTo>
                    <a:pt x="62153" y="266571"/>
                  </a:lnTo>
                  <a:lnTo>
                    <a:pt x="55774" y="271799"/>
                  </a:lnTo>
                  <a:lnTo>
                    <a:pt x="51188" y="276354"/>
                  </a:lnTo>
                  <a:lnTo>
                    <a:pt x="49724" y="280208"/>
                  </a:lnTo>
                  <a:lnTo>
                    <a:pt x="51381" y="283364"/>
                  </a:lnTo>
                  <a:lnTo>
                    <a:pt x="96902" y="309238"/>
                  </a:lnTo>
                  <a:lnTo>
                    <a:pt x="105197" y="312261"/>
                  </a:lnTo>
                  <a:lnTo>
                    <a:pt x="110577" y="310240"/>
                  </a:lnTo>
                  <a:lnTo>
                    <a:pt x="112508" y="305738"/>
                  </a:lnTo>
                  <a:lnTo>
                    <a:pt x="113245" y="297435"/>
                  </a:lnTo>
                  <a:lnTo>
                    <a:pt x="113654" y="285949"/>
                  </a:lnTo>
                  <a:lnTo>
                    <a:pt x="116323" y="273142"/>
                  </a:lnTo>
                  <a:lnTo>
                    <a:pt x="119989" y="257129"/>
                  </a:lnTo>
                  <a:lnTo>
                    <a:pt x="124985" y="241087"/>
                  </a:lnTo>
                  <a:lnTo>
                    <a:pt x="125530" y="225774"/>
                  </a:lnTo>
                  <a:lnTo>
                    <a:pt x="124283" y="211133"/>
                  </a:lnTo>
                  <a:lnTo>
                    <a:pt x="120379" y="196545"/>
                  </a:lnTo>
                  <a:lnTo>
                    <a:pt x="114715" y="180625"/>
                  </a:lnTo>
                  <a:lnTo>
                    <a:pt x="108658" y="165534"/>
                  </a:lnTo>
                  <a:lnTo>
                    <a:pt x="103031" y="149706"/>
                  </a:lnTo>
                  <a:lnTo>
                    <a:pt x="82763" y="97823"/>
                  </a:lnTo>
                  <a:lnTo>
                    <a:pt x="57434" y="63894"/>
                  </a:lnTo>
                  <a:lnTo>
                    <a:pt x="44305" y="47578"/>
                  </a:lnTo>
                  <a:lnTo>
                    <a:pt x="28985" y="30667"/>
                  </a:lnTo>
                  <a:lnTo>
                    <a:pt x="13199" y="14403"/>
                  </a:lnTo>
                  <a:lnTo>
                    <a:pt x="0" y="0"/>
                  </a:lnTo>
                  <a:close/>
                </a:path>
              </a:pathLst>
            </a:custGeom>
            <a:solidFill>
              <a:srgbClr val="000000"/>
            </a:solidFill>
          </p:spPr>
          <p:txBody>
            <a:bodyPr wrap="square" lIns="0" tIns="0" rIns="0" bIns="0" rtlCol="0"/>
            <a:lstStyle/>
            <a:p>
              <a:endParaRPr/>
            </a:p>
          </p:txBody>
        </p:sp>
        <p:sp>
          <p:nvSpPr>
            <p:cNvPr id="48" name="object 48"/>
            <p:cNvSpPr/>
            <p:nvPr/>
          </p:nvSpPr>
          <p:spPr>
            <a:xfrm>
              <a:off x="7665801" y="1150261"/>
              <a:ext cx="125730" cy="311785"/>
            </a:xfrm>
            <a:custGeom>
              <a:avLst/>
              <a:gdLst/>
              <a:ahLst/>
              <a:cxnLst/>
              <a:rect l="l" t="t" r="r" b="b"/>
              <a:pathLst>
                <a:path w="125729" h="311784">
                  <a:moveTo>
                    <a:pt x="0" y="0"/>
                  </a:moveTo>
                  <a:lnTo>
                    <a:pt x="2518" y="3775"/>
                  </a:lnTo>
                  <a:lnTo>
                    <a:pt x="9146" y="16395"/>
                  </a:lnTo>
                  <a:lnTo>
                    <a:pt x="18293" y="32792"/>
                  </a:lnTo>
                  <a:lnTo>
                    <a:pt x="30820" y="53585"/>
                  </a:lnTo>
                  <a:lnTo>
                    <a:pt x="43280" y="76291"/>
                  </a:lnTo>
                  <a:lnTo>
                    <a:pt x="54996" y="96554"/>
                  </a:lnTo>
                  <a:lnTo>
                    <a:pt x="73635" y="130524"/>
                  </a:lnTo>
                  <a:lnTo>
                    <a:pt x="88262" y="179330"/>
                  </a:lnTo>
                  <a:lnTo>
                    <a:pt x="89303" y="199713"/>
                  </a:lnTo>
                  <a:lnTo>
                    <a:pt x="89087" y="218210"/>
                  </a:lnTo>
                  <a:lnTo>
                    <a:pt x="84490" y="235517"/>
                  </a:lnTo>
                  <a:lnTo>
                    <a:pt x="79960" y="250911"/>
                  </a:lnTo>
                  <a:lnTo>
                    <a:pt x="71652" y="260642"/>
                  </a:lnTo>
                  <a:lnTo>
                    <a:pt x="62617" y="265924"/>
                  </a:lnTo>
                  <a:lnTo>
                    <a:pt x="55773" y="271799"/>
                  </a:lnTo>
                  <a:lnTo>
                    <a:pt x="51188" y="276353"/>
                  </a:lnTo>
                  <a:lnTo>
                    <a:pt x="50189" y="279561"/>
                  </a:lnTo>
                  <a:lnTo>
                    <a:pt x="51381" y="283363"/>
                  </a:lnTo>
                  <a:lnTo>
                    <a:pt x="57419" y="287707"/>
                  </a:lnTo>
                  <a:lnTo>
                    <a:pt x="68699" y="293858"/>
                  </a:lnTo>
                  <a:lnTo>
                    <a:pt x="82567" y="301871"/>
                  </a:lnTo>
                  <a:lnTo>
                    <a:pt x="96900" y="309237"/>
                  </a:lnTo>
                  <a:lnTo>
                    <a:pt x="105662" y="311613"/>
                  </a:lnTo>
                  <a:lnTo>
                    <a:pt x="110576" y="310240"/>
                  </a:lnTo>
                  <a:lnTo>
                    <a:pt x="112506" y="305738"/>
                  </a:lnTo>
                  <a:lnTo>
                    <a:pt x="113244" y="297434"/>
                  </a:lnTo>
                  <a:lnTo>
                    <a:pt x="112792" y="285327"/>
                  </a:lnTo>
                  <a:lnTo>
                    <a:pt x="115459" y="272521"/>
                  </a:lnTo>
                  <a:lnTo>
                    <a:pt x="119592" y="255860"/>
                  </a:lnTo>
                  <a:lnTo>
                    <a:pt x="124122" y="240466"/>
                  </a:lnTo>
                  <a:lnTo>
                    <a:pt x="125530" y="225772"/>
                  </a:lnTo>
                  <a:lnTo>
                    <a:pt x="124282" y="211132"/>
                  </a:lnTo>
                  <a:lnTo>
                    <a:pt x="120844" y="195897"/>
                  </a:lnTo>
                  <a:lnTo>
                    <a:pt x="114750" y="180715"/>
                  </a:lnTo>
                  <a:lnTo>
                    <a:pt x="109123" y="164886"/>
                  </a:lnTo>
                  <a:lnTo>
                    <a:pt x="103030" y="149705"/>
                  </a:lnTo>
                  <a:lnTo>
                    <a:pt x="98332" y="132581"/>
                  </a:lnTo>
                  <a:lnTo>
                    <a:pt x="91909" y="114218"/>
                  </a:lnTo>
                  <a:lnTo>
                    <a:pt x="71960" y="78270"/>
                  </a:lnTo>
                  <a:lnTo>
                    <a:pt x="43577" y="43127"/>
                  </a:lnTo>
                  <a:lnTo>
                    <a:pt x="14128" y="13108"/>
                  </a:lnTo>
                  <a:lnTo>
                    <a:pt x="0" y="0"/>
                  </a:lnTo>
                  <a:close/>
                </a:path>
              </a:pathLst>
            </a:custGeom>
            <a:solidFill>
              <a:srgbClr val="000000"/>
            </a:solidFill>
          </p:spPr>
          <p:txBody>
            <a:bodyPr wrap="square" lIns="0" tIns="0" rIns="0" bIns="0" rtlCol="0"/>
            <a:lstStyle/>
            <a:p>
              <a:endParaRPr/>
            </a:p>
          </p:txBody>
        </p:sp>
        <p:sp>
          <p:nvSpPr>
            <p:cNvPr id="49" name="object 49"/>
            <p:cNvSpPr/>
            <p:nvPr/>
          </p:nvSpPr>
          <p:spPr>
            <a:xfrm>
              <a:off x="7226509" y="1135941"/>
              <a:ext cx="380415" cy="259786"/>
            </a:xfrm>
            <a:prstGeom prst="rect">
              <a:avLst/>
            </a:prstGeom>
            <a:blipFill>
              <a:blip r:embed="rId9" cstate="print"/>
              <a:stretch>
                <a:fillRect/>
              </a:stretch>
            </a:blipFill>
          </p:spPr>
          <p:txBody>
            <a:bodyPr wrap="square" lIns="0" tIns="0" rIns="0" bIns="0" rtlCol="0"/>
            <a:lstStyle/>
            <a:p>
              <a:endParaRPr/>
            </a:p>
          </p:txBody>
        </p:sp>
        <p:sp>
          <p:nvSpPr>
            <p:cNvPr id="50" name="object 50"/>
            <p:cNvSpPr/>
            <p:nvPr/>
          </p:nvSpPr>
          <p:spPr>
            <a:xfrm>
              <a:off x="6700057" y="4343400"/>
              <a:ext cx="1882832" cy="918556"/>
            </a:xfrm>
            <a:prstGeom prst="rect">
              <a:avLst/>
            </a:prstGeom>
            <a:blipFill>
              <a:blip r:embed="rId10" cstate="print"/>
              <a:stretch>
                <a:fillRect/>
              </a:stretch>
            </a:blipFill>
          </p:spPr>
          <p:txBody>
            <a:bodyPr wrap="square" lIns="0" tIns="0" rIns="0" bIns="0" rtlCol="0"/>
            <a:lstStyle/>
            <a:p>
              <a:endParaRPr/>
            </a:p>
          </p:txBody>
        </p:sp>
        <p:sp>
          <p:nvSpPr>
            <p:cNvPr id="51" name="object 51"/>
            <p:cNvSpPr/>
            <p:nvPr/>
          </p:nvSpPr>
          <p:spPr>
            <a:xfrm>
              <a:off x="6724995" y="4372494"/>
              <a:ext cx="1778923" cy="810490"/>
            </a:xfrm>
            <a:prstGeom prst="rect">
              <a:avLst/>
            </a:prstGeom>
            <a:blipFill>
              <a:blip r:embed="rId11" cstate="print"/>
              <a:stretch>
                <a:fillRect/>
              </a:stretch>
            </a:blipFill>
          </p:spPr>
          <p:txBody>
            <a:bodyPr wrap="square" lIns="0" tIns="0" rIns="0" bIns="0" rtlCol="0"/>
            <a:lstStyle/>
            <a:p>
              <a:endParaRPr/>
            </a:p>
          </p:txBody>
        </p:sp>
        <p:sp>
          <p:nvSpPr>
            <p:cNvPr id="52" name="object 52"/>
            <p:cNvSpPr/>
            <p:nvPr/>
          </p:nvSpPr>
          <p:spPr>
            <a:xfrm>
              <a:off x="7095535" y="5188979"/>
              <a:ext cx="369570" cy="498475"/>
            </a:xfrm>
            <a:custGeom>
              <a:avLst/>
              <a:gdLst/>
              <a:ahLst/>
              <a:cxnLst/>
              <a:rect l="l" t="t" r="r" b="b"/>
              <a:pathLst>
                <a:path w="369570" h="498475">
                  <a:moveTo>
                    <a:pt x="213479" y="0"/>
                  </a:moveTo>
                  <a:lnTo>
                    <a:pt x="3333" y="389994"/>
                  </a:lnTo>
                  <a:lnTo>
                    <a:pt x="0" y="403168"/>
                  </a:lnTo>
                  <a:lnTo>
                    <a:pt x="1910" y="416146"/>
                  </a:lnTo>
                  <a:lnTo>
                    <a:pt x="8548" y="427462"/>
                  </a:lnTo>
                  <a:lnTo>
                    <a:pt x="19397" y="435645"/>
                  </a:lnTo>
                  <a:lnTo>
                    <a:pt x="142822" y="494817"/>
                  </a:lnTo>
                  <a:lnTo>
                    <a:pt x="155996" y="498150"/>
                  </a:lnTo>
                  <a:lnTo>
                    <a:pt x="168975" y="496239"/>
                  </a:lnTo>
                  <a:lnTo>
                    <a:pt x="180290" y="489602"/>
                  </a:lnTo>
                  <a:lnTo>
                    <a:pt x="188473" y="478753"/>
                  </a:lnTo>
                  <a:lnTo>
                    <a:pt x="366143" y="108156"/>
                  </a:lnTo>
                  <a:lnTo>
                    <a:pt x="369476" y="94982"/>
                  </a:lnTo>
                  <a:lnTo>
                    <a:pt x="367565" y="82004"/>
                  </a:lnTo>
                  <a:lnTo>
                    <a:pt x="360927" y="70689"/>
                  </a:lnTo>
                  <a:lnTo>
                    <a:pt x="350078" y="62506"/>
                  </a:lnTo>
                  <a:lnTo>
                    <a:pt x="226652" y="3333"/>
                  </a:lnTo>
                  <a:lnTo>
                    <a:pt x="213479" y="0"/>
                  </a:lnTo>
                  <a:close/>
                </a:path>
              </a:pathLst>
            </a:custGeom>
            <a:solidFill>
              <a:srgbClr val="021EAA"/>
            </a:solidFill>
          </p:spPr>
          <p:txBody>
            <a:bodyPr wrap="square" lIns="0" tIns="0" rIns="0" bIns="0" rtlCol="0"/>
            <a:lstStyle/>
            <a:p>
              <a:endParaRPr/>
            </a:p>
          </p:txBody>
        </p:sp>
        <p:sp>
          <p:nvSpPr>
            <p:cNvPr id="53" name="object 53"/>
            <p:cNvSpPr/>
            <p:nvPr/>
          </p:nvSpPr>
          <p:spPr>
            <a:xfrm>
              <a:off x="7095535" y="5188979"/>
              <a:ext cx="369570" cy="498475"/>
            </a:xfrm>
            <a:custGeom>
              <a:avLst/>
              <a:gdLst/>
              <a:ahLst/>
              <a:cxnLst/>
              <a:rect l="l" t="t" r="r" b="b"/>
              <a:pathLst>
                <a:path w="369570" h="498475">
                  <a:moveTo>
                    <a:pt x="181002" y="19397"/>
                  </a:moveTo>
                  <a:lnTo>
                    <a:pt x="189185" y="8548"/>
                  </a:lnTo>
                  <a:lnTo>
                    <a:pt x="200501" y="1910"/>
                  </a:lnTo>
                  <a:lnTo>
                    <a:pt x="213479" y="0"/>
                  </a:lnTo>
                  <a:lnTo>
                    <a:pt x="226652" y="3333"/>
                  </a:lnTo>
                  <a:lnTo>
                    <a:pt x="350078" y="62505"/>
                  </a:lnTo>
                  <a:lnTo>
                    <a:pt x="360927" y="70688"/>
                  </a:lnTo>
                  <a:lnTo>
                    <a:pt x="367565" y="82003"/>
                  </a:lnTo>
                  <a:lnTo>
                    <a:pt x="369476" y="94982"/>
                  </a:lnTo>
                  <a:lnTo>
                    <a:pt x="366142" y="108155"/>
                  </a:lnTo>
                  <a:lnTo>
                    <a:pt x="188473" y="478753"/>
                  </a:lnTo>
                  <a:lnTo>
                    <a:pt x="180290" y="489601"/>
                  </a:lnTo>
                  <a:lnTo>
                    <a:pt x="168975" y="496239"/>
                  </a:lnTo>
                  <a:lnTo>
                    <a:pt x="155997" y="498150"/>
                  </a:lnTo>
                  <a:lnTo>
                    <a:pt x="142823" y="494816"/>
                  </a:lnTo>
                  <a:lnTo>
                    <a:pt x="19397" y="435644"/>
                  </a:lnTo>
                  <a:lnTo>
                    <a:pt x="8548" y="427461"/>
                  </a:lnTo>
                  <a:lnTo>
                    <a:pt x="1910" y="416146"/>
                  </a:lnTo>
                  <a:lnTo>
                    <a:pt x="0" y="403167"/>
                  </a:lnTo>
                  <a:lnTo>
                    <a:pt x="3333" y="389994"/>
                  </a:lnTo>
                  <a:lnTo>
                    <a:pt x="181002" y="19397"/>
                  </a:lnTo>
                  <a:close/>
                </a:path>
              </a:pathLst>
            </a:custGeom>
            <a:ln w="9524">
              <a:solidFill>
                <a:srgbClr val="ECEBEB"/>
              </a:solidFill>
            </a:ln>
          </p:spPr>
          <p:txBody>
            <a:bodyPr wrap="square" lIns="0" tIns="0" rIns="0" bIns="0" rtlCol="0"/>
            <a:lstStyle/>
            <a:p>
              <a:endParaRPr/>
            </a:p>
          </p:txBody>
        </p:sp>
        <p:sp>
          <p:nvSpPr>
            <p:cNvPr id="54" name="object 54"/>
            <p:cNvSpPr/>
            <p:nvPr/>
          </p:nvSpPr>
          <p:spPr>
            <a:xfrm>
              <a:off x="7732121" y="5121804"/>
              <a:ext cx="280035" cy="488315"/>
            </a:xfrm>
            <a:custGeom>
              <a:avLst/>
              <a:gdLst/>
              <a:ahLst/>
              <a:cxnLst/>
              <a:rect l="l" t="t" r="r" b="b"/>
              <a:pathLst>
                <a:path w="280034" h="488314">
                  <a:moveTo>
                    <a:pt x="54790" y="0"/>
                  </a:moveTo>
                  <a:lnTo>
                    <a:pt x="12587" y="26658"/>
                  </a:lnTo>
                  <a:lnTo>
                    <a:pt x="0" y="437932"/>
                  </a:lnTo>
                  <a:lnTo>
                    <a:pt x="3161" y="455583"/>
                  </a:lnTo>
                  <a:lnTo>
                    <a:pt x="12520" y="470145"/>
                  </a:lnTo>
                  <a:lnTo>
                    <a:pt x="26657" y="480135"/>
                  </a:lnTo>
                  <a:lnTo>
                    <a:pt x="44152" y="484069"/>
                  </a:lnTo>
                  <a:lnTo>
                    <a:pt x="224730" y="488038"/>
                  </a:lnTo>
                  <a:lnTo>
                    <a:pt x="242380" y="484876"/>
                  </a:lnTo>
                  <a:lnTo>
                    <a:pt x="256943" y="475516"/>
                  </a:lnTo>
                  <a:lnTo>
                    <a:pt x="266933" y="461379"/>
                  </a:lnTo>
                  <a:lnTo>
                    <a:pt x="270868" y="443885"/>
                  </a:lnTo>
                  <a:lnTo>
                    <a:pt x="279521" y="50105"/>
                  </a:lnTo>
                  <a:lnTo>
                    <a:pt x="276359" y="32454"/>
                  </a:lnTo>
                  <a:lnTo>
                    <a:pt x="266999" y="17892"/>
                  </a:lnTo>
                  <a:lnTo>
                    <a:pt x="252862" y="7901"/>
                  </a:lnTo>
                  <a:lnTo>
                    <a:pt x="235367" y="3967"/>
                  </a:lnTo>
                  <a:lnTo>
                    <a:pt x="54790" y="0"/>
                  </a:lnTo>
                  <a:close/>
                </a:path>
              </a:pathLst>
            </a:custGeom>
            <a:solidFill>
              <a:srgbClr val="021EAA"/>
            </a:solidFill>
          </p:spPr>
          <p:txBody>
            <a:bodyPr wrap="square" lIns="0" tIns="0" rIns="0" bIns="0" rtlCol="0"/>
            <a:lstStyle/>
            <a:p>
              <a:endParaRPr/>
            </a:p>
          </p:txBody>
        </p:sp>
        <p:sp>
          <p:nvSpPr>
            <p:cNvPr id="55" name="object 55"/>
            <p:cNvSpPr/>
            <p:nvPr/>
          </p:nvSpPr>
          <p:spPr>
            <a:xfrm>
              <a:off x="7732121" y="5121803"/>
              <a:ext cx="280035" cy="488315"/>
            </a:xfrm>
            <a:custGeom>
              <a:avLst/>
              <a:gdLst/>
              <a:ahLst/>
              <a:cxnLst/>
              <a:rect l="l" t="t" r="r" b="b"/>
              <a:pathLst>
                <a:path w="280034" h="488314">
                  <a:moveTo>
                    <a:pt x="8653" y="44152"/>
                  </a:moveTo>
                  <a:lnTo>
                    <a:pt x="12587" y="26658"/>
                  </a:lnTo>
                  <a:lnTo>
                    <a:pt x="22577" y="12521"/>
                  </a:lnTo>
                  <a:lnTo>
                    <a:pt x="37140" y="3161"/>
                  </a:lnTo>
                  <a:lnTo>
                    <a:pt x="54791" y="0"/>
                  </a:lnTo>
                  <a:lnTo>
                    <a:pt x="235368" y="3968"/>
                  </a:lnTo>
                  <a:lnTo>
                    <a:pt x="252862" y="7902"/>
                  </a:lnTo>
                  <a:lnTo>
                    <a:pt x="267000" y="17892"/>
                  </a:lnTo>
                  <a:lnTo>
                    <a:pt x="276359" y="32454"/>
                  </a:lnTo>
                  <a:lnTo>
                    <a:pt x="279521" y="50105"/>
                  </a:lnTo>
                  <a:lnTo>
                    <a:pt x="270867" y="443885"/>
                  </a:lnTo>
                  <a:lnTo>
                    <a:pt x="266933" y="461379"/>
                  </a:lnTo>
                  <a:lnTo>
                    <a:pt x="256943" y="475517"/>
                  </a:lnTo>
                  <a:lnTo>
                    <a:pt x="242380" y="484876"/>
                  </a:lnTo>
                  <a:lnTo>
                    <a:pt x="224730" y="488038"/>
                  </a:lnTo>
                  <a:lnTo>
                    <a:pt x="44153" y="484069"/>
                  </a:lnTo>
                  <a:lnTo>
                    <a:pt x="26658" y="480136"/>
                  </a:lnTo>
                  <a:lnTo>
                    <a:pt x="12521" y="470145"/>
                  </a:lnTo>
                  <a:lnTo>
                    <a:pt x="3161" y="455583"/>
                  </a:lnTo>
                  <a:lnTo>
                    <a:pt x="0" y="437932"/>
                  </a:lnTo>
                  <a:lnTo>
                    <a:pt x="8653" y="44152"/>
                  </a:lnTo>
                  <a:close/>
                </a:path>
              </a:pathLst>
            </a:custGeom>
            <a:ln w="9524">
              <a:solidFill>
                <a:srgbClr val="ECEBEB"/>
              </a:solidFill>
            </a:ln>
          </p:spPr>
          <p:txBody>
            <a:bodyPr wrap="square" lIns="0" tIns="0" rIns="0" bIns="0" rtlCol="0"/>
            <a:lstStyle/>
            <a:p>
              <a:endParaRPr/>
            </a:p>
          </p:txBody>
        </p:sp>
        <p:sp>
          <p:nvSpPr>
            <p:cNvPr id="56" name="object 56"/>
            <p:cNvSpPr/>
            <p:nvPr/>
          </p:nvSpPr>
          <p:spPr>
            <a:xfrm>
              <a:off x="7321548" y="3833093"/>
              <a:ext cx="558800" cy="441325"/>
            </a:xfrm>
            <a:custGeom>
              <a:avLst/>
              <a:gdLst/>
              <a:ahLst/>
              <a:cxnLst/>
              <a:rect l="l" t="t" r="r" b="b"/>
              <a:pathLst>
                <a:path w="558800" h="441325">
                  <a:moveTo>
                    <a:pt x="536058" y="0"/>
                  </a:moveTo>
                  <a:lnTo>
                    <a:pt x="25990" y="0"/>
                  </a:lnTo>
                  <a:lnTo>
                    <a:pt x="25990" y="138739"/>
                  </a:lnTo>
                  <a:lnTo>
                    <a:pt x="0" y="150630"/>
                  </a:lnTo>
                  <a:lnTo>
                    <a:pt x="0" y="203484"/>
                  </a:lnTo>
                  <a:lnTo>
                    <a:pt x="6498" y="210091"/>
                  </a:lnTo>
                  <a:lnTo>
                    <a:pt x="14620" y="211413"/>
                  </a:lnTo>
                  <a:lnTo>
                    <a:pt x="24366" y="214054"/>
                  </a:lnTo>
                  <a:lnTo>
                    <a:pt x="25990" y="214054"/>
                  </a:lnTo>
                  <a:lnTo>
                    <a:pt x="25990" y="284086"/>
                  </a:lnTo>
                  <a:lnTo>
                    <a:pt x="30864" y="289370"/>
                  </a:lnTo>
                  <a:lnTo>
                    <a:pt x="60104" y="334297"/>
                  </a:lnTo>
                  <a:lnTo>
                    <a:pt x="89344" y="360723"/>
                  </a:lnTo>
                  <a:lnTo>
                    <a:pt x="126705" y="391114"/>
                  </a:lnTo>
                  <a:lnTo>
                    <a:pt x="168939" y="416219"/>
                  </a:lnTo>
                  <a:lnTo>
                    <a:pt x="225794" y="434717"/>
                  </a:lnTo>
                  <a:lnTo>
                    <a:pt x="290771" y="441323"/>
                  </a:lnTo>
                  <a:lnTo>
                    <a:pt x="354124" y="434717"/>
                  </a:lnTo>
                  <a:lnTo>
                    <a:pt x="404481" y="416219"/>
                  </a:lnTo>
                  <a:lnTo>
                    <a:pt x="448339" y="392435"/>
                  </a:lnTo>
                  <a:lnTo>
                    <a:pt x="482452" y="363366"/>
                  </a:lnTo>
                  <a:lnTo>
                    <a:pt x="524687" y="310512"/>
                  </a:lnTo>
                  <a:lnTo>
                    <a:pt x="536058" y="285407"/>
                  </a:lnTo>
                  <a:lnTo>
                    <a:pt x="536058" y="211413"/>
                  </a:lnTo>
                  <a:lnTo>
                    <a:pt x="545805" y="210091"/>
                  </a:lnTo>
                  <a:lnTo>
                    <a:pt x="550678" y="207448"/>
                  </a:lnTo>
                  <a:lnTo>
                    <a:pt x="555551" y="203484"/>
                  </a:lnTo>
                  <a:lnTo>
                    <a:pt x="558800" y="203484"/>
                  </a:lnTo>
                  <a:lnTo>
                    <a:pt x="558800" y="157237"/>
                  </a:lnTo>
                  <a:lnTo>
                    <a:pt x="553927" y="144024"/>
                  </a:lnTo>
                  <a:lnTo>
                    <a:pt x="545805" y="138739"/>
                  </a:lnTo>
                  <a:lnTo>
                    <a:pt x="534433" y="138739"/>
                  </a:lnTo>
                  <a:lnTo>
                    <a:pt x="536058" y="0"/>
                  </a:lnTo>
                  <a:close/>
                </a:path>
              </a:pathLst>
            </a:custGeom>
            <a:solidFill>
              <a:srgbClr val="FFD479"/>
            </a:solidFill>
          </p:spPr>
          <p:txBody>
            <a:bodyPr wrap="square" lIns="0" tIns="0" rIns="0" bIns="0" rtlCol="0"/>
            <a:lstStyle/>
            <a:p>
              <a:endParaRPr/>
            </a:p>
          </p:txBody>
        </p:sp>
        <p:sp>
          <p:nvSpPr>
            <p:cNvPr id="57" name="object 57"/>
            <p:cNvSpPr/>
            <p:nvPr/>
          </p:nvSpPr>
          <p:spPr>
            <a:xfrm>
              <a:off x="7321548" y="3833093"/>
              <a:ext cx="558800" cy="441325"/>
            </a:xfrm>
            <a:custGeom>
              <a:avLst/>
              <a:gdLst/>
              <a:ahLst/>
              <a:cxnLst/>
              <a:rect l="l" t="t" r="r" b="b"/>
              <a:pathLst>
                <a:path w="558800" h="441325">
                  <a:moveTo>
                    <a:pt x="536057" y="0"/>
                  </a:moveTo>
                  <a:lnTo>
                    <a:pt x="534433" y="138739"/>
                  </a:lnTo>
                  <a:lnTo>
                    <a:pt x="539306" y="138739"/>
                  </a:lnTo>
                  <a:lnTo>
                    <a:pt x="545804" y="138739"/>
                  </a:lnTo>
                  <a:lnTo>
                    <a:pt x="553926" y="144025"/>
                  </a:lnTo>
                  <a:lnTo>
                    <a:pt x="558799" y="157238"/>
                  </a:lnTo>
                  <a:lnTo>
                    <a:pt x="558799" y="174415"/>
                  </a:lnTo>
                  <a:lnTo>
                    <a:pt x="558799" y="188950"/>
                  </a:lnTo>
                  <a:lnTo>
                    <a:pt x="558799" y="199521"/>
                  </a:lnTo>
                  <a:lnTo>
                    <a:pt x="558799" y="203484"/>
                  </a:lnTo>
                  <a:lnTo>
                    <a:pt x="555551" y="203484"/>
                  </a:lnTo>
                  <a:lnTo>
                    <a:pt x="550677" y="207449"/>
                  </a:lnTo>
                  <a:lnTo>
                    <a:pt x="545804" y="210091"/>
                  </a:lnTo>
                  <a:lnTo>
                    <a:pt x="536057" y="211412"/>
                  </a:lnTo>
                  <a:lnTo>
                    <a:pt x="536057" y="235197"/>
                  </a:lnTo>
                  <a:lnTo>
                    <a:pt x="536057" y="257659"/>
                  </a:lnTo>
                  <a:lnTo>
                    <a:pt x="536057" y="277479"/>
                  </a:lnTo>
                  <a:lnTo>
                    <a:pt x="536057" y="285407"/>
                  </a:lnTo>
                  <a:lnTo>
                    <a:pt x="534433" y="292014"/>
                  </a:lnTo>
                  <a:lnTo>
                    <a:pt x="506818" y="334296"/>
                  </a:lnTo>
                  <a:lnTo>
                    <a:pt x="448339" y="392435"/>
                  </a:lnTo>
                  <a:lnTo>
                    <a:pt x="404479" y="416219"/>
                  </a:lnTo>
                  <a:lnTo>
                    <a:pt x="354123" y="434718"/>
                  </a:lnTo>
                  <a:lnTo>
                    <a:pt x="290770" y="441324"/>
                  </a:lnTo>
                  <a:lnTo>
                    <a:pt x="225793" y="434718"/>
                  </a:lnTo>
                  <a:lnTo>
                    <a:pt x="168939" y="416219"/>
                  </a:lnTo>
                  <a:lnTo>
                    <a:pt x="126704" y="391114"/>
                  </a:lnTo>
                  <a:lnTo>
                    <a:pt x="89343" y="360723"/>
                  </a:lnTo>
                  <a:lnTo>
                    <a:pt x="60103" y="334296"/>
                  </a:lnTo>
                  <a:lnTo>
                    <a:pt x="30864" y="289371"/>
                  </a:lnTo>
                  <a:lnTo>
                    <a:pt x="25990" y="284086"/>
                  </a:lnTo>
                  <a:lnTo>
                    <a:pt x="25990" y="214055"/>
                  </a:lnTo>
                  <a:lnTo>
                    <a:pt x="24365" y="214055"/>
                  </a:lnTo>
                  <a:lnTo>
                    <a:pt x="14620" y="211412"/>
                  </a:lnTo>
                  <a:lnTo>
                    <a:pt x="6498" y="210091"/>
                  </a:lnTo>
                  <a:lnTo>
                    <a:pt x="0" y="203484"/>
                  </a:lnTo>
                  <a:lnTo>
                    <a:pt x="0" y="191593"/>
                  </a:lnTo>
                  <a:lnTo>
                    <a:pt x="0" y="174415"/>
                  </a:lnTo>
                  <a:lnTo>
                    <a:pt x="0" y="157238"/>
                  </a:lnTo>
                  <a:lnTo>
                    <a:pt x="0" y="150631"/>
                  </a:lnTo>
                  <a:lnTo>
                    <a:pt x="25990" y="138739"/>
                  </a:lnTo>
                  <a:lnTo>
                    <a:pt x="25990" y="0"/>
                  </a:lnTo>
                  <a:lnTo>
                    <a:pt x="536057" y="0"/>
                  </a:lnTo>
                  <a:close/>
                </a:path>
              </a:pathLst>
            </a:custGeom>
            <a:ln w="9524">
              <a:solidFill>
                <a:srgbClr val="ECEBEB"/>
              </a:solidFill>
            </a:ln>
          </p:spPr>
          <p:txBody>
            <a:bodyPr wrap="square" lIns="0" tIns="0" rIns="0" bIns="0" rtlCol="0"/>
            <a:lstStyle/>
            <a:p>
              <a:endParaRPr/>
            </a:p>
          </p:txBody>
        </p:sp>
        <p:sp>
          <p:nvSpPr>
            <p:cNvPr id="58" name="object 58"/>
            <p:cNvSpPr/>
            <p:nvPr/>
          </p:nvSpPr>
          <p:spPr>
            <a:xfrm>
              <a:off x="6659033" y="5857154"/>
              <a:ext cx="450850" cy="152400"/>
            </a:xfrm>
            <a:custGeom>
              <a:avLst/>
              <a:gdLst/>
              <a:ahLst/>
              <a:cxnLst/>
              <a:rect l="l" t="t" r="r" b="b"/>
              <a:pathLst>
                <a:path w="450850" h="152400">
                  <a:moveTo>
                    <a:pt x="450850" y="0"/>
                  </a:moveTo>
                  <a:lnTo>
                    <a:pt x="91015" y="0"/>
                  </a:lnTo>
                  <a:lnTo>
                    <a:pt x="78315" y="3175"/>
                  </a:lnTo>
                  <a:lnTo>
                    <a:pt x="31750" y="28575"/>
                  </a:lnTo>
                  <a:lnTo>
                    <a:pt x="6350" y="63500"/>
                  </a:lnTo>
                  <a:lnTo>
                    <a:pt x="0" y="88900"/>
                  </a:lnTo>
                  <a:lnTo>
                    <a:pt x="6350" y="123825"/>
                  </a:lnTo>
                  <a:lnTo>
                    <a:pt x="25400" y="141287"/>
                  </a:lnTo>
                  <a:lnTo>
                    <a:pt x="52915" y="149225"/>
                  </a:lnTo>
                  <a:lnTo>
                    <a:pt x="86782" y="152400"/>
                  </a:lnTo>
                  <a:lnTo>
                    <a:pt x="450850" y="152400"/>
                  </a:lnTo>
                  <a:lnTo>
                    <a:pt x="450850" y="0"/>
                  </a:lnTo>
                  <a:close/>
                </a:path>
              </a:pathLst>
            </a:custGeom>
            <a:solidFill>
              <a:srgbClr val="6CACDD"/>
            </a:solidFill>
          </p:spPr>
          <p:txBody>
            <a:bodyPr wrap="square" lIns="0" tIns="0" rIns="0" bIns="0" rtlCol="0"/>
            <a:lstStyle/>
            <a:p>
              <a:endParaRPr/>
            </a:p>
          </p:txBody>
        </p:sp>
        <p:sp>
          <p:nvSpPr>
            <p:cNvPr id="59" name="object 59"/>
            <p:cNvSpPr/>
            <p:nvPr/>
          </p:nvSpPr>
          <p:spPr>
            <a:xfrm>
              <a:off x="6659033" y="5857154"/>
              <a:ext cx="450850" cy="152400"/>
            </a:xfrm>
            <a:custGeom>
              <a:avLst/>
              <a:gdLst/>
              <a:ahLst/>
              <a:cxnLst/>
              <a:rect l="l" t="t" r="r" b="b"/>
              <a:pathLst>
                <a:path w="450850" h="152400">
                  <a:moveTo>
                    <a:pt x="450849" y="0"/>
                  </a:moveTo>
                  <a:lnTo>
                    <a:pt x="93133" y="0"/>
                  </a:lnTo>
                  <a:lnTo>
                    <a:pt x="91016" y="0"/>
                  </a:lnTo>
                  <a:lnTo>
                    <a:pt x="78316" y="3174"/>
                  </a:lnTo>
                  <a:lnTo>
                    <a:pt x="31749" y="28574"/>
                  </a:lnTo>
                  <a:lnTo>
                    <a:pt x="6349" y="63499"/>
                  </a:lnTo>
                  <a:lnTo>
                    <a:pt x="0" y="88899"/>
                  </a:lnTo>
                  <a:lnTo>
                    <a:pt x="6349" y="123824"/>
                  </a:lnTo>
                  <a:lnTo>
                    <a:pt x="25399" y="141287"/>
                  </a:lnTo>
                  <a:lnTo>
                    <a:pt x="52916" y="149224"/>
                  </a:lnTo>
                  <a:lnTo>
                    <a:pt x="86783" y="152399"/>
                  </a:lnTo>
                  <a:lnTo>
                    <a:pt x="112183" y="152399"/>
                  </a:lnTo>
                  <a:lnTo>
                    <a:pt x="160866" y="152399"/>
                  </a:lnTo>
                  <a:lnTo>
                    <a:pt x="450849" y="152399"/>
                  </a:lnTo>
                  <a:lnTo>
                    <a:pt x="450849" y="0"/>
                  </a:lnTo>
                  <a:close/>
                </a:path>
              </a:pathLst>
            </a:custGeom>
            <a:ln w="9524">
              <a:solidFill>
                <a:srgbClr val="6CACDD"/>
              </a:solidFill>
            </a:ln>
          </p:spPr>
          <p:txBody>
            <a:bodyPr wrap="square" lIns="0" tIns="0" rIns="0" bIns="0" rtlCol="0"/>
            <a:lstStyle/>
            <a:p>
              <a:endParaRPr/>
            </a:p>
          </p:txBody>
        </p:sp>
        <p:sp>
          <p:nvSpPr>
            <p:cNvPr id="60" name="object 60"/>
            <p:cNvSpPr/>
            <p:nvPr/>
          </p:nvSpPr>
          <p:spPr>
            <a:xfrm>
              <a:off x="7609414" y="5857154"/>
              <a:ext cx="450850" cy="152400"/>
            </a:xfrm>
            <a:custGeom>
              <a:avLst/>
              <a:gdLst/>
              <a:ahLst/>
              <a:cxnLst/>
              <a:rect l="l" t="t" r="r" b="b"/>
              <a:pathLst>
                <a:path w="450850" h="152400">
                  <a:moveTo>
                    <a:pt x="359832" y="0"/>
                  </a:moveTo>
                  <a:lnTo>
                    <a:pt x="0" y="0"/>
                  </a:lnTo>
                  <a:lnTo>
                    <a:pt x="2117" y="152400"/>
                  </a:lnTo>
                  <a:lnTo>
                    <a:pt x="391582" y="152400"/>
                  </a:lnTo>
                  <a:lnTo>
                    <a:pt x="419100" y="147637"/>
                  </a:lnTo>
                  <a:lnTo>
                    <a:pt x="442382" y="130175"/>
                  </a:lnTo>
                  <a:lnTo>
                    <a:pt x="450850" y="85725"/>
                  </a:lnTo>
                  <a:lnTo>
                    <a:pt x="448732" y="61912"/>
                  </a:lnTo>
                  <a:lnTo>
                    <a:pt x="423332" y="25400"/>
                  </a:lnTo>
                  <a:lnTo>
                    <a:pt x="385232" y="7937"/>
                  </a:lnTo>
                  <a:lnTo>
                    <a:pt x="359832" y="0"/>
                  </a:lnTo>
                  <a:close/>
                </a:path>
              </a:pathLst>
            </a:custGeom>
            <a:solidFill>
              <a:srgbClr val="6CACDD"/>
            </a:solidFill>
          </p:spPr>
          <p:txBody>
            <a:bodyPr wrap="square" lIns="0" tIns="0" rIns="0" bIns="0" rtlCol="0"/>
            <a:lstStyle/>
            <a:p>
              <a:endParaRPr/>
            </a:p>
          </p:txBody>
        </p:sp>
        <p:sp>
          <p:nvSpPr>
            <p:cNvPr id="61" name="object 61"/>
            <p:cNvSpPr/>
            <p:nvPr/>
          </p:nvSpPr>
          <p:spPr>
            <a:xfrm>
              <a:off x="7609414" y="5857154"/>
              <a:ext cx="450850" cy="152400"/>
            </a:xfrm>
            <a:custGeom>
              <a:avLst/>
              <a:gdLst/>
              <a:ahLst/>
              <a:cxnLst/>
              <a:rect l="l" t="t" r="r" b="b"/>
              <a:pathLst>
                <a:path w="450850" h="152400">
                  <a:moveTo>
                    <a:pt x="0" y="0"/>
                  </a:moveTo>
                  <a:lnTo>
                    <a:pt x="357716" y="0"/>
                  </a:lnTo>
                  <a:lnTo>
                    <a:pt x="359833" y="0"/>
                  </a:lnTo>
                  <a:lnTo>
                    <a:pt x="372533" y="3174"/>
                  </a:lnTo>
                  <a:lnTo>
                    <a:pt x="423333" y="25399"/>
                  </a:lnTo>
                  <a:lnTo>
                    <a:pt x="448733" y="61912"/>
                  </a:lnTo>
                  <a:lnTo>
                    <a:pt x="450849" y="85724"/>
                  </a:lnTo>
                  <a:lnTo>
                    <a:pt x="442383" y="130174"/>
                  </a:lnTo>
                  <a:lnTo>
                    <a:pt x="419099" y="147637"/>
                  </a:lnTo>
                  <a:lnTo>
                    <a:pt x="391583" y="152399"/>
                  </a:lnTo>
                  <a:lnTo>
                    <a:pt x="364066" y="152399"/>
                  </a:lnTo>
                  <a:lnTo>
                    <a:pt x="338666" y="152399"/>
                  </a:lnTo>
                  <a:lnTo>
                    <a:pt x="2116" y="152399"/>
                  </a:lnTo>
                  <a:lnTo>
                    <a:pt x="0" y="0"/>
                  </a:lnTo>
                  <a:close/>
                </a:path>
              </a:pathLst>
            </a:custGeom>
            <a:ln w="9524">
              <a:solidFill>
                <a:srgbClr val="6CACDD"/>
              </a:solidFill>
            </a:ln>
          </p:spPr>
          <p:txBody>
            <a:bodyPr wrap="square" lIns="0" tIns="0" rIns="0" bIns="0" rtlCol="0"/>
            <a:lstStyle/>
            <a:p>
              <a:endParaRPr/>
            </a:p>
          </p:txBody>
        </p:sp>
        <p:sp>
          <p:nvSpPr>
            <p:cNvPr id="62" name="object 62"/>
            <p:cNvSpPr/>
            <p:nvPr/>
          </p:nvSpPr>
          <p:spPr>
            <a:xfrm>
              <a:off x="7196665" y="4553818"/>
              <a:ext cx="863600" cy="511175"/>
            </a:xfrm>
            <a:prstGeom prst="rect">
              <a:avLst/>
            </a:prstGeom>
            <a:blipFill>
              <a:blip r:embed="rId12" cstate="print"/>
              <a:stretch>
                <a:fillRect/>
              </a:stretch>
            </a:blipFill>
          </p:spPr>
          <p:txBody>
            <a:bodyPr wrap="square" lIns="0" tIns="0" rIns="0" bIns="0" rtlCol="0"/>
            <a:lstStyle/>
            <a:p>
              <a:endParaRPr/>
            </a:p>
          </p:txBody>
        </p:sp>
        <p:sp>
          <p:nvSpPr>
            <p:cNvPr id="63" name="object 63"/>
            <p:cNvSpPr/>
            <p:nvPr/>
          </p:nvSpPr>
          <p:spPr>
            <a:xfrm>
              <a:off x="7196666" y="4553818"/>
              <a:ext cx="863600" cy="511175"/>
            </a:xfrm>
            <a:custGeom>
              <a:avLst/>
              <a:gdLst/>
              <a:ahLst/>
              <a:cxnLst/>
              <a:rect l="l" t="t" r="r" b="b"/>
              <a:pathLst>
                <a:path w="863600" h="511175">
                  <a:moveTo>
                    <a:pt x="0" y="85197"/>
                  </a:moveTo>
                  <a:lnTo>
                    <a:pt x="6695" y="52035"/>
                  </a:lnTo>
                  <a:lnTo>
                    <a:pt x="24953" y="24953"/>
                  </a:lnTo>
                  <a:lnTo>
                    <a:pt x="52034" y="6695"/>
                  </a:lnTo>
                  <a:lnTo>
                    <a:pt x="85197" y="0"/>
                  </a:lnTo>
                  <a:lnTo>
                    <a:pt x="778402" y="0"/>
                  </a:lnTo>
                  <a:lnTo>
                    <a:pt x="811564" y="6695"/>
                  </a:lnTo>
                  <a:lnTo>
                    <a:pt x="838645" y="24953"/>
                  </a:lnTo>
                  <a:lnTo>
                    <a:pt x="856904" y="52035"/>
                  </a:lnTo>
                  <a:lnTo>
                    <a:pt x="863599" y="85197"/>
                  </a:lnTo>
                  <a:lnTo>
                    <a:pt x="863599" y="425976"/>
                  </a:lnTo>
                  <a:lnTo>
                    <a:pt x="856904" y="459139"/>
                  </a:lnTo>
                  <a:lnTo>
                    <a:pt x="838645" y="486220"/>
                  </a:lnTo>
                  <a:lnTo>
                    <a:pt x="811564" y="504479"/>
                  </a:lnTo>
                  <a:lnTo>
                    <a:pt x="778402" y="511174"/>
                  </a:lnTo>
                  <a:lnTo>
                    <a:pt x="85197" y="511174"/>
                  </a:lnTo>
                  <a:lnTo>
                    <a:pt x="52034" y="504479"/>
                  </a:lnTo>
                  <a:lnTo>
                    <a:pt x="24953" y="486220"/>
                  </a:lnTo>
                  <a:lnTo>
                    <a:pt x="6695" y="459139"/>
                  </a:lnTo>
                  <a:lnTo>
                    <a:pt x="0" y="425976"/>
                  </a:lnTo>
                  <a:lnTo>
                    <a:pt x="0" y="85197"/>
                  </a:lnTo>
                  <a:close/>
                </a:path>
              </a:pathLst>
            </a:custGeom>
            <a:ln w="9524">
              <a:solidFill>
                <a:srgbClr val="ECEBEB"/>
              </a:solidFill>
            </a:ln>
          </p:spPr>
          <p:txBody>
            <a:bodyPr wrap="square" lIns="0" tIns="0" rIns="0" bIns="0" rtlCol="0"/>
            <a:lstStyle/>
            <a:p>
              <a:endParaRPr/>
            </a:p>
          </p:txBody>
        </p:sp>
        <p:sp>
          <p:nvSpPr>
            <p:cNvPr id="64" name="object 64"/>
            <p:cNvSpPr/>
            <p:nvPr/>
          </p:nvSpPr>
          <p:spPr>
            <a:xfrm>
              <a:off x="7982820" y="4488339"/>
              <a:ext cx="402537" cy="499255"/>
            </a:xfrm>
            <a:prstGeom prst="rect">
              <a:avLst/>
            </a:prstGeom>
            <a:blipFill>
              <a:blip r:embed="rId13" cstate="print"/>
              <a:stretch>
                <a:fillRect/>
              </a:stretch>
            </a:blipFill>
          </p:spPr>
          <p:txBody>
            <a:bodyPr wrap="square" lIns="0" tIns="0" rIns="0" bIns="0" rtlCol="0"/>
            <a:lstStyle/>
            <a:p>
              <a:endParaRPr/>
            </a:p>
          </p:txBody>
        </p:sp>
        <p:sp>
          <p:nvSpPr>
            <p:cNvPr id="65" name="object 65"/>
            <p:cNvSpPr/>
            <p:nvPr/>
          </p:nvSpPr>
          <p:spPr>
            <a:xfrm>
              <a:off x="7982820" y="4488339"/>
              <a:ext cx="402590" cy="499745"/>
            </a:xfrm>
            <a:custGeom>
              <a:avLst/>
              <a:gdLst/>
              <a:ahLst/>
              <a:cxnLst/>
              <a:rect l="l" t="t" r="r" b="b"/>
              <a:pathLst>
                <a:path w="402590" h="499745">
                  <a:moveTo>
                    <a:pt x="4585" y="128219"/>
                  </a:moveTo>
                  <a:lnTo>
                    <a:pt x="0" y="114243"/>
                  </a:lnTo>
                  <a:lnTo>
                    <a:pt x="1092" y="100085"/>
                  </a:lnTo>
                  <a:lnTo>
                    <a:pt x="7413" y="87369"/>
                  </a:lnTo>
                  <a:lnTo>
                    <a:pt x="18516" y="77720"/>
                  </a:lnTo>
                  <a:lnTo>
                    <a:pt x="147374" y="4585"/>
                  </a:lnTo>
                  <a:lnTo>
                    <a:pt x="161350" y="0"/>
                  </a:lnTo>
                  <a:lnTo>
                    <a:pt x="175508" y="1092"/>
                  </a:lnTo>
                  <a:lnTo>
                    <a:pt x="188224" y="7413"/>
                  </a:lnTo>
                  <a:lnTo>
                    <a:pt x="197872" y="18516"/>
                  </a:lnTo>
                  <a:lnTo>
                    <a:pt x="397951" y="371035"/>
                  </a:lnTo>
                  <a:lnTo>
                    <a:pt x="402536" y="385011"/>
                  </a:lnTo>
                  <a:lnTo>
                    <a:pt x="401444" y="399170"/>
                  </a:lnTo>
                  <a:lnTo>
                    <a:pt x="395123" y="411885"/>
                  </a:lnTo>
                  <a:lnTo>
                    <a:pt x="384021" y="421534"/>
                  </a:lnTo>
                  <a:lnTo>
                    <a:pt x="255162" y="494669"/>
                  </a:lnTo>
                  <a:lnTo>
                    <a:pt x="241186" y="499255"/>
                  </a:lnTo>
                  <a:lnTo>
                    <a:pt x="227028" y="498163"/>
                  </a:lnTo>
                  <a:lnTo>
                    <a:pt x="214312" y="491841"/>
                  </a:lnTo>
                  <a:lnTo>
                    <a:pt x="204663" y="480739"/>
                  </a:lnTo>
                  <a:lnTo>
                    <a:pt x="4585" y="128219"/>
                  </a:lnTo>
                  <a:close/>
                </a:path>
              </a:pathLst>
            </a:custGeom>
            <a:ln w="9524">
              <a:solidFill>
                <a:srgbClr val="ECEBEB"/>
              </a:solidFill>
            </a:ln>
          </p:spPr>
          <p:txBody>
            <a:bodyPr wrap="square" lIns="0" tIns="0" rIns="0" bIns="0" rtlCol="0"/>
            <a:lstStyle/>
            <a:p>
              <a:endParaRPr/>
            </a:p>
          </p:txBody>
        </p:sp>
        <p:sp>
          <p:nvSpPr>
            <p:cNvPr id="66" name="object 66"/>
            <p:cNvSpPr/>
            <p:nvPr/>
          </p:nvSpPr>
          <p:spPr>
            <a:xfrm>
              <a:off x="6842867" y="4537656"/>
              <a:ext cx="379510" cy="502222"/>
            </a:xfrm>
            <a:prstGeom prst="rect">
              <a:avLst/>
            </a:prstGeom>
            <a:blipFill>
              <a:blip r:embed="rId14" cstate="print"/>
              <a:stretch>
                <a:fillRect/>
              </a:stretch>
            </a:blipFill>
          </p:spPr>
          <p:txBody>
            <a:bodyPr wrap="square" lIns="0" tIns="0" rIns="0" bIns="0" rtlCol="0"/>
            <a:lstStyle/>
            <a:p>
              <a:endParaRPr/>
            </a:p>
          </p:txBody>
        </p:sp>
        <p:sp>
          <p:nvSpPr>
            <p:cNvPr id="67" name="object 67"/>
            <p:cNvSpPr/>
            <p:nvPr/>
          </p:nvSpPr>
          <p:spPr>
            <a:xfrm>
              <a:off x="6842868" y="4537656"/>
              <a:ext cx="379730" cy="502284"/>
            </a:xfrm>
            <a:custGeom>
              <a:avLst/>
              <a:gdLst/>
              <a:ahLst/>
              <a:cxnLst/>
              <a:rect l="l" t="t" r="r" b="b"/>
              <a:pathLst>
                <a:path w="379729" h="502285">
                  <a:moveTo>
                    <a:pt x="179378" y="20597"/>
                  </a:moveTo>
                  <a:lnTo>
                    <a:pt x="188067" y="9077"/>
                  </a:lnTo>
                  <a:lnTo>
                    <a:pt x="200082" y="2028"/>
                  </a:lnTo>
                  <a:lnTo>
                    <a:pt x="213864" y="0"/>
                  </a:lnTo>
                  <a:lnTo>
                    <a:pt x="227852" y="3539"/>
                  </a:lnTo>
                  <a:lnTo>
                    <a:pt x="358913" y="66371"/>
                  </a:lnTo>
                  <a:lnTo>
                    <a:pt x="370432" y="75060"/>
                  </a:lnTo>
                  <a:lnTo>
                    <a:pt x="377481" y="87075"/>
                  </a:lnTo>
                  <a:lnTo>
                    <a:pt x="379510" y="100857"/>
                  </a:lnTo>
                  <a:lnTo>
                    <a:pt x="375970" y="114846"/>
                  </a:lnTo>
                  <a:lnTo>
                    <a:pt x="200131" y="481625"/>
                  </a:lnTo>
                  <a:lnTo>
                    <a:pt x="191442" y="493144"/>
                  </a:lnTo>
                  <a:lnTo>
                    <a:pt x="179427" y="500193"/>
                  </a:lnTo>
                  <a:lnTo>
                    <a:pt x="165645" y="502222"/>
                  </a:lnTo>
                  <a:lnTo>
                    <a:pt x="151656" y="498682"/>
                  </a:lnTo>
                  <a:lnTo>
                    <a:pt x="20597" y="435851"/>
                  </a:lnTo>
                  <a:lnTo>
                    <a:pt x="9077" y="427161"/>
                  </a:lnTo>
                  <a:lnTo>
                    <a:pt x="2028" y="415146"/>
                  </a:lnTo>
                  <a:lnTo>
                    <a:pt x="0" y="401364"/>
                  </a:lnTo>
                  <a:lnTo>
                    <a:pt x="3539" y="387376"/>
                  </a:lnTo>
                  <a:lnTo>
                    <a:pt x="179378" y="20597"/>
                  </a:lnTo>
                  <a:close/>
                </a:path>
              </a:pathLst>
            </a:custGeom>
            <a:ln w="9524">
              <a:solidFill>
                <a:srgbClr val="ECEBEB"/>
              </a:solidFill>
            </a:ln>
          </p:spPr>
          <p:txBody>
            <a:bodyPr wrap="square" lIns="0" tIns="0" rIns="0" bIns="0" rtlCol="0"/>
            <a:lstStyle/>
            <a:p>
              <a:endParaRPr/>
            </a:p>
          </p:txBody>
        </p:sp>
        <p:sp>
          <p:nvSpPr>
            <p:cNvPr id="68" name="object 68"/>
            <p:cNvSpPr/>
            <p:nvPr/>
          </p:nvSpPr>
          <p:spPr>
            <a:xfrm>
              <a:off x="7571631" y="5541770"/>
              <a:ext cx="409999" cy="518055"/>
            </a:xfrm>
            <a:prstGeom prst="rect">
              <a:avLst/>
            </a:prstGeom>
            <a:blipFill>
              <a:blip r:embed="rId15" cstate="print"/>
              <a:stretch>
                <a:fillRect/>
              </a:stretch>
            </a:blipFill>
          </p:spPr>
          <p:txBody>
            <a:bodyPr wrap="square" lIns="0" tIns="0" rIns="0" bIns="0" rtlCol="0"/>
            <a:lstStyle/>
            <a:p>
              <a:endParaRPr/>
            </a:p>
          </p:txBody>
        </p:sp>
        <p:sp>
          <p:nvSpPr>
            <p:cNvPr id="69" name="object 69"/>
            <p:cNvSpPr/>
            <p:nvPr/>
          </p:nvSpPr>
          <p:spPr>
            <a:xfrm>
              <a:off x="6906554" y="5450374"/>
              <a:ext cx="406655" cy="516697"/>
            </a:xfrm>
            <a:prstGeom prst="rect">
              <a:avLst/>
            </a:prstGeom>
            <a:blipFill>
              <a:blip r:embed="rId16" cstate="print"/>
              <a:stretch>
                <a:fillRect/>
              </a:stretch>
            </a:blipFill>
          </p:spPr>
          <p:txBody>
            <a:bodyPr wrap="square" lIns="0" tIns="0" rIns="0" bIns="0" rtlCol="0"/>
            <a:lstStyle/>
            <a:p>
              <a:endParaRPr/>
            </a:p>
          </p:txBody>
        </p:sp>
        <p:sp>
          <p:nvSpPr>
            <p:cNvPr id="70" name="object 70"/>
            <p:cNvSpPr/>
            <p:nvPr/>
          </p:nvSpPr>
          <p:spPr>
            <a:xfrm>
              <a:off x="6906555" y="5450374"/>
              <a:ext cx="407034" cy="516890"/>
            </a:xfrm>
            <a:custGeom>
              <a:avLst/>
              <a:gdLst/>
              <a:ahLst/>
              <a:cxnLst/>
              <a:rect l="l" t="t" r="r" b="b"/>
              <a:pathLst>
                <a:path w="407034" h="516889">
                  <a:moveTo>
                    <a:pt x="177376" y="23596"/>
                  </a:moveTo>
                  <a:lnTo>
                    <a:pt x="187332" y="10399"/>
                  </a:lnTo>
                  <a:lnTo>
                    <a:pt x="201097" y="2324"/>
                  </a:lnTo>
                  <a:lnTo>
                    <a:pt x="216885" y="0"/>
                  </a:lnTo>
                  <a:lnTo>
                    <a:pt x="232911" y="4055"/>
                  </a:lnTo>
                  <a:lnTo>
                    <a:pt x="383057" y="76036"/>
                  </a:lnTo>
                  <a:lnTo>
                    <a:pt x="396254" y="85991"/>
                  </a:lnTo>
                  <a:lnTo>
                    <a:pt x="404330" y="99756"/>
                  </a:lnTo>
                  <a:lnTo>
                    <a:pt x="406654" y="115545"/>
                  </a:lnTo>
                  <a:lnTo>
                    <a:pt x="402599" y="131571"/>
                  </a:lnTo>
                  <a:lnTo>
                    <a:pt x="229277" y="493100"/>
                  </a:lnTo>
                  <a:lnTo>
                    <a:pt x="219322" y="506298"/>
                  </a:lnTo>
                  <a:lnTo>
                    <a:pt x="205557" y="514373"/>
                  </a:lnTo>
                  <a:lnTo>
                    <a:pt x="189769" y="516697"/>
                  </a:lnTo>
                  <a:lnTo>
                    <a:pt x="173743" y="512642"/>
                  </a:lnTo>
                  <a:lnTo>
                    <a:pt x="23597" y="440660"/>
                  </a:lnTo>
                  <a:lnTo>
                    <a:pt x="10399" y="430705"/>
                  </a:lnTo>
                  <a:lnTo>
                    <a:pt x="2324" y="416940"/>
                  </a:lnTo>
                  <a:lnTo>
                    <a:pt x="0" y="401152"/>
                  </a:lnTo>
                  <a:lnTo>
                    <a:pt x="4054" y="385126"/>
                  </a:lnTo>
                  <a:lnTo>
                    <a:pt x="177376" y="23596"/>
                  </a:lnTo>
                  <a:close/>
                </a:path>
              </a:pathLst>
            </a:custGeom>
            <a:ln w="9524">
              <a:solidFill>
                <a:srgbClr val="ECEBEB"/>
              </a:solidFill>
            </a:ln>
          </p:spPr>
          <p:txBody>
            <a:bodyPr wrap="square" lIns="0" tIns="0" rIns="0" bIns="0" rtlCol="0"/>
            <a:lstStyle/>
            <a:p>
              <a:endParaRPr/>
            </a:p>
          </p:txBody>
        </p:sp>
        <p:sp>
          <p:nvSpPr>
            <p:cNvPr id="71" name="object 71"/>
            <p:cNvSpPr/>
            <p:nvPr/>
          </p:nvSpPr>
          <p:spPr>
            <a:xfrm>
              <a:off x="7213598" y="4850679"/>
              <a:ext cx="186690" cy="462280"/>
            </a:xfrm>
            <a:custGeom>
              <a:avLst/>
              <a:gdLst/>
              <a:ahLst/>
              <a:cxnLst/>
              <a:rect l="l" t="t" r="r" b="b"/>
              <a:pathLst>
                <a:path w="186690" h="462279">
                  <a:moveTo>
                    <a:pt x="0" y="0"/>
                  </a:moveTo>
                  <a:lnTo>
                    <a:pt x="186267" y="0"/>
                  </a:lnTo>
                  <a:lnTo>
                    <a:pt x="186267" y="461962"/>
                  </a:lnTo>
                  <a:lnTo>
                    <a:pt x="0" y="461962"/>
                  </a:lnTo>
                  <a:lnTo>
                    <a:pt x="0" y="0"/>
                  </a:lnTo>
                  <a:close/>
                </a:path>
              </a:pathLst>
            </a:custGeom>
            <a:solidFill>
              <a:srgbClr val="6CACDD"/>
            </a:solidFill>
          </p:spPr>
          <p:txBody>
            <a:bodyPr wrap="square" lIns="0" tIns="0" rIns="0" bIns="0" rtlCol="0"/>
            <a:lstStyle/>
            <a:p>
              <a:endParaRPr/>
            </a:p>
          </p:txBody>
        </p:sp>
        <p:sp>
          <p:nvSpPr>
            <p:cNvPr id="72" name="object 72"/>
            <p:cNvSpPr/>
            <p:nvPr/>
          </p:nvSpPr>
          <p:spPr>
            <a:xfrm>
              <a:off x="7213598" y="4850679"/>
              <a:ext cx="186690" cy="462280"/>
            </a:xfrm>
            <a:custGeom>
              <a:avLst/>
              <a:gdLst/>
              <a:ahLst/>
              <a:cxnLst/>
              <a:rect l="l" t="t" r="r" b="b"/>
              <a:pathLst>
                <a:path w="186690" h="462279">
                  <a:moveTo>
                    <a:pt x="0" y="0"/>
                  </a:moveTo>
                  <a:lnTo>
                    <a:pt x="186266" y="0"/>
                  </a:lnTo>
                  <a:lnTo>
                    <a:pt x="186266" y="461961"/>
                  </a:lnTo>
                  <a:lnTo>
                    <a:pt x="0" y="461961"/>
                  </a:lnTo>
                  <a:lnTo>
                    <a:pt x="0" y="0"/>
                  </a:lnTo>
                  <a:close/>
                </a:path>
              </a:pathLst>
            </a:custGeom>
            <a:ln w="9524">
              <a:solidFill>
                <a:srgbClr val="ECEBEB"/>
              </a:solidFill>
            </a:ln>
          </p:spPr>
          <p:txBody>
            <a:bodyPr wrap="square" lIns="0" tIns="0" rIns="0" bIns="0" rtlCol="0"/>
            <a:lstStyle/>
            <a:p>
              <a:endParaRPr/>
            </a:p>
          </p:txBody>
        </p:sp>
        <p:sp>
          <p:nvSpPr>
            <p:cNvPr id="73" name="object 73"/>
            <p:cNvSpPr/>
            <p:nvPr/>
          </p:nvSpPr>
          <p:spPr>
            <a:xfrm>
              <a:off x="7518398" y="4844329"/>
              <a:ext cx="186690" cy="462280"/>
            </a:xfrm>
            <a:custGeom>
              <a:avLst/>
              <a:gdLst/>
              <a:ahLst/>
              <a:cxnLst/>
              <a:rect l="l" t="t" r="r" b="b"/>
              <a:pathLst>
                <a:path w="186690" h="462279">
                  <a:moveTo>
                    <a:pt x="0" y="0"/>
                  </a:moveTo>
                  <a:lnTo>
                    <a:pt x="186267" y="0"/>
                  </a:lnTo>
                  <a:lnTo>
                    <a:pt x="186267" y="461962"/>
                  </a:lnTo>
                  <a:lnTo>
                    <a:pt x="0" y="461962"/>
                  </a:lnTo>
                  <a:lnTo>
                    <a:pt x="0" y="0"/>
                  </a:lnTo>
                  <a:close/>
                </a:path>
              </a:pathLst>
            </a:custGeom>
            <a:solidFill>
              <a:srgbClr val="ECEBEB"/>
            </a:solidFill>
          </p:spPr>
          <p:txBody>
            <a:bodyPr wrap="square" lIns="0" tIns="0" rIns="0" bIns="0" rtlCol="0"/>
            <a:lstStyle/>
            <a:p>
              <a:endParaRPr/>
            </a:p>
          </p:txBody>
        </p:sp>
        <p:sp>
          <p:nvSpPr>
            <p:cNvPr id="74" name="object 74"/>
            <p:cNvSpPr/>
            <p:nvPr/>
          </p:nvSpPr>
          <p:spPr>
            <a:xfrm>
              <a:off x="7518398" y="4844329"/>
              <a:ext cx="186690" cy="462280"/>
            </a:xfrm>
            <a:custGeom>
              <a:avLst/>
              <a:gdLst/>
              <a:ahLst/>
              <a:cxnLst/>
              <a:rect l="l" t="t" r="r" b="b"/>
              <a:pathLst>
                <a:path w="186690" h="462279">
                  <a:moveTo>
                    <a:pt x="0" y="0"/>
                  </a:moveTo>
                  <a:lnTo>
                    <a:pt x="186266" y="0"/>
                  </a:lnTo>
                  <a:lnTo>
                    <a:pt x="186266" y="461961"/>
                  </a:lnTo>
                  <a:lnTo>
                    <a:pt x="0" y="461961"/>
                  </a:lnTo>
                  <a:lnTo>
                    <a:pt x="0" y="0"/>
                  </a:lnTo>
                  <a:close/>
                </a:path>
              </a:pathLst>
            </a:custGeom>
            <a:ln w="9524">
              <a:solidFill>
                <a:srgbClr val="ECEBEB"/>
              </a:solidFill>
            </a:ln>
          </p:spPr>
          <p:txBody>
            <a:bodyPr wrap="square" lIns="0" tIns="0" rIns="0" bIns="0" rtlCol="0"/>
            <a:lstStyle/>
            <a:p>
              <a:endParaRPr/>
            </a:p>
          </p:txBody>
        </p:sp>
        <p:sp>
          <p:nvSpPr>
            <p:cNvPr id="75" name="object 75"/>
            <p:cNvSpPr/>
            <p:nvPr/>
          </p:nvSpPr>
          <p:spPr>
            <a:xfrm>
              <a:off x="7586131" y="4160118"/>
              <a:ext cx="57150" cy="649605"/>
            </a:xfrm>
            <a:custGeom>
              <a:avLst/>
              <a:gdLst/>
              <a:ahLst/>
              <a:cxnLst/>
              <a:rect l="l" t="t" r="r" b="b"/>
              <a:pathLst>
                <a:path w="57150" h="649604">
                  <a:moveTo>
                    <a:pt x="28575" y="0"/>
                  </a:moveTo>
                  <a:lnTo>
                    <a:pt x="10703" y="71320"/>
                  </a:lnTo>
                  <a:lnTo>
                    <a:pt x="6277" y="121595"/>
                  </a:lnTo>
                  <a:lnTo>
                    <a:pt x="2904" y="181873"/>
                  </a:lnTo>
                  <a:lnTo>
                    <a:pt x="754" y="250205"/>
                  </a:lnTo>
                  <a:lnTo>
                    <a:pt x="0" y="324643"/>
                  </a:lnTo>
                  <a:lnTo>
                    <a:pt x="754" y="399081"/>
                  </a:lnTo>
                  <a:lnTo>
                    <a:pt x="2904" y="467413"/>
                  </a:lnTo>
                  <a:lnTo>
                    <a:pt x="6277" y="527691"/>
                  </a:lnTo>
                  <a:lnTo>
                    <a:pt x="10703" y="577966"/>
                  </a:lnTo>
                  <a:lnTo>
                    <a:pt x="16008" y="616290"/>
                  </a:lnTo>
                  <a:lnTo>
                    <a:pt x="28575" y="649287"/>
                  </a:lnTo>
                  <a:lnTo>
                    <a:pt x="35126" y="640713"/>
                  </a:lnTo>
                  <a:lnTo>
                    <a:pt x="46446" y="577966"/>
                  </a:lnTo>
                  <a:lnTo>
                    <a:pt x="50872" y="527691"/>
                  </a:lnTo>
                  <a:lnTo>
                    <a:pt x="54245" y="467413"/>
                  </a:lnTo>
                  <a:lnTo>
                    <a:pt x="56395" y="399081"/>
                  </a:lnTo>
                  <a:lnTo>
                    <a:pt x="57150" y="324643"/>
                  </a:lnTo>
                  <a:lnTo>
                    <a:pt x="56395" y="250205"/>
                  </a:lnTo>
                  <a:lnTo>
                    <a:pt x="54245" y="181873"/>
                  </a:lnTo>
                  <a:lnTo>
                    <a:pt x="50872" y="121595"/>
                  </a:lnTo>
                  <a:lnTo>
                    <a:pt x="46446" y="71320"/>
                  </a:lnTo>
                  <a:lnTo>
                    <a:pt x="41141" y="32997"/>
                  </a:lnTo>
                  <a:lnTo>
                    <a:pt x="28575" y="0"/>
                  </a:lnTo>
                  <a:close/>
                </a:path>
              </a:pathLst>
            </a:custGeom>
            <a:solidFill>
              <a:srgbClr val="ECEBEB"/>
            </a:solidFill>
          </p:spPr>
          <p:txBody>
            <a:bodyPr wrap="square" lIns="0" tIns="0" rIns="0" bIns="0" rtlCol="0"/>
            <a:lstStyle/>
            <a:p>
              <a:endParaRPr/>
            </a:p>
          </p:txBody>
        </p:sp>
        <p:sp>
          <p:nvSpPr>
            <p:cNvPr id="76" name="object 76"/>
            <p:cNvSpPr/>
            <p:nvPr/>
          </p:nvSpPr>
          <p:spPr>
            <a:xfrm>
              <a:off x="7586131" y="4160118"/>
              <a:ext cx="57150" cy="649605"/>
            </a:xfrm>
            <a:custGeom>
              <a:avLst/>
              <a:gdLst/>
              <a:ahLst/>
              <a:cxnLst/>
              <a:rect l="l" t="t" r="r" b="b"/>
              <a:pathLst>
                <a:path w="57150" h="649604">
                  <a:moveTo>
                    <a:pt x="0" y="324643"/>
                  </a:moveTo>
                  <a:lnTo>
                    <a:pt x="754" y="250206"/>
                  </a:lnTo>
                  <a:lnTo>
                    <a:pt x="2904" y="181873"/>
                  </a:lnTo>
                  <a:lnTo>
                    <a:pt x="6277" y="121595"/>
                  </a:lnTo>
                  <a:lnTo>
                    <a:pt x="10702" y="71320"/>
                  </a:lnTo>
                  <a:lnTo>
                    <a:pt x="16008" y="32997"/>
                  </a:lnTo>
                  <a:lnTo>
                    <a:pt x="28575" y="0"/>
                  </a:lnTo>
                  <a:lnTo>
                    <a:pt x="35126" y="8574"/>
                  </a:lnTo>
                  <a:lnTo>
                    <a:pt x="46447" y="71320"/>
                  </a:lnTo>
                  <a:lnTo>
                    <a:pt x="50872" y="121595"/>
                  </a:lnTo>
                  <a:lnTo>
                    <a:pt x="54245" y="181873"/>
                  </a:lnTo>
                  <a:lnTo>
                    <a:pt x="56395" y="250206"/>
                  </a:lnTo>
                  <a:lnTo>
                    <a:pt x="57149" y="324643"/>
                  </a:lnTo>
                  <a:lnTo>
                    <a:pt x="56395" y="399081"/>
                  </a:lnTo>
                  <a:lnTo>
                    <a:pt x="54245" y="467414"/>
                  </a:lnTo>
                  <a:lnTo>
                    <a:pt x="50872" y="527692"/>
                  </a:lnTo>
                  <a:lnTo>
                    <a:pt x="46447" y="577967"/>
                  </a:lnTo>
                  <a:lnTo>
                    <a:pt x="41141" y="616290"/>
                  </a:lnTo>
                  <a:lnTo>
                    <a:pt x="28575" y="649287"/>
                  </a:lnTo>
                  <a:lnTo>
                    <a:pt x="22023" y="640713"/>
                  </a:lnTo>
                  <a:lnTo>
                    <a:pt x="10702" y="577967"/>
                  </a:lnTo>
                  <a:lnTo>
                    <a:pt x="6277" y="527692"/>
                  </a:lnTo>
                  <a:lnTo>
                    <a:pt x="2904" y="467414"/>
                  </a:lnTo>
                  <a:lnTo>
                    <a:pt x="754" y="399081"/>
                  </a:lnTo>
                  <a:lnTo>
                    <a:pt x="0" y="324643"/>
                  </a:lnTo>
                  <a:close/>
                </a:path>
              </a:pathLst>
            </a:custGeom>
            <a:ln w="9524">
              <a:solidFill>
                <a:srgbClr val="ECEBEB"/>
              </a:solidFill>
            </a:ln>
          </p:spPr>
          <p:txBody>
            <a:bodyPr wrap="square" lIns="0" tIns="0" rIns="0" bIns="0" rtlCol="0"/>
            <a:lstStyle/>
            <a:p>
              <a:endParaRPr/>
            </a:p>
          </p:txBody>
        </p:sp>
        <p:sp>
          <p:nvSpPr>
            <p:cNvPr id="77" name="object 77"/>
            <p:cNvSpPr/>
            <p:nvPr/>
          </p:nvSpPr>
          <p:spPr>
            <a:xfrm>
              <a:off x="7586131" y="4312518"/>
              <a:ext cx="57150" cy="649605"/>
            </a:xfrm>
            <a:custGeom>
              <a:avLst/>
              <a:gdLst/>
              <a:ahLst/>
              <a:cxnLst/>
              <a:rect l="l" t="t" r="r" b="b"/>
              <a:pathLst>
                <a:path w="57150" h="649604">
                  <a:moveTo>
                    <a:pt x="28575" y="0"/>
                  </a:moveTo>
                  <a:lnTo>
                    <a:pt x="10703" y="71320"/>
                  </a:lnTo>
                  <a:lnTo>
                    <a:pt x="6277" y="121595"/>
                  </a:lnTo>
                  <a:lnTo>
                    <a:pt x="2904" y="181873"/>
                  </a:lnTo>
                  <a:lnTo>
                    <a:pt x="754" y="250205"/>
                  </a:lnTo>
                  <a:lnTo>
                    <a:pt x="0" y="324643"/>
                  </a:lnTo>
                  <a:lnTo>
                    <a:pt x="754" y="399081"/>
                  </a:lnTo>
                  <a:lnTo>
                    <a:pt x="2904" y="467413"/>
                  </a:lnTo>
                  <a:lnTo>
                    <a:pt x="6277" y="527691"/>
                  </a:lnTo>
                  <a:lnTo>
                    <a:pt x="10703" y="577966"/>
                  </a:lnTo>
                  <a:lnTo>
                    <a:pt x="16008" y="616290"/>
                  </a:lnTo>
                  <a:lnTo>
                    <a:pt x="28575" y="649287"/>
                  </a:lnTo>
                  <a:lnTo>
                    <a:pt x="35126" y="640713"/>
                  </a:lnTo>
                  <a:lnTo>
                    <a:pt x="46446" y="577966"/>
                  </a:lnTo>
                  <a:lnTo>
                    <a:pt x="50872" y="527691"/>
                  </a:lnTo>
                  <a:lnTo>
                    <a:pt x="54245" y="467413"/>
                  </a:lnTo>
                  <a:lnTo>
                    <a:pt x="56395" y="399081"/>
                  </a:lnTo>
                  <a:lnTo>
                    <a:pt x="57150" y="324643"/>
                  </a:lnTo>
                  <a:lnTo>
                    <a:pt x="56395" y="250205"/>
                  </a:lnTo>
                  <a:lnTo>
                    <a:pt x="54245" y="181873"/>
                  </a:lnTo>
                  <a:lnTo>
                    <a:pt x="50872" y="121595"/>
                  </a:lnTo>
                  <a:lnTo>
                    <a:pt x="46446" y="71320"/>
                  </a:lnTo>
                  <a:lnTo>
                    <a:pt x="41141" y="32997"/>
                  </a:lnTo>
                  <a:lnTo>
                    <a:pt x="28575" y="0"/>
                  </a:lnTo>
                  <a:close/>
                </a:path>
              </a:pathLst>
            </a:custGeom>
            <a:solidFill>
              <a:srgbClr val="ECEBEB"/>
            </a:solidFill>
          </p:spPr>
          <p:txBody>
            <a:bodyPr wrap="square" lIns="0" tIns="0" rIns="0" bIns="0" rtlCol="0"/>
            <a:lstStyle/>
            <a:p>
              <a:endParaRPr/>
            </a:p>
          </p:txBody>
        </p:sp>
        <p:sp>
          <p:nvSpPr>
            <p:cNvPr id="78" name="object 78"/>
            <p:cNvSpPr/>
            <p:nvPr/>
          </p:nvSpPr>
          <p:spPr>
            <a:xfrm>
              <a:off x="7586131" y="4312518"/>
              <a:ext cx="57150" cy="649605"/>
            </a:xfrm>
            <a:custGeom>
              <a:avLst/>
              <a:gdLst/>
              <a:ahLst/>
              <a:cxnLst/>
              <a:rect l="l" t="t" r="r" b="b"/>
              <a:pathLst>
                <a:path w="57150" h="649604">
                  <a:moveTo>
                    <a:pt x="0" y="324643"/>
                  </a:moveTo>
                  <a:lnTo>
                    <a:pt x="754" y="250206"/>
                  </a:lnTo>
                  <a:lnTo>
                    <a:pt x="2904" y="181873"/>
                  </a:lnTo>
                  <a:lnTo>
                    <a:pt x="6277" y="121595"/>
                  </a:lnTo>
                  <a:lnTo>
                    <a:pt x="10702" y="71320"/>
                  </a:lnTo>
                  <a:lnTo>
                    <a:pt x="16008" y="32997"/>
                  </a:lnTo>
                  <a:lnTo>
                    <a:pt x="28575" y="0"/>
                  </a:lnTo>
                  <a:lnTo>
                    <a:pt x="35126" y="8574"/>
                  </a:lnTo>
                  <a:lnTo>
                    <a:pt x="46447" y="71320"/>
                  </a:lnTo>
                  <a:lnTo>
                    <a:pt x="50872" y="121595"/>
                  </a:lnTo>
                  <a:lnTo>
                    <a:pt x="54245" y="181873"/>
                  </a:lnTo>
                  <a:lnTo>
                    <a:pt x="56395" y="250206"/>
                  </a:lnTo>
                  <a:lnTo>
                    <a:pt x="57149" y="324643"/>
                  </a:lnTo>
                  <a:lnTo>
                    <a:pt x="56395" y="399081"/>
                  </a:lnTo>
                  <a:lnTo>
                    <a:pt x="54245" y="467414"/>
                  </a:lnTo>
                  <a:lnTo>
                    <a:pt x="50872" y="527692"/>
                  </a:lnTo>
                  <a:lnTo>
                    <a:pt x="46447" y="577967"/>
                  </a:lnTo>
                  <a:lnTo>
                    <a:pt x="41141" y="616290"/>
                  </a:lnTo>
                  <a:lnTo>
                    <a:pt x="28575" y="649287"/>
                  </a:lnTo>
                  <a:lnTo>
                    <a:pt x="22023" y="640713"/>
                  </a:lnTo>
                  <a:lnTo>
                    <a:pt x="10702" y="577967"/>
                  </a:lnTo>
                  <a:lnTo>
                    <a:pt x="6277" y="527692"/>
                  </a:lnTo>
                  <a:lnTo>
                    <a:pt x="2904" y="467414"/>
                  </a:lnTo>
                  <a:lnTo>
                    <a:pt x="754" y="399081"/>
                  </a:lnTo>
                  <a:lnTo>
                    <a:pt x="0" y="324643"/>
                  </a:lnTo>
                  <a:close/>
                </a:path>
              </a:pathLst>
            </a:custGeom>
            <a:ln w="9524">
              <a:solidFill>
                <a:srgbClr val="ECEBEB"/>
              </a:solidFill>
            </a:ln>
          </p:spPr>
          <p:txBody>
            <a:bodyPr wrap="square" lIns="0" tIns="0" rIns="0" bIns="0" rtlCol="0"/>
            <a:lstStyle/>
            <a:p>
              <a:endParaRPr/>
            </a:p>
          </p:txBody>
        </p:sp>
        <p:sp>
          <p:nvSpPr>
            <p:cNvPr id="79" name="object 79"/>
            <p:cNvSpPr/>
            <p:nvPr/>
          </p:nvSpPr>
          <p:spPr>
            <a:xfrm>
              <a:off x="7586131" y="4490318"/>
              <a:ext cx="57150" cy="649605"/>
            </a:xfrm>
            <a:custGeom>
              <a:avLst/>
              <a:gdLst/>
              <a:ahLst/>
              <a:cxnLst/>
              <a:rect l="l" t="t" r="r" b="b"/>
              <a:pathLst>
                <a:path w="57150" h="649604">
                  <a:moveTo>
                    <a:pt x="28575" y="0"/>
                  </a:moveTo>
                  <a:lnTo>
                    <a:pt x="10703" y="71320"/>
                  </a:lnTo>
                  <a:lnTo>
                    <a:pt x="6277" y="121595"/>
                  </a:lnTo>
                  <a:lnTo>
                    <a:pt x="2904" y="181873"/>
                  </a:lnTo>
                  <a:lnTo>
                    <a:pt x="754" y="250205"/>
                  </a:lnTo>
                  <a:lnTo>
                    <a:pt x="0" y="324643"/>
                  </a:lnTo>
                  <a:lnTo>
                    <a:pt x="754" y="399081"/>
                  </a:lnTo>
                  <a:lnTo>
                    <a:pt x="2904" y="467413"/>
                  </a:lnTo>
                  <a:lnTo>
                    <a:pt x="6277" y="527691"/>
                  </a:lnTo>
                  <a:lnTo>
                    <a:pt x="10703" y="577966"/>
                  </a:lnTo>
                  <a:lnTo>
                    <a:pt x="16008" y="616290"/>
                  </a:lnTo>
                  <a:lnTo>
                    <a:pt x="28575" y="649287"/>
                  </a:lnTo>
                  <a:lnTo>
                    <a:pt x="35126" y="640713"/>
                  </a:lnTo>
                  <a:lnTo>
                    <a:pt x="46446" y="577966"/>
                  </a:lnTo>
                  <a:lnTo>
                    <a:pt x="50872" y="527691"/>
                  </a:lnTo>
                  <a:lnTo>
                    <a:pt x="54245" y="467413"/>
                  </a:lnTo>
                  <a:lnTo>
                    <a:pt x="56395" y="399081"/>
                  </a:lnTo>
                  <a:lnTo>
                    <a:pt x="57150" y="324643"/>
                  </a:lnTo>
                  <a:lnTo>
                    <a:pt x="56395" y="250205"/>
                  </a:lnTo>
                  <a:lnTo>
                    <a:pt x="54245" y="181873"/>
                  </a:lnTo>
                  <a:lnTo>
                    <a:pt x="50872" y="121595"/>
                  </a:lnTo>
                  <a:lnTo>
                    <a:pt x="46446" y="71320"/>
                  </a:lnTo>
                  <a:lnTo>
                    <a:pt x="41141" y="32997"/>
                  </a:lnTo>
                  <a:lnTo>
                    <a:pt x="28575" y="0"/>
                  </a:lnTo>
                  <a:close/>
                </a:path>
              </a:pathLst>
            </a:custGeom>
            <a:solidFill>
              <a:srgbClr val="ECEBEB"/>
            </a:solidFill>
          </p:spPr>
          <p:txBody>
            <a:bodyPr wrap="square" lIns="0" tIns="0" rIns="0" bIns="0" rtlCol="0"/>
            <a:lstStyle/>
            <a:p>
              <a:endParaRPr/>
            </a:p>
          </p:txBody>
        </p:sp>
        <p:sp>
          <p:nvSpPr>
            <p:cNvPr id="80" name="object 80"/>
            <p:cNvSpPr/>
            <p:nvPr/>
          </p:nvSpPr>
          <p:spPr>
            <a:xfrm>
              <a:off x="7586131" y="4490318"/>
              <a:ext cx="57150" cy="649605"/>
            </a:xfrm>
            <a:custGeom>
              <a:avLst/>
              <a:gdLst/>
              <a:ahLst/>
              <a:cxnLst/>
              <a:rect l="l" t="t" r="r" b="b"/>
              <a:pathLst>
                <a:path w="57150" h="649604">
                  <a:moveTo>
                    <a:pt x="0" y="324643"/>
                  </a:moveTo>
                  <a:lnTo>
                    <a:pt x="754" y="250206"/>
                  </a:lnTo>
                  <a:lnTo>
                    <a:pt x="2904" y="181873"/>
                  </a:lnTo>
                  <a:lnTo>
                    <a:pt x="6277" y="121595"/>
                  </a:lnTo>
                  <a:lnTo>
                    <a:pt x="10702" y="71320"/>
                  </a:lnTo>
                  <a:lnTo>
                    <a:pt x="16008" y="32997"/>
                  </a:lnTo>
                  <a:lnTo>
                    <a:pt x="28575" y="0"/>
                  </a:lnTo>
                  <a:lnTo>
                    <a:pt x="35126" y="8574"/>
                  </a:lnTo>
                  <a:lnTo>
                    <a:pt x="46447" y="71320"/>
                  </a:lnTo>
                  <a:lnTo>
                    <a:pt x="50872" y="121595"/>
                  </a:lnTo>
                  <a:lnTo>
                    <a:pt x="54245" y="181873"/>
                  </a:lnTo>
                  <a:lnTo>
                    <a:pt x="56395" y="250206"/>
                  </a:lnTo>
                  <a:lnTo>
                    <a:pt x="57149" y="324643"/>
                  </a:lnTo>
                  <a:lnTo>
                    <a:pt x="56395" y="399081"/>
                  </a:lnTo>
                  <a:lnTo>
                    <a:pt x="54245" y="467414"/>
                  </a:lnTo>
                  <a:lnTo>
                    <a:pt x="50872" y="527692"/>
                  </a:lnTo>
                  <a:lnTo>
                    <a:pt x="46447" y="577967"/>
                  </a:lnTo>
                  <a:lnTo>
                    <a:pt x="41141" y="616290"/>
                  </a:lnTo>
                  <a:lnTo>
                    <a:pt x="28575" y="649287"/>
                  </a:lnTo>
                  <a:lnTo>
                    <a:pt x="22023" y="640713"/>
                  </a:lnTo>
                  <a:lnTo>
                    <a:pt x="10702" y="577967"/>
                  </a:lnTo>
                  <a:lnTo>
                    <a:pt x="6277" y="527692"/>
                  </a:lnTo>
                  <a:lnTo>
                    <a:pt x="2904" y="467414"/>
                  </a:lnTo>
                  <a:lnTo>
                    <a:pt x="754" y="399081"/>
                  </a:lnTo>
                  <a:lnTo>
                    <a:pt x="0" y="324643"/>
                  </a:lnTo>
                  <a:close/>
                </a:path>
              </a:pathLst>
            </a:custGeom>
            <a:ln w="9524">
              <a:solidFill>
                <a:srgbClr val="ECEBEB"/>
              </a:solidFill>
            </a:ln>
          </p:spPr>
          <p:txBody>
            <a:bodyPr wrap="square" lIns="0" tIns="0" rIns="0" bIns="0" rtlCol="0"/>
            <a:lstStyle/>
            <a:p>
              <a:endParaRPr/>
            </a:p>
          </p:txBody>
        </p:sp>
        <p:sp>
          <p:nvSpPr>
            <p:cNvPr id="81" name="object 81"/>
            <p:cNvSpPr/>
            <p:nvPr/>
          </p:nvSpPr>
          <p:spPr>
            <a:xfrm>
              <a:off x="7789331" y="4642718"/>
              <a:ext cx="57150" cy="649605"/>
            </a:xfrm>
            <a:custGeom>
              <a:avLst/>
              <a:gdLst/>
              <a:ahLst/>
              <a:cxnLst/>
              <a:rect l="l" t="t" r="r" b="b"/>
              <a:pathLst>
                <a:path w="57150" h="649604">
                  <a:moveTo>
                    <a:pt x="28575" y="0"/>
                  </a:moveTo>
                  <a:lnTo>
                    <a:pt x="10703" y="71320"/>
                  </a:lnTo>
                  <a:lnTo>
                    <a:pt x="6277" y="121595"/>
                  </a:lnTo>
                  <a:lnTo>
                    <a:pt x="2904" y="181873"/>
                  </a:lnTo>
                  <a:lnTo>
                    <a:pt x="754" y="250205"/>
                  </a:lnTo>
                  <a:lnTo>
                    <a:pt x="0" y="324643"/>
                  </a:lnTo>
                  <a:lnTo>
                    <a:pt x="754" y="399081"/>
                  </a:lnTo>
                  <a:lnTo>
                    <a:pt x="2904" y="467413"/>
                  </a:lnTo>
                  <a:lnTo>
                    <a:pt x="6277" y="527691"/>
                  </a:lnTo>
                  <a:lnTo>
                    <a:pt x="10703" y="577966"/>
                  </a:lnTo>
                  <a:lnTo>
                    <a:pt x="16008" y="616290"/>
                  </a:lnTo>
                  <a:lnTo>
                    <a:pt x="28575" y="649287"/>
                  </a:lnTo>
                  <a:lnTo>
                    <a:pt x="35126" y="640713"/>
                  </a:lnTo>
                  <a:lnTo>
                    <a:pt x="46446" y="577966"/>
                  </a:lnTo>
                  <a:lnTo>
                    <a:pt x="50872" y="527691"/>
                  </a:lnTo>
                  <a:lnTo>
                    <a:pt x="54245" y="467413"/>
                  </a:lnTo>
                  <a:lnTo>
                    <a:pt x="56395" y="399081"/>
                  </a:lnTo>
                  <a:lnTo>
                    <a:pt x="57150" y="324643"/>
                  </a:lnTo>
                  <a:lnTo>
                    <a:pt x="56395" y="250205"/>
                  </a:lnTo>
                  <a:lnTo>
                    <a:pt x="54245" y="181873"/>
                  </a:lnTo>
                  <a:lnTo>
                    <a:pt x="50872" y="121595"/>
                  </a:lnTo>
                  <a:lnTo>
                    <a:pt x="46446" y="71320"/>
                  </a:lnTo>
                  <a:lnTo>
                    <a:pt x="41141" y="32997"/>
                  </a:lnTo>
                  <a:lnTo>
                    <a:pt x="28575" y="0"/>
                  </a:lnTo>
                  <a:close/>
                </a:path>
              </a:pathLst>
            </a:custGeom>
            <a:solidFill>
              <a:srgbClr val="ECEBEB"/>
            </a:solidFill>
          </p:spPr>
          <p:txBody>
            <a:bodyPr wrap="square" lIns="0" tIns="0" rIns="0" bIns="0" rtlCol="0"/>
            <a:lstStyle/>
            <a:p>
              <a:endParaRPr/>
            </a:p>
          </p:txBody>
        </p:sp>
        <p:sp>
          <p:nvSpPr>
            <p:cNvPr id="82" name="object 82"/>
            <p:cNvSpPr/>
            <p:nvPr/>
          </p:nvSpPr>
          <p:spPr>
            <a:xfrm>
              <a:off x="7789331" y="4642718"/>
              <a:ext cx="57150" cy="649605"/>
            </a:xfrm>
            <a:custGeom>
              <a:avLst/>
              <a:gdLst/>
              <a:ahLst/>
              <a:cxnLst/>
              <a:rect l="l" t="t" r="r" b="b"/>
              <a:pathLst>
                <a:path w="57150" h="649604">
                  <a:moveTo>
                    <a:pt x="0" y="324643"/>
                  </a:moveTo>
                  <a:lnTo>
                    <a:pt x="754" y="250206"/>
                  </a:lnTo>
                  <a:lnTo>
                    <a:pt x="2904" y="181873"/>
                  </a:lnTo>
                  <a:lnTo>
                    <a:pt x="6277" y="121595"/>
                  </a:lnTo>
                  <a:lnTo>
                    <a:pt x="10702" y="71320"/>
                  </a:lnTo>
                  <a:lnTo>
                    <a:pt x="16008" y="32997"/>
                  </a:lnTo>
                  <a:lnTo>
                    <a:pt x="28574" y="0"/>
                  </a:lnTo>
                  <a:lnTo>
                    <a:pt x="35126" y="8574"/>
                  </a:lnTo>
                  <a:lnTo>
                    <a:pt x="46447" y="71320"/>
                  </a:lnTo>
                  <a:lnTo>
                    <a:pt x="50872" y="121595"/>
                  </a:lnTo>
                  <a:lnTo>
                    <a:pt x="54245" y="181873"/>
                  </a:lnTo>
                  <a:lnTo>
                    <a:pt x="56395" y="250206"/>
                  </a:lnTo>
                  <a:lnTo>
                    <a:pt x="57149" y="324643"/>
                  </a:lnTo>
                  <a:lnTo>
                    <a:pt x="56395" y="399081"/>
                  </a:lnTo>
                  <a:lnTo>
                    <a:pt x="54245" y="467414"/>
                  </a:lnTo>
                  <a:lnTo>
                    <a:pt x="50872" y="527692"/>
                  </a:lnTo>
                  <a:lnTo>
                    <a:pt x="46447" y="577967"/>
                  </a:lnTo>
                  <a:lnTo>
                    <a:pt x="41141" y="616290"/>
                  </a:lnTo>
                  <a:lnTo>
                    <a:pt x="28574" y="649287"/>
                  </a:lnTo>
                  <a:lnTo>
                    <a:pt x="22023" y="640713"/>
                  </a:lnTo>
                  <a:lnTo>
                    <a:pt x="10702" y="577967"/>
                  </a:lnTo>
                  <a:lnTo>
                    <a:pt x="6277" y="527692"/>
                  </a:lnTo>
                  <a:lnTo>
                    <a:pt x="2904" y="467414"/>
                  </a:lnTo>
                  <a:lnTo>
                    <a:pt x="754" y="399081"/>
                  </a:lnTo>
                  <a:lnTo>
                    <a:pt x="0" y="324643"/>
                  </a:lnTo>
                  <a:close/>
                </a:path>
              </a:pathLst>
            </a:custGeom>
            <a:ln w="9524">
              <a:solidFill>
                <a:srgbClr val="ECEBEB"/>
              </a:solidFill>
            </a:ln>
          </p:spPr>
          <p:txBody>
            <a:bodyPr wrap="square" lIns="0" tIns="0" rIns="0" bIns="0" rtlCol="0"/>
            <a:lstStyle/>
            <a:p>
              <a:endParaRPr/>
            </a:p>
          </p:txBody>
        </p:sp>
        <p:sp>
          <p:nvSpPr>
            <p:cNvPr id="83" name="object 83"/>
            <p:cNvSpPr/>
            <p:nvPr/>
          </p:nvSpPr>
          <p:spPr>
            <a:xfrm>
              <a:off x="8415866" y="4839567"/>
              <a:ext cx="262890" cy="649605"/>
            </a:xfrm>
            <a:custGeom>
              <a:avLst/>
              <a:gdLst/>
              <a:ahLst/>
              <a:cxnLst/>
              <a:rect l="l" t="t" r="r" b="b"/>
              <a:pathLst>
                <a:path w="262890" h="649604">
                  <a:moveTo>
                    <a:pt x="131232" y="0"/>
                  </a:moveTo>
                  <a:lnTo>
                    <a:pt x="80151" y="25512"/>
                  </a:lnTo>
                  <a:lnTo>
                    <a:pt x="38437" y="95086"/>
                  </a:lnTo>
                  <a:lnTo>
                    <a:pt x="22412" y="143133"/>
                  </a:lnTo>
                  <a:lnTo>
                    <a:pt x="10312" y="198278"/>
                  </a:lnTo>
                  <a:lnTo>
                    <a:pt x="2666" y="259217"/>
                  </a:lnTo>
                  <a:lnTo>
                    <a:pt x="0" y="324645"/>
                  </a:lnTo>
                  <a:lnTo>
                    <a:pt x="2666" y="390071"/>
                  </a:lnTo>
                  <a:lnTo>
                    <a:pt x="10312" y="451010"/>
                  </a:lnTo>
                  <a:lnTo>
                    <a:pt x="22412" y="506155"/>
                  </a:lnTo>
                  <a:lnTo>
                    <a:pt x="38437" y="554202"/>
                  </a:lnTo>
                  <a:lnTo>
                    <a:pt x="57859" y="593844"/>
                  </a:lnTo>
                  <a:lnTo>
                    <a:pt x="104784" y="642693"/>
                  </a:lnTo>
                  <a:lnTo>
                    <a:pt x="131232" y="649288"/>
                  </a:lnTo>
                  <a:lnTo>
                    <a:pt x="157681" y="642693"/>
                  </a:lnTo>
                  <a:lnTo>
                    <a:pt x="204607" y="593844"/>
                  </a:lnTo>
                  <a:lnTo>
                    <a:pt x="224029" y="554202"/>
                  </a:lnTo>
                  <a:lnTo>
                    <a:pt x="240054" y="506155"/>
                  </a:lnTo>
                  <a:lnTo>
                    <a:pt x="252154" y="451010"/>
                  </a:lnTo>
                  <a:lnTo>
                    <a:pt x="259800" y="390071"/>
                  </a:lnTo>
                  <a:lnTo>
                    <a:pt x="262467" y="324645"/>
                  </a:lnTo>
                  <a:lnTo>
                    <a:pt x="259800" y="259217"/>
                  </a:lnTo>
                  <a:lnTo>
                    <a:pt x="252154" y="198278"/>
                  </a:lnTo>
                  <a:lnTo>
                    <a:pt x="240054" y="143133"/>
                  </a:lnTo>
                  <a:lnTo>
                    <a:pt x="224029" y="95086"/>
                  </a:lnTo>
                  <a:lnTo>
                    <a:pt x="204607" y="55444"/>
                  </a:lnTo>
                  <a:lnTo>
                    <a:pt x="157681" y="6595"/>
                  </a:lnTo>
                  <a:lnTo>
                    <a:pt x="131232" y="0"/>
                  </a:lnTo>
                  <a:close/>
                </a:path>
              </a:pathLst>
            </a:custGeom>
            <a:solidFill>
              <a:srgbClr val="FFD479"/>
            </a:solidFill>
          </p:spPr>
          <p:txBody>
            <a:bodyPr wrap="square" lIns="0" tIns="0" rIns="0" bIns="0" rtlCol="0"/>
            <a:lstStyle/>
            <a:p>
              <a:endParaRPr/>
            </a:p>
          </p:txBody>
        </p:sp>
        <p:sp>
          <p:nvSpPr>
            <p:cNvPr id="84" name="object 84"/>
            <p:cNvSpPr/>
            <p:nvPr/>
          </p:nvSpPr>
          <p:spPr>
            <a:xfrm>
              <a:off x="8415865" y="4839567"/>
              <a:ext cx="262890" cy="649605"/>
            </a:xfrm>
            <a:custGeom>
              <a:avLst/>
              <a:gdLst/>
              <a:ahLst/>
              <a:cxnLst/>
              <a:rect l="l" t="t" r="r" b="b"/>
              <a:pathLst>
                <a:path w="262890" h="649604">
                  <a:moveTo>
                    <a:pt x="0" y="324643"/>
                  </a:moveTo>
                  <a:lnTo>
                    <a:pt x="2666" y="259216"/>
                  </a:lnTo>
                  <a:lnTo>
                    <a:pt x="10312" y="198277"/>
                  </a:lnTo>
                  <a:lnTo>
                    <a:pt x="22412" y="143132"/>
                  </a:lnTo>
                  <a:lnTo>
                    <a:pt x="38437" y="95086"/>
                  </a:lnTo>
                  <a:lnTo>
                    <a:pt x="57859" y="55444"/>
                  </a:lnTo>
                  <a:lnTo>
                    <a:pt x="104785" y="6595"/>
                  </a:lnTo>
                  <a:lnTo>
                    <a:pt x="131233" y="0"/>
                  </a:lnTo>
                  <a:lnTo>
                    <a:pt x="157682" y="6595"/>
                  </a:lnTo>
                  <a:lnTo>
                    <a:pt x="204607" y="55444"/>
                  </a:lnTo>
                  <a:lnTo>
                    <a:pt x="224030" y="95086"/>
                  </a:lnTo>
                  <a:lnTo>
                    <a:pt x="240055" y="143132"/>
                  </a:lnTo>
                  <a:lnTo>
                    <a:pt x="252154" y="198277"/>
                  </a:lnTo>
                  <a:lnTo>
                    <a:pt x="259801" y="259216"/>
                  </a:lnTo>
                  <a:lnTo>
                    <a:pt x="262467" y="324643"/>
                  </a:lnTo>
                  <a:lnTo>
                    <a:pt x="259801" y="390070"/>
                  </a:lnTo>
                  <a:lnTo>
                    <a:pt x="252154" y="451009"/>
                  </a:lnTo>
                  <a:lnTo>
                    <a:pt x="240055" y="506155"/>
                  </a:lnTo>
                  <a:lnTo>
                    <a:pt x="224030" y="554201"/>
                  </a:lnTo>
                  <a:lnTo>
                    <a:pt x="204607" y="593843"/>
                  </a:lnTo>
                  <a:lnTo>
                    <a:pt x="157682" y="642692"/>
                  </a:lnTo>
                  <a:lnTo>
                    <a:pt x="131233" y="649287"/>
                  </a:lnTo>
                  <a:lnTo>
                    <a:pt x="104785" y="642692"/>
                  </a:lnTo>
                  <a:lnTo>
                    <a:pt x="57859" y="593843"/>
                  </a:lnTo>
                  <a:lnTo>
                    <a:pt x="38437" y="554201"/>
                  </a:lnTo>
                  <a:lnTo>
                    <a:pt x="22412" y="506155"/>
                  </a:lnTo>
                  <a:lnTo>
                    <a:pt x="10312" y="451009"/>
                  </a:lnTo>
                  <a:lnTo>
                    <a:pt x="2666" y="390070"/>
                  </a:lnTo>
                  <a:lnTo>
                    <a:pt x="0" y="324643"/>
                  </a:lnTo>
                  <a:close/>
                </a:path>
              </a:pathLst>
            </a:custGeom>
            <a:ln w="9524">
              <a:solidFill>
                <a:srgbClr val="ECEBEB"/>
              </a:solidFill>
            </a:ln>
          </p:spPr>
          <p:txBody>
            <a:bodyPr wrap="square" lIns="0" tIns="0" rIns="0" bIns="0" rtlCol="0"/>
            <a:lstStyle/>
            <a:p>
              <a:endParaRPr/>
            </a:p>
          </p:txBody>
        </p:sp>
        <p:sp>
          <p:nvSpPr>
            <p:cNvPr id="85" name="object 85"/>
            <p:cNvSpPr/>
            <p:nvPr/>
          </p:nvSpPr>
          <p:spPr>
            <a:xfrm>
              <a:off x="6688666" y="4915768"/>
              <a:ext cx="262890" cy="649605"/>
            </a:xfrm>
            <a:custGeom>
              <a:avLst/>
              <a:gdLst/>
              <a:ahLst/>
              <a:cxnLst/>
              <a:rect l="l" t="t" r="r" b="b"/>
              <a:pathLst>
                <a:path w="262890" h="649604">
                  <a:moveTo>
                    <a:pt x="131232" y="0"/>
                  </a:moveTo>
                  <a:lnTo>
                    <a:pt x="80151" y="25512"/>
                  </a:lnTo>
                  <a:lnTo>
                    <a:pt x="38437" y="95085"/>
                  </a:lnTo>
                  <a:lnTo>
                    <a:pt x="22412" y="143132"/>
                  </a:lnTo>
                  <a:lnTo>
                    <a:pt x="10312" y="198277"/>
                  </a:lnTo>
                  <a:lnTo>
                    <a:pt x="2666" y="259216"/>
                  </a:lnTo>
                  <a:lnTo>
                    <a:pt x="0" y="324643"/>
                  </a:lnTo>
                  <a:lnTo>
                    <a:pt x="2666" y="390070"/>
                  </a:lnTo>
                  <a:lnTo>
                    <a:pt x="10312" y="451009"/>
                  </a:lnTo>
                  <a:lnTo>
                    <a:pt x="22412" y="506155"/>
                  </a:lnTo>
                  <a:lnTo>
                    <a:pt x="38437" y="554201"/>
                  </a:lnTo>
                  <a:lnTo>
                    <a:pt x="57859" y="593843"/>
                  </a:lnTo>
                  <a:lnTo>
                    <a:pt x="104784" y="642691"/>
                  </a:lnTo>
                  <a:lnTo>
                    <a:pt x="131232" y="649287"/>
                  </a:lnTo>
                  <a:lnTo>
                    <a:pt x="157681" y="642691"/>
                  </a:lnTo>
                  <a:lnTo>
                    <a:pt x="204607" y="593843"/>
                  </a:lnTo>
                  <a:lnTo>
                    <a:pt x="224029" y="554201"/>
                  </a:lnTo>
                  <a:lnTo>
                    <a:pt x="240054" y="506155"/>
                  </a:lnTo>
                  <a:lnTo>
                    <a:pt x="252154" y="451009"/>
                  </a:lnTo>
                  <a:lnTo>
                    <a:pt x="259800" y="390070"/>
                  </a:lnTo>
                  <a:lnTo>
                    <a:pt x="262467" y="324643"/>
                  </a:lnTo>
                  <a:lnTo>
                    <a:pt x="259800" y="259216"/>
                  </a:lnTo>
                  <a:lnTo>
                    <a:pt x="252154" y="198277"/>
                  </a:lnTo>
                  <a:lnTo>
                    <a:pt x="240054" y="143132"/>
                  </a:lnTo>
                  <a:lnTo>
                    <a:pt x="224029" y="95085"/>
                  </a:lnTo>
                  <a:lnTo>
                    <a:pt x="204607" y="55443"/>
                  </a:lnTo>
                  <a:lnTo>
                    <a:pt x="157681" y="6595"/>
                  </a:lnTo>
                  <a:lnTo>
                    <a:pt x="131232" y="0"/>
                  </a:lnTo>
                  <a:close/>
                </a:path>
              </a:pathLst>
            </a:custGeom>
            <a:solidFill>
              <a:srgbClr val="FFD479"/>
            </a:solidFill>
          </p:spPr>
          <p:txBody>
            <a:bodyPr wrap="square" lIns="0" tIns="0" rIns="0" bIns="0" rtlCol="0"/>
            <a:lstStyle/>
            <a:p>
              <a:endParaRPr/>
            </a:p>
          </p:txBody>
        </p:sp>
        <p:sp>
          <p:nvSpPr>
            <p:cNvPr id="86" name="object 86"/>
            <p:cNvSpPr/>
            <p:nvPr/>
          </p:nvSpPr>
          <p:spPr>
            <a:xfrm>
              <a:off x="6688665" y="4915768"/>
              <a:ext cx="262890" cy="649605"/>
            </a:xfrm>
            <a:custGeom>
              <a:avLst/>
              <a:gdLst/>
              <a:ahLst/>
              <a:cxnLst/>
              <a:rect l="l" t="t" r="r" b="b"/>
              <a:pathLst>
                <a:path w="262890" h="649604">
                  <a:moveTo>
                    <a:pt x="0" y="324643"/>
                  </a:moveTo>
                  <a:lnTo>
                    <a:pt x="2666" y="259216"/>
                  </a:lnTo>
                  <a:lnTo>
                    <a:pt x="10312" y="198277"/>
                  </a:lnTo>
                  <a:lnTo>
                    <a:pt x="22412" y="143132"/>
                  </a:lnTo>
                  <a:lnTo>
                    <a:pt x="38437" y="95086"/>
                  </a:lnTo>
                  <a:lnTo>
                    <a:pt x="57859" y="55444"/>
                  </a:lnTo>
                  <a:lnTo>
                    <a:pt x="104785" y="6595"/>
                  </a:lnTo>
                  <a:lnTo>
                    <a:pt x="131233" y="0"/>
                  </a:lnTo>
                  <a:lnTo>
                    <a:pt x="157682" y="6595"/>
                  </a:lnTo>
                  <a:lnTo>
                    <a:pt x="204607" y="55444"/>
                  </a:lnTo>
                  <a:lnTo>
                    <a:pt x="224030" y="95086"/>
                  </a:lnTo>
                  <a:lnTo>
                    <a:pt x="240055" y="143132"/>
                  </a:lnTo>
                  <a:lnTo>
                    <a:pt x="252154" y="198277"/>
                  </a:lnTo>
                  <a:lnTo>
                    <a:pt x="259801" y="259216"/>
                  </a:lnTo>
                  <a:lnTo>
                    <a:pt x="262467" y="324643"/>
                  </a:lnTo>
                  <a:lnTo>
                    <a:pt x="259801" y="390070"/>
                  </a:lnTo>
                  <a:lnTo>
                    <a:pt x="252154" y="451009"/>
                  </a:lnTo>
                  <a:lnTo>
                    <a:pt x="240055" y="506155"/>
                  </a:lnTo>
                  <a:lnTo>
                    <a:pt x="224030" y="554201"/>
                  </a:lnTo>
                  <a:lnTo>
                    <a:pt x="204607" y="593843"/>
                  </a:lnTo>
                  <a:lnTo>
                    <a:pt x="157682" y="642692"/>
                  </a:lnTo>
                  <a:lnTo>
                    <a:pt x="131233" y="649287"/>
                  </a:lnTo>
                  <a:lnTo>
                    <a:pt x="104785" y="642692"/>
                  </a:lnTo>
                  <a:lnTo>
                    <a:pt x="57859" y="593843"/>
                  </a:lnTo>
                  <a:lnTo>
                    <a:pt x="38437" y="554201"/>
                  </a:lnTo>
                  <a:lnTo>
                    <a:pt x="22412" y="506155"/>
                  </a:lnTo>
                  <a:lnTo>
                    <a:pt x="10312" y="451009"/>
                  </a:lnTo>
                  <a:lnTo>
                    <a:pt x="2666" y="390070"/>
                  </a:lnTo>
                  <a:lnTo>
                    <a:pt x="0" y="324643"/>
                  </a:lnTo>
                  <a:close/>
                </a:path>
              </a:pathLst>
            </a:custGeom>
            <a:ln w="9524">
              <a:solidFill>
                <a:srgbClr val="ECEBEB"/>
              </a:solidFill>
            </a:ln>
          </p:spPr>
          <p:txBody>
            <a:bodyPr wrap="square" lIns="0" tIns="0" rIns="0" bIns="0" rtlCol="0"/>
            <a:lstStyle/>
            <a:p>
              <a:endParaRPr/>
            </a:p>
          </p:txBody>
        </p:sp>
        <p:sp>
          <p:nvSpPr>
            <p:cNvPr id="87" name="object 87"/>
            <p:cNvSpPr/>
            <p:nvPr/>
          </p:nvSpPr>
          <p:spPr>
            <a:xfrm>
              <a:off x="7967748" y="598516"/>
              <a:ext cx="2718262" cy="1159625"/>
            </a:xfrm>
            <a:prstGeom prst="rect">
              <a:avLst/>
            </a:prstGeom>
            <a:blipFill>
              <a:blip r:embed="rId17" cstate="print"/>
              <a:stretch>
                <a:fillRect/>
              </a:stretch>
            </a:blipFill>
          </p:spPr>
          <p:txBody>
            <a:bodyPr wrap="square" lIns="0" tIns="0" rIns="0" bIns="0" rtlCol="0"/>
            <a:lstStyle/>
            <a:p>
              <a:endParaRPr/>
            </a:p>
          </p:txBody>
        </p:sp>
        <p:sp>
          <p:nvSpPr>
            <p:cNvPr id="88" name="object 88"/>
            <p:cNvSpPr/>
            <p:nvPr/>
          </p:nvSpPr>
          <p:spPr>
            <a:xfrm>
              <a:off x="7992688" y="627611"/>
              <a:ext cx="2614352" cy="1051560"/>
            </a:xfrm>
            <a:prstGeom prst="rect">
              <a:avLst/>
            </a:prstGeom>
            <a:blipFill>
              <a:blip r:embed="rId18" cstate="print"/>
              <a:stretch>
                <a:fillRect/>
              </a:stretch>
            </a:blipFill>
          </p:spPr>
          <p:txBody>
            <a:bodyPr wrap="square" lIns="0" tIns="0" rIns="0" bIns="0" rtlCol="0"/>
            <a:lstStyle/>
            <a:p>
              <a:endParaRPr/>
            </a:p>
          </p:txBody>
        </p:sp>
        <p:sp>
          <p:nvSpPr>
            <p:cNvPr id="89" name="object 89"/>
            <p:cNvSpPr/>
            <p:nvPr/>
          </p:nvSpPr>
          <p:spPr>
            <a:xfrm>
              <a:off x="8111065" y="861698"/>
              <a:ext cx="2242820" cy="690245"/>
            </a:xfrm>
            <a:custGeom>
              <a:avLst/>
              <a:gdLst/>
              <a:ahLst/>
              <a:cxnLst/>
              <a:rect l="l" t="t" r="r" b="b"/>
              <a:pathLst>
                <a:path w="2242820" h="690244">
                  <a:moveTo>
                    <a:pt x="0" y="690158"/>
                  </a:moveTo>
                  <a:lnTo>
                    <a:pt x="2242230" y="0"/>
                  </a:lnTo>
                </a:path>
              </a:pathLst>
            </a:custGeom>
            <a:ln w="28574">
              <a:solidFill>
                <a:srgbClr val="82E6FF"/>
              </a:solidFill>
            </a:ln>
          </p:spPr>
          <p:txBody>
            <a:bodyPr wrap="square" lIns="0" tIns="0" rIns="0" bIns="0" rtlCol="0"/>
            <a:lstStyle/>
            <a:p>
              <a:endParaRPr/>
            </a:p>
          </p:txBody>
        </p:sp>
        <p:sp>
          <p:nvSpPr>
            <p:cNvPr id="90" name="object 90"/>
            <p:cNvSpPr/>
            <p:nvPr/>
          </p:nvSpPr>
          <p:spPr>
            <a:xfrm>
              <a:off x="10240946" y="823414"/>
              <a:ext cx="139451" cy="127151"/>
            </a:xfrm>
            <a:prstGeom prst="rect">
              <a:avLst/>
            </a:prstGeom>
            <a:blipFill>
              <a:blip r:embed="rId19" cstate="print"/>
              <a:stretch>
                <a:fillRect/>
              </a:stretch>
            </a:blipFill>
          </p:spPr>
          <p:txBody>
            <a:bodyPr wrap="square" lIns="0" tIns="0" rIns="0" bIns="0" rtlCol="0"/>
            <a:lstStyle/>
            <a:p>
              <a:endParaRPr/>
            </a:p>
          </p:txBody>
        </p:sp>
        <p:sp>
          <p:nvSpPr>
            <p:cNvPr id="91" name="object 91"/>
            <p:cNvSpPr/>
            <p:nvPr/>
          </p:nvSpPr>
          <p:spPr>
            <a:xfrm>
              <a:off x="7768243" y="399010"/>
              <a:ext cx="1375756" cy="573578"/>
            </a:xfrm>
            <a:prstGeom prst="rect">
              <a:avLst/>
            </a:prstGeom>
            <a:blipFill>
              <a:blip r:embed="rId20" cstate="print"/>
              <a:stretch>
                <a:fillRect/>
              </a:stretch>
            </a:blipFill>
          </p:spPr>
          <p:txBody>
            <a:bodyPr wrap="square" lIns="0" tIns="0" rIns="0" bIns="0" rtlCol="0"/>
            <a:lstStyle/>
            <a:p>
              <a:endParaRPr/>
            </a:p>
          </p:txBody>
        </p:sp>
        <p:sp>
          <p:nvSpPr>
            <p:cNvPr id="92" name="object 92"/>
            <p:cNvSpPr/>
            <p:nvPr/>
          </p:nvSpPr>
          <p:spPr>
            <a:xfrm>
              <a:off x="7793182" y="423949"/>
              <a:ext cx="1271846" cy="465512"/>
            </a:xfrm>
            <a:prstGeom prst="rect">
              <a:avLst/>
            </a:prstGeom>
            <a:blipFill>
              <a:blip r:embed="rId21" cstate="print"/>
              <a:stretch>
                <a:fillRect/>
              </a:stretch>
            </a:blipFill>
          </p:spPr>
          <p:txBody>
            <a:bodyPr wrap="square" lIns="0" tIns="0" rIns="0" bIns="0" rtlCol="0"/>
            <a:lstStyle/>
            <a:p>
              <a:endParaRPr/>
            </a:p>
          </p:txBody>
        </p:sp>
        <p:sp>
          <p:nvSpPr>
            <p:cNvPr id="93" name="object 93"/>
            <p:cNvSpPr/>
            <p:nvPr/>
          </p:nvSpPr>
          <p:spPr>
            <a:xfrm>
              <a:off x="7907865" y="653612"/>
              <a:ext cx="902969" cy="111125"/>
            </a:xfrm>
            <a:custGeom>
              <a:avLst/>
              <a:gdLst/>
              <a:ahLst/>
              <a:cxnLst/>
              <a:rect l="l" t="t" r="r" b="b"/>
              <a:pathLst>
                <a:path w="902970" h="111125">
                  <a:moveTo>
                    <a:pt x="0" y="110844"/>
                  </a:moveTo>
                  <a:lnTo>
                    <a:pt x="902924" y="0"/>
                  </a:lnTo>
                </a:path>
              </a:pathLst>
            </a:custGeom>
            <a:ln w="28574">
              <a:solidFill>
                <a:srgbClr val="ECEBEB"/>
              </a:solidFill>
            </a:ln>
          </p:spPr>
          <p:txBody>
            <a:bodyPr wrap="square" lIns="0" tIns="0" rIns="0" bIns="0" rtlCol="0"/>
            <a:lstStyle/>
            <a:p>
              <a:endParaRPr/>
            </a:p>
          </p:txBody>
        </p:sp>
        <p:sp>
          <p:nvSpPr>
            <p:cNvPr id="94" name="object 94"/>
            <p:cNvSpPr/>
            <p:nvPr/>
          </p:nvSpPr>
          <p:spPr>
            <a:xfrm>
              <a:off x="8703369" y="598181"/>
              <a:ext cx="135564" cy="131658"/>
            </a:xfrm>
            <a:prstGeom prst="rect">
              <a:avLst/>
            </a:prstGeom>
            <a:blipFill>
              <a:blip r:embed="rId22" cstate="print"/>
              <a:stretch>
                <a:fillRect/>
              </a:stretch>
            </a:blipFill>
          </p:spPr>
          <p:txBody>
            <a:bodyPr wrap="square" lIns="0" tIns="0" rIns="0" bIns="0" rtlCol="0"/>
            <a:lstStyle/>
            <a:p>
              <a:endParaRPr/>
            </a:p>
          </p:txBody>
        </p:sp>
        <p:sp>
          <p:nvSpPr>
            <p:cNvPr id="95" name="object 95"/>
            <p:cNvSpPr/>
            <p:nvPr/>
          </p:nvSpPr>
          <p:spPr>
            <a:xfrm>
              <a:off x="6030883" y="714894"/>
              <a:ext cx="1276003" cy="598516"/>
            </a:xfrm>
            <a:prstGeom prst="rect">
              <a:avLst/>
            </a:prstGeom>
            <a:blipFill>
              <a:blip r:embed="rId23" cstate="print"/>
              <a:stretch>
                <a:fillRect/>
              </a:stretch>
            </a:blipFill>
          </p:spPr>
          <p:txBody>
            <a:bodyPr wrap="square" lIns="0" tIns="0" rIns="0" bIns="0" rtlCol="0"/>
            <a:lstStyle/>
            <a:p>
              <a:endParaRPr/>
            </a:p>
          </p:txBody>
        </p:sp>
        <p:sp>
          <p:nvSpPr>
            <p:cNvPr id="96" name="object 96"/>
            <p:cNvSpPr/>
            <p:nvPr/>
          </p:nvSpPr>
          <p:spPr>
            <a:xfrm>
              <a:off x="6055821" y="739832"/>
              <a:ext cx="1172094" cy="494607"/>
            </a:xfrm>
            <a:prstGeom prst="rect">
              <a:avLst/>
            </a:prstGeom>
            <a:blipFill>
              <a:blip r:embed="rId24" cstate="print"/>
              <a:stretch>
                <a:fillRect/>
              </a:stretch>
            </a:blipFill>
          </p:spPr>
          <p:txBody>
            <a:bodyPr wrap="square" lIns="0" tIns="0" rIns="0" bIns="0" rtlCol="0"/>
            <a:lstStyle/>
            <a:p>
              <a:endParaRPr/>
            </a:p>
          </p:txBody>
        </p:sp>
        <p:sp>
          <p:nvSpPr>
            <p:cNvPr id="97" name="object 97"/>
            <p:cNvSpPr/>
            <p:nvPr/>
          </p:nvSpPr>
          <p:spPr>
            <a:xfrm>
              <a:off x="6310228" y="972364"/>
              <a:ext cx="802005" cy="135255"/>
            </a:xfrm>
            <a:custGeom>
              <a:avLst/>
              <a:gdLst/>
              <a:ahLst/>
              <a:cxnLst/>
              <a:rect l="l" t="t" r="r" b="b"/>
              <a:pathLst>
                <a:path w="802004" h="135255">
                  <a:moveTo>
                    <a:pt x="801770" y="134992"/>
                  </a:moveTo>
                  <a:lnTo>
                    <a:pt x="0" y="0"/>
                  </a:lnTo>
                </a:path>
              </a:pathLst>
            </a:custGeom>
            <a:ln w="28574">
              <a:solidFill>
                <a:srgbClr val="38D5FF"/>
              </a:solidFill>
            </a:ln>
          </p:spPr>
          <p:txBody>
            <a:bodyPr wrap="square" lIns="0" tIns="0" rIns="0" bIns="0" rtlCol="0"/>
            <a:lstStyle/>
            <a:p>
              <a:endParaRPr/>
            </a:p>
          </p:txBody>
        </p:sp>
        <p:sp>
          <p:nvSpPr>
            <p:cNvPr id="98" name="object 98"/>
            <p:cNvSpPr/>
            <p:nvPr/>
          </p:nvSpPr>
          <p:spPr>
            <a:xfrm>
              <a:off x="6282266" y="921130"/>
              <a:ext cx="136952" cy="130806"/>
            </a:xfrm>
            <a:prstGeom prst="rect">
              <a:avLst/>
            </a:prstGeom>
            <a:blipFill>
              <a:blip r:embed="rId25" cstate="print"/>
              <a:stretch>
                <a:fillRect/>
              </a:stretch>
            </a:blipFill>
          </p:spPr>
          <p:txBody>
            <a:bodyPr wrap="square" lIns="0" tIns="0" rIns="0" bIns="0" rtlCol="0"/>
            <a:lstStyle/>
            <a:p>
              <a:endParaRPr/>
            </a:p>
          </p:txBody>
        </p:sp>
        <p:sp>
          <p:nvSpPr>
            <p:cNvPr id="99" name="object 99"/>
            <p:cNvSpPr/>
            <p:nvPr/>
          </p:nvSpPr>
          <p:spPr>
            <a:xfrm>
              <a:off x="6114011" y="2061556"/>
              <a:ext cx="1209501" cy="556952"/>
            </a:xfrm>
            <a:prstGeom prst="rect">
              <a:avLst/>
            </a:prstGeom>
            <a:blipFill>
              <a:blip r:embed="rId26" cstate="print"/>
              <a:stretch>
                <a:fillRect/>
              </a:stretch>
            </a:blipFill>
          </p:spPr>
          <p:txBody>
            <a:bodyPr wrap="square" lIns="0" tIns="0" rIns="0" bIns="0" rtlCol="0"/>
            <a:lstStyle/>
            <a:p>
              <a:endParaRPr/>
            </a:p>
          </p:txBody>
        </p:sp>
        <p:sp>
          <p:nvSpPr>
            <p:cNvPr id="100" name="object 100"/>
            <p:cNvSpPr/>
            <p:nvPr/>
          </p:nvSpPr>
          <p:spPr>
            <a:xfrm>
              <a:off x="6143105" y="2086493"/>
              <a:ext cx="1097279" cy="453043"/>
            </a:xfrm>
            <a:prstGeom prst="rect">
              <a:avLst/>
            </a:prstGeom>
            <a:blipFill>
              <a:blip r:embed="rId27" cstate="print"/>
              <a:stretch>
                <a:fillRect/>
              </a:stretch>
            </a:blipFill>
          </p:spPr>
          <p:txBody>
            <a:bodyPr wrap="square" lIns="0" tIns="0" rIns="0" bIns="0" rtlCol="0"/>
            <a:lstStyle/>
            <a:p>
              <a:endParaRPr/>
            </a:p>
          </p:txBody>
        </p:sp>
        <p:sp>
          <p:nvSpPr>
            <p:cNvPr id="101" name="object 101"/>
            <p:cNvSpPr/>
            <p:nvPr/>
          </p:nvSpPr>
          <p:spPr>
            <a:xfrm>
              <a:off x="6395271" y="2314800"/>
              <a:ext cx="734060" cy="24765"/>
            </a:xfrm>
            <a:custGeom>
              <a:avLst/>
              <a:gdLst/>
              <a:ahLst/>
              <a:cxnLst/>
              <a:rect l="l" t="t" r="r" b="b"/>
              <a:pathLst>
                <a:path w="734059" h="24764">
                  <a:moveTo>
                    <a:pt x="733660" y="24455"/>
                  </a:moveTo>
                  <a:lnTo>
                    <a:pt x="0" y="0"/>
                  </a:lnTo>
                </a:path>
              </a:pathLst>
            </a:custGeom>
            <a:ln w="28574">
              <a:solidFill>
                <a:srgbClr val="38D5FF"/>
              </a:solidFill>
            </a:ln>
          </p:spPr>
          <p:txBody>
            <a:bodyPr wrap="square" lIns="0" tIns="0" rIns="0" bIns="0" rtlCol="0"/>
            <a:lstStyle/>
            <a:p>
              <a:endParaRPr/>
            </a:p>
          </p:txBody>
        </p:sp>
        <p:sp>
          <p:nvSpPr>
            <p:cNvPr id="102" name="object 102"/>
            <p:cNvSpPr/>
            <p:nvPr/>
          </p:nvSpPr>
          <p:spPr>
            <a:xfrm>
              <a:off x="6366931" y="2251356"/>
              <a:ext cx="132003" cy="132574"/>
            </a:xfrm>
            <a:prstGeom prst="rect">
              <a:avLst/>
            </a:prstGeom>
            <a:blipFill>
              <a:blip r:embed="rId28" cstate="print"/>
              <a:stretch>
                <a:fillRect/>
              </a:stretch>
            </a:blipFill>
          </p:spPr>
          <p:txBody>
            <a:bodyPr wrap="square" lIns="0" tIns="0" rIns="0" bIns="0" rtlCol="0"/>
            <a:lstStyle/>
            <a:p>
              <a:endParaRPr/>
            </a:p>
          </p:txBody>
        </p:sp>
        <p:sp>
          <p:nvSpPr>
            <p:cNvPr id="103" name="object 103"/>
            <p:cNvSpPr/>
            <p:nvPr/>
          </p:nvSpPr>
          <p:spPr>
            <a:xfrm>
              <a:off x="8017624" y="2136370"/>
              <a:ext cx="1990897" cy="843741"/>
            </a:xfrm>
            <a:prstGeom prst="rect">
              <a:avLst/>
            </a:prstGeom>
            <a:blipFill>
              <a:blip r:embed="rId29" cstate="print"/>
              <a:stretch>
                <a:fillRect/>
              </a:stretch>
            </a:blipFill>
          </p:spPr>
          <p:txBody>
            <a:bodyPr wrap="square" lIns="0" tIns="0" rIns="0" bIns="0" rtlCol="0"/>
            <a:lstStyle/>
            <a:p>
              <a:endParaRPr/>
            </a:p>
          </p:txBody>
        </p:sp>
        <p:sp>
          <p:nvSpPr>
            <p:cNvPr id="104" name="object 104"/>
            <p:cNvSpPr/>
            <p:nvPr/>
          </p:nvSpPr>
          <p:spPr>
            <a:xfrm>
              <a:off x="8046719" y="2165465"/>
              <a:ext cx="1882832" cy="731520"/>
            </a:xfrm>
            <a:prstGeom prst="rect">
              <a:avLst/>
            </a:prstGeom>
            <a:blipFill>
              <a:blip r:embed="rId30" cstate="print"/>
              <a:stretch>
                <a:fillRect/>
              </a:stretch>
            </a:blipFill>
          </p:spPr>
          <p:txBody>
            <a:bodyPr wrap="square" lIns="0" tIns="0" rIns="0" bIns="0" rtlCol="0"/>
            <a:lstStyle/>
            <a:p>
              <a:endParaRPr/>
            </a:p>
          </p:txBody>
        </p:sp>
        <p:sp>
          <p:nvSpPr>
            <p:cNvPr id="105" name="object 105"/>
            <p:cNvSpPr/>
            <p:nvPr/>
          </p:nvSpPr>
          <p:spPr>
            <a:xfrm>
              <a:off x="8161865" y="2396863"/>
              <a:ext cx="1513205" cy="374650"/>
            </a:xfrm>
            <a:custGeom>
              <a:avLst/>
              <a:gdLst/>
              <a:ahLst/>
              <a:cxnLst/>
              <a:rect l="l" t="t" r="r" b="b"/>
              <a:pathLst>
                <a:path w="1513204" h="374650">
                  <a:moveTo>
                    <a:pt x="0" y="374193"/>
                  </a:moveTo>
                  <a:lnTo>
                    <a:pt x="1513141" y="0"/>
                  </a:lnTo>
                </a:path>
              </a:pathLst>
            </a:custGeom>
            <a:ln w="28574">
              <a:solidFill>
                <a:srgbClr val="82E6FF"/>
              </a:solidFill>
            </a:ln>
          </p:spPr>
          <p:txBody>
            <a:bodyPr wrap="square" lIns="0" tIns="0" rIns="0" bIns="0" rtlCol="0"/>
            <a:lstStyle/>
            <a:p>
              <a:endParaRPr/>
            </a:p>
          </p:txBody>
        </p:sp>
        <p:sp>
          <p:nvSpPr>
            <p:cNvPr id="106" name="object 106"/>
            <p:cNvSpPr/>
            <p:nvPr/>
          </p:nvSpPr>
          <p:spPr>
            <a:xfrm>
              <a:off x="9563853" y="2352967"/>
              <a:ext cx="138681" cy="128767"/>
            </a:xfrm>
            <a:prstGeom prst="rect">
              <a:avLst/>
            </a:prstGeom>
            <a:blipFill>
              <a:blip r:embed="rId31" cstate="print"/>
              <a:stretch>
                <a:fillRect/>
              </a:stretch>
            </a:blipFill>
          </p:spPr>
          <p:txBody>
            <a:bodyPr wrap="square" lIns="0" tIns="0" rIns="0" bIns="0" rtlCol="0"/>
            <a:lstStyle/>
            <a:p>
              <a:endParaRPr/>
            </a:p>
          </p:txBody>
        </p:sp>
        <p:sp>
          <p:nvSpPr>
            <p:cNvPr id="107" name="object 107"/>
            <p:cNvSpPr/>
            <p:nvPr/>
          </p:nvSpPr>
          <p:spPr>
            <a:xfrm>
              <a:off x="10401843" y="2856781"/>
              <a:ext cx="251460" cy="176530"/>
            </a:xfrm>
            <a:custGeom>
              <a:avLst/>
              <a:gdLst/>
              <a:ahLst/>
              <a:cxnLst/>
              <a:rect l="l" t="t" r="r" b="b"/>
              <a:pathLst>
                <a:path w="251459" h="176530">
                  <a:moveTo>
                    <a:pt x="0" y="88084"/>
                  </a:moveTo>
                  <a:lnTo>
                    <a:pt x="9868" y="53798"/>
                  </a:lnTo>
                  <a:lnTo>
                    <a:pt x="36782" y="25799"/>
                  </a:lnTo>
                  <a:lnTo>
                    <a:pt x="76700" y="6922"/>
                  </a:lnTo>
                  <a:lnTo>
                    <a:pt x="125582" y="0"/>
                  </a:lnTo>
                  <a:lnTo>
                    <a:pt x="174465" y="6922"/>
                  </a:lnTo>
                  <a:lnTo>
                    <a:pt x="214383" y="25799"/>
                  </a:lnTo>
                  <a:lnTo>
                    <a:pt x="241297" y="53798"/>
                  </a:lnTo>
                  <a:lnTo>
                    <a:pt x="251166" y="88084"/>
                  </a:lnTo>
                  <a:lnTo>
                    <a:pt x="241297" y="122371"/>
                  </a:lnTo>
                  <a:lnTo>
                    <a:pt x="214383" y="150370"/>
                  </a:lnTo>
                  <a:lnTo>
                    <a:pt x="174465" y="169247"/>
                  </a:lnTo>
                  <a:lnTo>
                    <a:pt x="125582" y="176169"/>
                  </a:lnTo>
                  <a:lnTo>
                    <a:pt x="76700" y="169247"/>
                  </a:lnTo>
                  <a:lnTo>
                    <a:pt x="36782" y="150370"/>
                  </a:lnTo>
                  <a:lnTo>
                    <a:pt x="9868" y="122371"/>
                  </a:lnTo>
                  <a:lnTo>
                    <a:pt x="0" y="88084"/>
                  </a:lnTo>
                  <a:close/>
                </a:path>
              </a:pathLst>
            </a:custGeom>
            <a:ln w="38099">
              <a:solidFill>
                <a:srgbClr val="000000"/>
              </a:solidFill>
            </a:ln>
          </p:spPr>
          <p:txBody>
            <a:bodyPr wrap="square" lIns="0" tIns="0" rIns="0" bIns="0" rtlCol="0"/>
            <a:lstStyle/>
            <a:p>
              <a:endParaRPr/>
            </a:p>
          </p:txBody>
        </p:sp>
        <p:sp>
          <p:nvSpPr>
            <p:cNvPr id="108" name="object 108"/>
            <p:cNvSpPr/>
            <p:nvPr/>
          </p:nvSpPr>
          <p:spPr>
            <a:xfrm>
              <a:off x="10527425" y="3032338"/>
              <a:ext cx="0" cy="187960"/>
            </a:xfrm>
            <a:custGeom>
              <a:avLst/>
              <a:gdLst/>
              <a:ahLst/>
              <a:cxnLst/>
              <a:rect l="l" t="t" r="r" b="b"/>
              <a:pathLst>
                <a:path h="187960">
                  <a:moveTo>
                    <a:pt x="0" y="0"/>
                  </a:moveTo>
                  <a:lnTo>
                    <a:pt x="0" y="187790"/>
                  </a:lnTo>
                </a:path>
              </a:pathLst>
            </a:custGeom>
            <a:ln w="38099">
              <a:solidFill>
                <a:srgbClr val="000000"/>
              </a:solidFill>
            </a:ln>
          </p:spPr>
          <p:txBody>
            <a:bodyPr wrap="square" lIns="0" tIns="0" rIns="0" bIns="0" rtlCol="0"/>
            <a:lstStyle/>
            <a:p>
              <a:endParaRPr/>
            </a:p>
          </p:txBody>
        </p:sp>
        <p:sp>
          <p:nvSpPr>
            <p:cNvPr id="109" name="object 109"/>
            <p:cNvSpPr/>
            <p:nvPr/>
          </p:nvSpPr>
          <p:spPr>
            <a:xfrm>
              <a:off x="10325098" y="3092897"/>
              <a:ext cx="406400" cy="6350"/>
            </a:xfrm>
            <a:custGeom>
              <a:avLst/>
              <a:gdLst/>
              <a:ahLst/>
              <a:cxnLst/>
              <a:rect l="l" t="t" r="r" b="b"/>
              <a:pathLst>
                <a:path w="406400" h="6350">
                  <a:moveTo>
                    <a:pt x="0" y="0"/>
                  </a:moveTo>
                  <a:lnTo>
                    <a:pt x="406399" y="6117"/>
                  </a:lnTo>
                </a:path>
              </a:pathLst>
            </a:custGeom>
            <a:ln w="38099">
              <a:solidFill>
                <a:srgbClr val="000000"/>
              </a:solidFill>
            </a:ln>
          </p:spPr>
          <p:txBody>
            <a:bodyPr wrap="square" lIns="0" tIns="0" rIns="0" bIns="0" rtlCol="0"/>
            <a:lstStyle/>
            <a:p>
              <a:endParaRPr/>
            </a:p>
          </p:txBody>
        </p:sp>
        <p:sp>
          <p:nvSpPr>
            <p:cNvPr id="110" name="object 110"/>
            <p:cNvSpPr/>
            <p:nvPr/>
          </p:nvSpPr>
          <p:spPr>
            <a:xfrm>
              <a:off x="10375680" y="3214011"/>
              <a:ext cx="313690" cy="176530"/>
            </a:xfrm>
            <a:custGeom>
              <a:avLst/>
              <a:gdLst/>
              <a:ahLst/>
              <a:cxnLst/>
              <a:rect l="l" t="t" r="r" b="b"/>
              <a:pathLst>
                <a:path w="313690" h="176529">
                  <a:moveTo>
                    <a:pt x="0" y="176169"/>
                  </a:moveTo>
                  <a:lnTo>
                    <a:pt x="152311" y="0"/>
                  </a:lnTo>
                  <a:lnTo>
                    <a:pt x="313084" y="176169"/>
                  </a:lnTo>
                </a:path>
              </a:pathLst>
            </a:custGeom>
            <a:ln w="38099">
              <a:solidFill>
                <a:srgbClr val="000000"/>
              </a:solidFill>
            </a:ln>
          </p:spPr>
          <p:txBody>
            <a:bodyPr wrap="square" lIns="0" tIns="0" rIns="0" bIns="0" rtlCol="0"/>
            <a:lstStyle/>
            <a:p>
              <a:endParaRPr/>
            </a:p>
          </p:txBody>
        </p:sp>
        <p:sp>
          <p:nvSpPr>
            <p:cNvPr id="111" name="object 111"/>
            <p:cNvSpPr/>
            <p:nvPr/>
          </p:nvSpPr>
          <p:spPr>
            <a:xfrm>
              <a:off x="8487294" y="3059083"/>
              <a:ext cx="1990897" cy="843741"/>
            </a:xfrm>
            <a:prstGeom prst="rect">
              <a:avLst/>
            </a:prstGeom>
            <a:blipFill>
              <a:blip r:embed="rId32" cstate="print"/>
              <a:stretch>
                <a:fillRect/>
              </a:stretch>
            </a:blipFill>
          </p:spPr>
          <p:txBody>
            <a:bodyPr wrap="square" lIns="0" tIns="0" rIns="0" bIns="0" rtlCol="0"/>
            <a:lstStyle/>
            <a:p>
              <a:endParaRPr/>
            </a:p>
          </p:txBody>
        </p:sp>
        <p:sp>
          <p:nvSpPr>
            <p:cNvPr id="112" name="object 112"/>
            <p:cNvSpPr/>
            <p:nvPr/>
          </p:nvSpPr>
          <p:spPr>
            <a:xfrm>
              <a:off x="8516388" y="3088177"/>
              <a:ext cx="1882832" cy="731520"/>
            </a:xfrm>
            <a:prstGeom prst="rect">
              <a:avLst/>
            </a:prstGeom>
            <a:blipFill>
              <a:blip r:embed="rId33" cstate="print"/>
              <a:stretch>
                <a:fillRect/>
              </a:stretch>
            </a:blipFill>
          </p:spPr>
          <p:txBody>
            <a:bodyPr wrap="square" lIns="0" tIns="0" rIns="0" bIns="0" rtlCol="0"/>
            <a:lstStyle/>
            <a:p>
              <a:endParaRPr/>
            </a:p>
          </p:txBody>
        </p:sp>
        <p:sp>
          <p:nvSpPr>
            <p:cNvPr id="113" name="object 113"/>
            <p:cNvSpPr/>
            <p:nvPr/>
          </p:nvSpPr>
          <p:spPr>
            <a:xfrm>
              <a:off x="8631765" y="3320788"/>
              <a:ext cx="1513205" cy="374650"/>
            </a:xfrm>
            <a:custGeom>
              <a:avLst/>
              <a:gdLst/>
              <a:ahLst/>
              <a:cxnLst/>
              <a:rect l="l" t="t" r="r" b="b"/>
              <a:pathLst>
                <a:path w="1513204" h="374650">
                  <a:moveTo>
                    <a:pt x="0" y="374192"/>
                  </a:moveTo>
                  <a:lnTo>
                    <a:pt x="1513141" y="0"/>
                  </a:lnTo>
                </a:path>
              </a:pathLst>
            </a:custGeom>
            <a:ln w="28574">
              <a:solidFill>
                <a:srgbClr val="82E6FF"/>
              </a:solidFill>
            </a:ln>
          </p:spPr>
          <p:txBody>
            <a:bodyPr wrap="square" lIns="0" tIns="0" rIns="0" bIns="0" rtlCol="0"/>
            <a:lstStyle/>
            <a:p>
              <a:endParaRPr/>
            </a:p>
          </p:txBody>
        </p:sp>
        <p:sp>
          <p:nvSpPr>
            <p:cNvPr id="114" name="object 114"/>
            <p:cNvSpPr/>
            <p:nvPr/>
          </p:nvSpPr>
          <p:spPr>
            <a:xfrm>
              <a:off x="10033753" y="3276892"/>
              <a:ext cx="138681" cy="128767"/>
            </a:xfrm>
            <a:prstGeom prst="rect">
              <a:avLst/>
            </a:prstGeom>
            <a:blipFill>
              <a:blip r:embed="rId31" cstate="print"/>
              <a:stretch>
                <a:fillRect/>
              </a:stretch>
            </a:blipFill>
          </p:spPr>
          <p:txBody>
            <a:bodyPr wrap="square" lIns="0" tIns="0" rIns="0" bIns="0" rtlCol="0"/>
            <a:lstStyle/>
            <a:p>
              <a:endParaRPr/>
            </a:p>
          </p:txBody>
        </p:sp>
      </p:grpSp>
      <p:sp>
        <p:nvSpPr>
          <p:cNvPr id="117" name="标题 116"/>
          <p:cNvSpPr>
            <a:spLocks noGrp="1"/>
          </p:cNvSpPr>
          <p:nvPr>
            <p:ph type="title"/>
          </p:nvPr>
        </p:nvSpPr>
        <p:spPr/>
        <p:txBody>
          <a:bodyPr/>
          <a:lstStyle/>
          <a:p>
            <a:r>
              <a:rPr lang="zh-CN" altLang="en-US" dirty="0"/>
              <a:t>参与者的定义：关注角色</a:t>
            </a:r>
          </a:p>
        </p:txBody>
      </p:sp>
      <p:sp>
        <p:nvSpPr>
          <p:cNvPr id="119" name="灯片编号占位符 118"/>
          <p:cNvSpPr>
            <a:spLocks noGrp="1"/>
          </p:cNvSpPr>
          <p:nvPr>
            <p:ph type="sldNum" sz="quarter" idx="12"/>
          </p:nvPr>
        </p:nvSpPr>
        <p:spPr/>
        <p:txBody>
          <a:bodyPr/>
          <a:lstStyle/>
          <a:p>
            <a:fld id="{74D2AB8B-5816-41F2-8B4B-CA5C3E4E6A65}" type="slidenum">
              <a:rPr lang="zh-CN" altLang="en-US" smtClean="0"/>
              <a:t>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1908"/>
    </mc:Choice>
    <mc:Fallback xmlns="">
      <p:transition spd="slow" advTm="71908"/>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例：参与者定义与角色划分</a:t>
            </a:r>
          </a:p>
        </p:txBody>
      </p:sp>
      <p:sp>
        <p:nvSpPr>
          <p:cNvPr id="5" name="object 9"/>
          <p:cNvSpPr txBox="1"/>
          <p:nvPr/>
        </p:nvSpPr>
        <p:spPr>
          <a:xfrm>
            <a:off x="1086535" y="4118880"/>
            <a:ext cx="2514600" cy="871219"/>
          </a:xfrm>
          <a:prstGeom prst="rect">
            <a:avLst/>
          </a:prstGeom>
        </p:spPr>
        <p:txBody>
          <a:bodyPr vert="horz" wrap="square" lIns="0" tIns="33019" rIns="0" bIns="0" rtlCol="0">
            <a:spAutoFit/>
          </a:bodyPr>
          <a:lstStyle/>
          <a:p>
            <a:pPr marL="12700" marR="5080">
              <a:lnSpc>
                <a:spcPts val="3300"/>
              </a:lnSpc>
              <a:spcBef>
                <a:spcPts val="260"/>
              </a:spcBef>
            </a:pPr>
            <a:r>
              <a:rPr sz="2800" dirty="0">
                <a:latin typeface="华文新魏" panose="02010800040101010101" charset="-122"/>
                <a:cs typeface="华文新魏" panose="02010800040101010101" charset="-122"/>
              </a:rPr>
              <a:t>李雷和韩梅梅 都具有学生角色</a:t>
            </a:r>
            <a:endParaRPr sz="2800">
              <a:latin typeface="华文新魏" panose="02010800040101010101" charset="-122"/>
              <a:cs typeface="华文新魏" panose="02010800040101010101" charset="-122"/>
            </a:endParaRPr>
          </a:p>
        </p:txBody>
      </p:sp>
      <p:sp>
        <p:nvSpPr>
          <p:cNvPr id="6" name="object 10"/>
          <p:cNvSpPr txBox="1"/>
          <p:nvPr/>
        </p:nvSpPr>
        <p:spPr>
          <a:xfrm>
            <a:off x="1086535" y="5467886"/>
            <a:ext cx="2514600" cy="871219"/>
          </a:xfrm>
          <a:prstGeom prst="rect">
            <a:avLst/>
          </a:prstGeom>
        </p:spPr>
        <p:txBody>
          <a:bodyPr vert="horz" wrap="square" lIns="0" tIns="33019" rIns="0" bIns="0" rtlCol="0">
            <a:spAutoFit/>
          </a:bodyPr>
          <a:lstStyle/>
          <a:p>
            <a:pPr marL="12700" marR="5080">
              <a:lnSpc>
                <a:spcPts val="3300"/>
              </a:lnSpc>
              <a:spcBef>
                <a:spcPts val="260"/>
              </a:spcBef>
            </a:pPr>
            <a:r>
              <a:rPr sz="2800" dirty="0">
                <a:latin typeface="华文新魏" panose="02010800040101010101" charset="-122"/>
                <a:cs typeface="华文新魏" panose="02010800040101010101" charset="-122"/>
              </a:rPr>
              <a:t>李雷同时也具有 教授的角色</a:t>
            </a:r>
            <a:endParaRPr sz="2800">
              <a:latin typeface="华文新魏" panose="02010800040101010101" charset="-122"/>
              <a:cs typeface="华文新魏" panose="02010800040101010101" charset="-122"/>
            </a:endParaRPr>
          </a:p>
        </p:txBody>
      </p:sp>
      <p:sp>
        <p:nvSpPr>
          <p:cNvPr id="7" name="object 11"/>
          <p:cNvSpPr/>
          <p:nvPr/>
        </p:nvSpPr>
        <p:spPr>
          <a:xfrm>
            <a:off x="4789358" y="3703708"/>
            <a:ext cx="6308725" cy="2757805"/>
          </a:xfrm>
          <a:custGeom>
            <a:avLst/>
            <a:gdLst/>
            <a:ahLst/>
            <a:cxnLst/>
            <a:rect l="l" t="t" r="r" b="b"/>
            <a:pathLst>
              <a:path w="6308725" h="2757804">
                <a:moveTo>
                  <a:pt x="0" y="0"/>
                </a:moveTo>
                <a:lnTo>
                  <a:pt x="6308421" y="0"/>
                </a:lnTo>
                <a:lnTo>
                  <a:pt x="6308421" y="2757191"/>
                </a:lnTo>
                <a:lnTo>
                  <a:pt x="0" y="2757191"/>
                </a:lnTo>
                <a:lnTo>
                  <a:pt x="0" y="0"/>
                </a:lnTo>
                <a:close/>
              </a:path>
            </a:pathLst>
          </a:custGeom>
          <a:solidFill>
            <a:srgbClr val="F2913F"/>
          </a:solidFill>
        </p:spPr>
        <p:txBody>
          <a:bodyPr wrap="square" lIns="0" tIns="0" rIns="0" bIns="0" rtlCol="0"/>
          <a:lstStyle/>
          <a:p>
            <a:endParaRPr/>
          </a:p>
        </p:txBody>
      </p:sp>
      <p:sp>
        <p:nvSpPr>
          <p:cNvPr id="8" name="object 12"/>
          <p:cNvSpPr/>
          <p:nvPr/>
        </p:nvSpPr>
        <p:spPr>
          <a:xfrm>
            <a:off x="4789358" y="3703708"/>
            <a:ext cx="6308725" cy="2757805"/>
          </a:xfrm>
          <a:custGeom>
            <a:avLst/>
            <a:gdLst/>
            <a:ahLst/>
            <a:cxnLst/>
            <a:rect l="l" t="t" r="r" b="b"/>
            <a:pathLst>
              <a:path w="6308725" h="2757804">
                <a:moveTo>
                  <a:pt x="0" y="0"/>
                </a:moveTo>
                <a:lnTo>
                  <a:pt x="6308420" y="0"/>
                </a:lnTo>
                <a:lnTo>
                  <a:pt x="6308420" y="2757191"/>
                </a:lnTo>
                <a:lnTo>
                  <a:pt x="0" y="2757191"/>
                </a:lnTo>
                <a:lnTo>
                  <a:pt x="0" y="0"/>
                </a:lnTo>
              </a:path>
            </a:pathLst>
          </a:custGeom>
          <a:ln w="9524">
            <a:solidFill>
              <a:srgbClr val="CBCBCB"/>
            </a:solidFill>
          </a:ln>
        </p:spPr>
        <p:txBody>
          <a:bodyPr wrap="square" lIns="0" tIns="0" rIns="0" bIns="0" rtlCol="0"/>
          <a:lstStyle/>
          <a:p>
            <a:endParaRPr/>
          </a:p>
        </p:txBody>
      </p:sp>
      <p:sp>
        <p:nvSpPr>
          <p:cNvPr id="9" name="object 13"/>
          <p:cNvSpPr/>
          <p:nvPr/>
        </p:nvSpPr>
        <p:spPr>
          <a:xfrm>
            <a:off x="3792409" y="4392874"/>
            <a:ext cx="912494" cy="5080"/>
          </a:xfrm>
          <a:custGeom>
            <a:avLst/>
            <a:gdLst/>
            <a:ahLst/>
            <a:cxnLst/>
            <a:rect l="l" t="t" r="r" b="b"/>
            <a:pathLst>
              <a:path w="912495" h="5079">
                <a:moveTo>
                  <a:pt x="0" y="4571"/>
                </a:moveTo>
                <a:lnTo>
                  <a:pt x="912018" y="0"/>
                </a:lnTo>
              </a:path>
            </a:pathLst>
          </a:custGeom>
          <a:ln w="38099">
            <a:solidFill>
              <a:srgbClr val="38D5FF"/>
            </a:solidFill>
          </a:ln>
        </p:spPr>
        <p:txBody>
          <a:bodyPr wrap="square" lIns="0" tIns="0" rIns="0" bIns="0" rtlCol="0"/>
          <a:lstStyle/>
          <a:p>
            <a:endParaRPr/>
          </a:p>
        </p:txBody>
      </p:sp>
      <p:sp>
        <p:nvSpPr>
          <p:cNvPr id="10" name="object 14"/>
          <p:cNvSpPr/>
          <p:nvPr/>
        </p:nvSpPr>
        <p:spPr>
          <a:xfrm>
            <a:off x="4627944" y="4336107"/>
            <a:ext cx="114935" cy="114300"/>
          </a:xfrm>
          <a:custGeom>
            <a:avLst/>
            <a:gdLst/>
            <a:ahLst/>
            <a:cxnLst/>
            <a:rect l="l" t="t" r="r" b="b"/>
            <a:pathLst>
              <a:path w="114935" h="114300">
                <a:moveTo>
                  <a:pt x="0" y="0"/>
                </a:moveTo>
                <a:lnTo>
                  <a:pt x="572" y="114298"/>
                </a:lnTo>
                <a:lnTo>
                  <a:pt x="114584" y="56575"/>
                </a:lnTo>
                <a:lnTo>
                  <a:pt x="0" y="0"/>
                </a:lnTo>
                <a:close/>
              </a:path>
            </a:pathLst>
          </a:custGeom>
          <a:solidFill>
            <a:srgbClr val="38D5FF"/>
          </a:solidFill>
        </p:spPr>
        <p:txBody>
          <a:bodyPr wrap="square" lIns="0" tIns="0" rIns="0" bIns="0" rtlCol="0"/>
          <a:lstStyle/>
          <a:p>
            <a:endParaRPr/>
          </a:p>
        </p:txBody>
      </p:sp>
      <p:sp>
        <p:nvSpPr>
          <p:cNvPr id="11" name="object 15"/>
          <p:cNvSpPr/>
          <p:nvPr/>
        </p:nvSpPr>
        <p:spPr>
          <a:xfrm>
            <a:off x="3637893" y="5826196"/>
            <a:ext cx="1085850" cy="9525"/>
          </a:xfrm>
          <a:custGeom>
            <a:avLst/>
            <a:gdLst/>
            <a:ahLst/>
            <a:cxnLst/>
            <a:rect l="l" t="t" r="r" b="b"/>
            <a:pathLst>
              <a:path w="1085850" h="9525">
                <a:moveTo>
                  <a:pt x="0" y="0"/>
                </a:moveTo>
                <a:lnTo>
                  <a:pt x="1085850" y="9202"/>
                </a:lnTo>
              </a:path>
            </a:pathLst>
          </a:custGeom>
          <a:ln w="38099">
            <a:solidFill>
              <a:srgbClr val="38D5FF"/>
            </a:solidFill>
          </a:ln>
        </p:spPr>
        <p:txBody>
          <a:bodyPr wrap="square" lIns="0" tIns="0" rIns="0" bIns="0" rtlCol="0"/>
          <a:lstStyle/>
          <a:p>
            <a:endParaRPr/>
          </a:p>
        </p:txBody>
      </p:sp>
      <p:sp>
        <p:nvSpPr>
          <p:cNvPr id="12" name="object 16"/>
          <p:cNvSpPr/>
          <p:nvPr/>
        </p:nvSpPr>
        <p:spPr>
          <a:xfrm>
            <a:off x="4647062" y="5777604"/>
            <a:ext cx="114935" cy="114300"/>
          </a:xfrm>
          <a:custGeom>
            <a:avLst/>
            <a:gdLst/>
            <a:ahLst/>
            <a:cxnLst/>
            <a:rect l="l" t="t" r="r" b="b"/>
            <a:pathLst>
              <a:path w="114935" h="114300">
                <a:moveTo>
                  <a:pt x="969" y="0"/>
                </a:moveTo>
                <a:lnTo>
                  <a:pt x="0" y="114295"/>
                </a:lnTo>
                <a:lnTo>
                  <a:pt x="114780" y="58116"/>
                </a:lnTo>
                <a:lnTo>
                  <a:pt x="969" y="0"/>
                </a:lnTo>
                <a:close/>
              </a:path>
            </a:pathLst>
          </a:custGeom>
          <a:solidFill>
            <a:srgbClr val="38D5FF"/>
          </a:solidFill>
        </p:spPr>
        <p:txBody>
          <a:bodyPr wrap="square" lIns="0" tIns="0" rIns="0" bIns="0" rtlCol="0"/>
          <a:lstStyle/>
          <a:p>
            <a:endParaRPr/>
          </a:p>
        </p:txBody>
      </p:sp>
      <p:sp>
        <p:nvSpPr>
          <p:cNvPr id="13" name="object 17"/>
          <p:cNvSpPr/>
          <p:nvPr/>
        </p:nvSpPr>
        <p:spPr>
          <a:xfrm>
            <a:off x="5551999" y="3945007"/>
            <a:ext cx="356235" cy="243204"/>
          </a:xfrm>
          <a:custGeom>
            <a:avLst/>
            <a:gdLst/>
            <a:ahLst/>
            <a:cxnLst/>
            <a:rect l="l" t="t" r="r" b="b"/>
            <a:pathLst>
              <a:path w="356235" h="243204">
                <a:moveTo>
                  <a:pt x="0" y="121399"/>
                </a:moveTo>
                <a:lnTo>
                  <a:pt x="9067" y="83028"/>
                </a:lnTo>
                <a:lnTo>
                  <a:pt x="34316" y="49702"/>
                </a:lnTo>
                <a:lnTo>
                  <a:pt x="72818" y="23423"/>
                </a:lnTo>
                <a:lnTo>
                  <a:pt x="121643" y="6189"/>
                </a:lnTo>
                <a:lnTo>
                  <a:pt x="177860" y="0"/>
                </a:lnTo>
                <a:lnTo>
                  <a:pt x="234078" y="6189"/>
                </a:lnTo>
                <a:lnTo>
                  <a:pt x="282903" y="23423"/>
                </a:lnTo>
                <a:lnTo>
                  <a:pt x="321405" y="49702"/>
                </a:lnTo>
                <a:lnTo>
                  <a:pt x="346654" y="83028"/>
                </a:lnTo>
                <a:lnTo>
                  <a:pt x="355722" y="121399"/>
                </a:lnTo>
                <a:lnTo>
                  <a:pt x="346654" y="159771"/>
                </a:lnTo>
                <a:lnTo>
                  <a:pt x="321405" y="193097"/>
                </a:lnTo>
                <a:lnTo>
                  <a:pt x="282903" y="219376"/>
                </a:lnTo>
                <a:lnTo>
                  <a:pt x="234078" y="236610"/>
                </a:lnTo>
                <a:lnTo>
                  <a:pt x="177860" y="242799"/>
                </a:lnTo>
                <a:lnTo>
                  <a:pt x="121643" y="236610"/>
                </a:lnTo>
                <a:lnTo>
                  <a:pt x="72818" y="219376"/>
                </a:lnTo>
                <a:lnTo>
                  <a:pt x="34316" y="193097"/>
                </a:lnTo>
                <a:lnTo>
                  <a:pt x="9067" y="159771"/>
                </a:lnTo>
                <a:lnTo>
                  <a:pt x="0" y="121399"/>
                </a:lnTo>
                <a:close/>
              </a:path>
            </a:pathLst>
          </a:custGeom>
          <a:ln w="28574">
            <a:solidFill>
              <a:srgbClr val="ECEBEB"/>
            </a:solidFill>
          </a:ln>
        </p:spPr>
        <p:txBody>
          <a:bodyPr wrap="square" lIns="0" tIns="0" rIns="0" bIns="0" rtlCol="0"/>
          <a:lstStyle/>
          <a:p>
            <a:endParaRPr/>
          </a:p>
        </p:txBody>
      </p:sp>
      <p:sp>
        <p:nvSpPr>
          <p:cNvPr id="14" name="object 18"/>
          <p:cNvSpPr/>
          <p:nvPr/>
        </p:nvSpPr>
        <p:spPr>
          <a:xfrm>
            <a:off x="5729159" y="4189763"/>
            <a:ext cx="1905" cy="227329"/>
          </a:xfrm>
          <a:custGeom>
            <a:avLst/>
            <a:gdLst/>
            <a:ahLst/>
            <a:cxnLst/>
            <a:rect l="l" t="t" r="r" b="b"/>
            <a:pathLst>
              <a:path w="1904" h="227329">
                <a:moveTo>
                  <a:pt x="703" y="-14287"/>
                </a:moveTo>
                <a:lnTo>
                  <a:pt x="703" y="241422"/>
                </a:lnTo>
              </a:path>
            </a:pathLst>
          </a:custGeom>
          <a:ln w="29981">
            <a:solidFill>
              <a:srgbClr val="ECEBEB"/>
            </a:solidFill>
          </a:ln>
        </p:spPr>
        <p:txBody>
          <a:bodyPr wrap="square" lIns="0" tIns="0" rIns="0" bIns="0" rtlCol="0"/>
          <a:lstStyle/>
          <a:p>
            <a:endParaRPr/>
          </a:p>
        </p:txBody>
      </p:sp>
      <p:sp>
        <p:nvSpPr>
          <p:cNvPr id="15" name="object 19"/>
          <p:cNvSpPr/>
          <p:nvPr/>
        </p:nvSpPr>
        <p:spPr>
          <a:xfrm>
            <a:off x="5447955" y="4253401"/>
            <a:ext cx="563880" cy="1270"/>
          </a:xfrm>
          <a:custGeom>
            <a:avLst/>
            <a:gdLst/>
            <a:ahLst/>
            <a:cxnLst/>
            <a:rect l="l" t="t" r="r" b="b"/>
            <a:pathLst>
              <a:path w="563879" h="1270">
                <a:moveTo>
                  <a:pt x="0" y="0"/>
                </a:moveTo>
                <a:lnTo>
                  <a:pt x="563812" y="979"/>
                </a:lnTo>
              </a:path>
            </a:pathLst>
          </a:custGeom>
          <a:ln w="28574">
            <a:solidFill>
              <a:srgbClr val="ECEBEB"/>
            </a:solidFill>
          </a:ln>
        </p:spPr>
        <p:txBody>
          <a:bodyPr wrap="square" lIns="0" tIns="0" rIns="0" bIns="0" rtlCol="0"/>
          <a:lstStyle/>
          <a:p>
            <a:endParaRPr/>
          </a:p>
        </p:txBody>
      </p:sp>
      <p:sp>
        <p:nvSpPr>
          <p:cNvPr id="16" name="object 20"/>
          <p:cNvSpPr/>
          <p:nvPr/>
        </p:nvSpPr>
        <p:spPr>
          <a:xfrm>
            <a:off x="5339691" y="4416899"/>
            <a:ext cx="779145" cy="266700"/>
          </a:xfrm>
          <a:custGeom>
            <a:avLst/>
            <a:gdLst/>
            <a:ahLst/>
            <a:cxnLst/>
            <a:rect l="l" t="t" r="r" b="b"/>
            <a:pathLst>
              <a:path w="779145" h="266700">
                <a:moveTo>
                  <a:pt x="0" y="266295"/>
                </a:moveTo>
                <a:lnTo>
                  <a:pt x="389466" y="0"/>
                </a:lnTo>
                <a:lnTo>
                  <a:pt x="778932" y="266295"/>
                </a:lnTo>
              </a:path>
            </a:pathLst>
          </a:custGeom>
          <a:ln w="28574">
            <a:solidFill>
              <a:srgbClr val="ECEBEB"/>
            </a:solidFill>
          </a:ln>
        </p:spPr>
        <p:txBody>
          <a:bodyPr wrap="square" lIns="0" tIns="0" rIns="0" bIns="0" rtlCol="0"/>
          <a:lstStyle/>
          <a:p>
            <a:endParaRPr/>
          </a:p>
        </p:txBody>
      </p:sp>
      <p:sp>
        <p:nvSpPr>
          <p:cNvPr id="17" name="object 21"/>
          <p:cNvSpPr txBox="1"/>
          <p:nvPr/>
        </p:nvSpPr>
        <p:spPr>
          <a:xfrm>
            <a:off x="5103555" y="4740028"/>
            <a:ext cx="1188720"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E7E6E6"/>
                </a:solidFill>
                <a:latin typeface="华文新魏" panose="02010800040101010101" charset="-122"/>
                <a:cs typeface="华文新魏" panose="02010800040101010101" charset="-122"/>
              </a:rPr>
              <a:t>Student</a:t>
            </a:r>
            <a:endParaRPr sz="2800">
              <a:latin typeface="华文新魏" panose="02010800040101010101" charset="-122"/>
              <a:cs typeface="华文新魏" panose="02010800040101010101" charset="-122"/>
            </a:endParaRPr>
          </a:p>
        </p:txBody>
      </p:sp>
      <p:sp>
        <p:nvSpPr>
          <p:cNvPr id="18" name="object 22"/>
          <p:cNvSpPr/>
          <p:nvPr/>
        </p:nvSpPr>
        <p:spPr>
          <a:xfrm>
            <a:off x="5545652" y="5264221"/>
            <a:ext cx="356235" cy="243204"/>
          </a:xfrm>
          <a:custGeom>
            <a:avLst/>
            <a:gdLst/>
            <a:ahLst/>
            <a:cxnLst/>
            <a:rect l="l" t="t" r="r" b="b"/>
            <a:pathLst>
              <a:path w="356235" h="243204">
                <a:moveTo>
                  <a:pt x="0" y="121399"/>
                </a:moveTo>
                <a:lnTo>
                  <a:pt x="9067" y="83028"/>
                </a:lnTo>
                <a:lnTo>
                  <a:pt x="34316" y="49702"/>
                </a:lnTo>
                <a:lnTo>
                  <a:pt x="72818" y="23423"/>
                </a:lnTo>
                <a:lnTo>
                  <a:pt x="121643" y="6189"/>
                </a:lnTo>
                <a:lnTo>
                  <a:pt x="177860" y="0"/>
                </a:lnTo>
                <a:lnTo>
                  <a:pt x="234078" y="6189"/>
                </a:lnTo>
                <a:lnTo>
                  <a:pt x="282903" y="23423"/>
                </a:lnTo>
                <a:lnTo>
                  <a:pt x="321405" y="49702"/>
                </a:lnTo>
                <a:lnTo>
                  <a:pt x="346654" y="83028"/>
                </a:lnTo>
                <a:lnTo>
                  <a:pt x="355722" y="121399"/>
                </a:lnTo>
                <a:lnTo>
                  <a:pt x="346654" y="159771"/>
                </a:lnTo>
                <a:lnTo>
                  <a:pt x="321405" y="193097"/>
                </a:lnTo>
                <a:lnTo>
                  <a:pt x="282903" y="219376"/>
                </a:lnTo>
                <a:lnTo>
                  <a:pt x="234078" y="236610"/>
                </a:lnTo>
                <a:lnTo>
                  <a:pt x="177860" y="242799"/>
                </a:lnTo>
                <a:lnTo>
                  <a:pt x="121643" y="236610"/>
                </a:lnTo>
                <a:lnTo>
                  <a:pt x="72818" y="219376"/>
                </a:lnTo>
                <a:lnTo>
                  <a:pt x="34316" y="193097"/>
                </a:lnTo>
                <a:lnTo>
                  <a:pt x="9067" y="159771"/>
                </a:lnTo>
                <a:lnTo>
                  <a:pt x="0" y="121399"/>
                </a:lnTo>
                <a:close/>
              </a:path>
            </a:pathLst>
          </a:custGeom>
          <a:ln w="28574">
            <a:solidFill>
              <a:srgbClr val="ECEBEB"/>
            </a:solidFill>
          </a:ln>
        </p:spPr>
        <p:txBody>
          <a:bodyPr wrap="square" lIns="0" tIns="0" rIns="0" bIns="0" rtlCol="0"/>
          <a:lstStyle/>
          <a:p>
            <a:endParaRPr/>
          </a:p>
        </p:txBody>
      </p:sp>
      <p:sp>
        <p:nvSpPr>
          <p:cNvPr id="19" name="object 23"/>
          <p:cNvSpPr/>
          <p:nvPr/>
        </p:nvSpPr>
        <p:spPr>
          <a:xfrm>
            <a:off x="5722812" y="5508977"/>
            <a:ext cx="1905" cy="227329"/>
          </a:xfrm>
          <a:custGeom>
            <a:avLst/>
            <a:gdLst/>
            <a:ahLst/>
            <a:cxnLst/>
            <a:rect l="l" t="t" r="r" b="b"/>
            <a:pathLst>
              <a:path w="1904" h="227329">
                <a:moveTo>
                  <a:pt x="703" y="-14287"/>
                </a:moveTo>
                <a:lnTo>
                  <a:pt x="703" y="241421"/>
                </a:lnTo>
              </a:path>
            </a:pathLst>
          </a:custGeom>
          <a:ln w="29981">
            <a:solidFill>
              <a:srgbClr val="ECEBEB"/>
            </a:solidFill>
          </a:ln>
        </p:spPr>
        <p:txBody>
          <a:bodyPr wrap="square" lIns="0" tIns="0" rIns="0" bIns="0" rtlCol="0"/>
          <a:lstStyle/>
          <a:p>
            <a:endParaRPr/>
          </a:p>
        </p:txBody>
      </p:sp>
      <p:sp>
        <p:nvSpPr>
          <p:cNvPr id="20" name="object 24"/>
          <p:cNvSpPr/>
          <p:nvPr/>
        </p:nvSpPr>
        <p:spPr>
          <a:xfrm>
            <a:off x="5441608" y="5572615"/>
            <a:ext cx="563880" cy="1270"/>
          </a:xfrm>
          <a:custGeom>
            <a:avLst/>
            <a:gdLst/>
            <a:ahLst/>
            <a:cxnLst/>
            <a:rect l="l" t="t" r="r" b="b"/>
            <a:pathLst>
              <a:path w="563879" h="1270">
                <a:moveTo>
                  <a:pt x="0" y="0"/>
                </a:moveTo>
                <a:lnTo>
                  <a:pt x="563813" y="979"/>
                </a:lnTo>
              </a:path>
            </a:pathLst>
          </a:custGeom>
          <a:ln w="28574">
            <a:solidFill>
              <a:srgbClr val="ECEBEB"/>
            </a:solidFill>
          </a:ln>
        </p:spPr>
        <p:txBody>
          <a:bodyPr wrap="square" lIns="0" tIns="0" rIns="0" bIns="0" rtlCol="0"/>
          <a:lstStyle/>
          <a:p>
            <a:endParaRPr/>
          </a:p>
        </p:txBody>
      </p:sp>
      <p:sp>
        <p:nvSpPr>
          <p:cNvPr id="21" name="object 25"/>
          <p:cNvSpPr/>
          <p:nvPr/>
        </p:nvSpPr>
        <p:spPr>
          <a:xfrm>
            <a:off x="5333345" y="5736112"/>
            <a:ext cx="779145" cy="266700"/>
          </a:xfrm>
          <a:custGeom>
            <a:avLst/>
            <a:gdLst/>
            <a:ahLst/>
            <a:cxnLst/>
            <a:rect l="l" t="t" r="r" b="b"/>
            <a:pathLst>
              <a:path w="779145" h="266700">
                <a:moveTo>
                  <a:pt x="0" y="266295"/>
                </a:moveTo>
                <a:lnTo>
                  <a:pt x="389466" y="0"/>
                </a:lnTo>
                <a:lnTo>
                  <a:pt x="778932" y="266295"/>
                </a:lnTo>
              </a:path>
            </a:pathLst>
          </a:custGeom>
          <a:ln w="28574">
            <a:solidFill>
              <a:srgbClr val="ECEBEB"/>
            </a:solidFill>
          </a:ln>
        </p:spPr>
        <p:txBody>
          <a:bodyPr wrap="square" lIns="0" tIns="0" rIns="0" bIns="0" rtlCol="0"/>
          <a:lstStyle/>
          <a:p>
            <a:endParaRPr/>
          </a:p>
        </p:txBody>
      </p:sp>
      <p:sp>
        <p:nvSpPr>
          <p:cNvPr id="22" name="object 26"/>
          <p:cNvSpPr txBox="1"/>
          <p:nvPr/>
        </p:nvSpPr>
        <p:spPr>
          <a:xfrm>
            <a:off x="5086118" y="6025903"/>
            <a:ext cx="143192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E7E6E6"/>
                </a:solidFill>
                <a:latin typeface="华文新魏" panose="02010800040101010101" charset="-122"/>
                <a:cs typeface="华文新魏" panose="02010800040101010101" charset="-122"/>
              </a:rPr>
              <a:t>Professor</a:t>
            </a:r>
            <a:endParaRPr sz="2800">
              <a:latin typeface="华文新魏" panose="02010800040101010101" charset="-122"/>
              <a:cs typeface="华文新魏" panose="02010800040101010101" charset="-122"/>
            </a:endParaRPr>
          </a:p>
        </p:txBody>
      </p:sp>
      <p:sp>
        <p:nvSpPr>
          <p:cNvPr id="23" name="object 28"/>
          <p:cNvSpPr/>
          <p:nvPr/>
        </p:nvSpPr>
        <p:spPr>
          <a:xfrm>
            <a:off x="7941074" y="3771382"/>
            <a:ext cx="2898140" cy="1224915"/>
          </a:xfrm>
          <a:custGeom>
            <a:avLst/>
            <a:gdLst/>
            <a:ahLst/>
            <a:cxnLst/>
            <a:rect l="l" t="t" r="r" b="b"/>
            <a:pathLst>
              <a:path w="2898140" h="1224914">
                <a:moveTo>
                  <a:pt x="0" y="612406"/>
                </a:moveTo>
                <a:lnTo>
                  <a:pt x="5921" y="556665"/>
                </a:lnTo>
                <a:lnTo>
                  <a:pt x="23343" y="502325"/>
                </a:lnTo>
                <a:lnTo>
                  <a:pt x="51754" y="449604"/>
                </a:lnTo>
                <a:lnTo>
                  <a:pt x="90644" y="398718"/>
                </a:lnTo>
                <a:lnTo>
                  <a:pt x="139500" y="349882"/>
                </a:lnTo>
                <a:lnTo>
                  <a:pt x="197811" y="303313"/>
                </a:lnTo>
                <a:lnTo>
                  <a:pt x="230353" y="280946"/>
                </a:lnTo>
                <a:lnTo>
                  <a:pt x="265066" y="259227"/>
                </a:lnTo>
                <a:lnTo>
                  <a:pt x="301887" y="238183"/>
                </a:lnTo>
                <a:lnTo>
                  <a:pt x="340753" y="217840"/>
                </a:lnTo>
                <a:lnTo>
                  <a:pt x="381598" y="198227"/>
                </a:lnTo>
                <a:lnTo>
                  <a:pt x="424360" y="179369"/>
                </a:lnTo>
                <a:lnTo>
                  <a:pt x="468974" y="161295"/>
                </a:lnTo>
                <a:lnTo>
                  <a:pt x="515377" y="144030"/>
                </a:lnTo>
                <a:lnTo>
                  <a:pt x="563504" y="127602"/>
                </a:lnTo>
                <a:lnTo>
                  <a:pt x="613291" y="112038"/>
                </a:lnTo>
                <a:lnTo>
                  <a:pt x="664675" y="97366"/>
                </a:lnTo>
                <a:lnTo>
                  <a:pt x="717591" y="83611"/>
                </a:lnTo>
                <a:lnTo>
                  <a:pt x="771976" y="70801"/>
                </a:lnTo>
                <a:lnTo>
                  <a:pt x="827766" y="58964"/>
                </a:lnTo>
                <a:lnTo>
                  <a:pt x="884897" y="48125"/>
                </a:lnTo>
                <a:lnTo>
                  <a:pt x="943304" y="38313"/>
                </a:lnTo>
                <a:lnTo>
                  <a:pt x="1002925" y="29554"/>
                </a:lnTo>
                <a:lnTo>
                  <a:pt x="1063694" y="21875"/>
                </a:lnTo>
                <a:lnTo>
                  <a:pt x="1125548" y="15304"/>
                </a:lnTo>
                <a:lnTo>
                  <a:pt x="1188424" y="9866"/>
                </a:lnTo>
                <a:lnTo>
                  <a:pt x="1252257" y="5590"/>
                </a:lnTo>
                <a:lnTo>
                  <a:pt x="1316983" y="2502"/>
                </a:lnTo>
                <a:lnTo>
                  <a:pt x="1382538" y="630"/>
                </a:lnTo>
                <a:lnTo>
                  <a:pt x="1448858" y="0"/>
                </a:lnTo>
                <a:lnTo>
                  <a:pt x="1515179" y="630"/>
                </a:lnTo>
                <a:lnTo>
                  <a:pt x="1580734" y="2502"/>
                </a:lnTo>
                <a:lnTo>
                  <a:pt x="1645460" y="5590"/>
                </a:lnTo>
                <a:lnTo>
                  <a:pt x="1709292" y="9866"/>
                </a:lnTo>
                <a:lnTo>
                  <a:pt x="1772168" y="15304"/>
                </a:lnTo>
                <a:lnTo>
                  <a:pt x="1834022" y="21875"/>
                </a:lnTo>
                <a:lnTo>
                  <a:pt x="1894791" y="29554"/>
                </a:lnTo>
                <a:lnTo>
                  <a:pt x="1954412" y="38313"/>
                </a:lnTo>
                <a:lnTo>
                  <a:pt x="2012819" y="48125"/>
                </a:lnTo>
                <a:lnTo>
                  <a:pt x="2069950" y="58964"/>
                </a:lnTo>
                <a:lnTo>
                  <a:pt x="2125740" y="70801"/>
                </a:lnTo>
                <a:lnTo>
                  <a:pt x="2180125" y="83611"/>
                </a:lnTo>
                <a:lnTo>
                  <a:pt x="2233041" y="97366"/>
                </a:lnTo>
                <a:lnTo>
                  <a:pt x="2284425" y="112038"/>
                </a:lnTo>
                <a:lnTo>
                  <a:pt x="2334212" y="127602"/>
                </a:lnTo>
                <a:lnTo>
                  <a:pt x="2382339" y="144030"/>
                </a:lnTo>
                <a:lnTo>
                  <a:pt x="2428742" y="161295"/>
                </a:lnTo>
                <a:lnTo>
                  <a:pt x="2473356" y="179369"/>
                </a:lnTo>
                <a:lnTo>
                  <a:pt x="2516118" y="198227"/>
                </a:lnTo>
                <a:lnTo>
                  <a:pt x="2556963" y="217840"/>
                </a:lnTo>
                <a:lnTo>
                  <a:pt x="2595829" y="238183"/>
                </a:lnTo>
                <a:lnTo>
                  <a:pt x="2632650" y="259227"/>
                </a:lnTo>
                <a:lnTo>
                  <a:pt x="2667364" y="280946"/>
                </a:lnTo>
                <a:lnTo>
                  <a:pt x="2699905" y="303313"/>
                </a:lnTo>
                <a:lnTo>
                  <a:pt x="2758216" y="349882"/>
                </a:lnTo>
                <a:lnTo>
                  <a:pt x="2807073" y="398718"/>
                </a:lnTo>
                <a:lnTo>
                  <a:pt x="2845962" y="449604"/>
                </a:lnTo>
                <a:lnTo>
                  <a:pt x="2874374" y="502325"/>
                </a:lnTo>
                <a:lnTo>
                  <a:pt x="2891796" y="556665"/>
                </a:lnTo>
                <a:lnTo>
                  <a:pt x="2897717" y="612406"/>
                </a:lnTo>
                <a:lnTo>
                  <a:pt x="2896226" y="640439"/>
                </a:lnTo>
                <a:lnTo>
                  <a:pt x="2884491" y="695506"/>
                </a:lnTo>
                <a:lnTo>
                  <a:pt x="2861510" y="749064"/>
                </a:lnTo>
                <a:lnTo>
                  <a:pt x="2827795" y="800894"/>
                </a:lnTo>
                <a:lnTo>
                  <a:pt x="2783858" y="850783"/>
                </a:lnTo>
                <a:lnTo>
                  <a:pt x="2730211" y="898512"/>
                </a:lnTo>
                <a:lnTo>
                  <a:pt x="2667364" y="943867"/>
                </a:lnTo>
                <a:lnTo>
                  <a:pt x="2632650" y="965586"/>
                </a:lnTo>
                <a:lnTo>
                  <a:pt x="2595829" y="986630"/>
                </a:lnTo>
                <a:lnTo>
                  <a:pt x="2556963" y="1006972"/>
                </a:lnTo>
                <a:lnTo>
                  <a:pt x="2516118" y="1026586"/>
                </a:lnTo>
                <a:lnTo>
                  <a:pt x="2473356" y="1045443"/>
                </a:lnTo>
                <a:lnTo>
                  <a:pt x="2428742" y="1063518"/>
                </a:lnTo>
                <a:lnTo>
                  <a:pt x="2382339" y="1080783"/>
                </a:lnTo>
                <a:lnTo>
                  <a:pt x="2334212" y="1097210"/>
                </a:lnTo>
                <a:lnTo>
                  <a:pt x="2284425" y="1112774"/>
                </a:lnTo>
                <a:lnTo>
                  <a:pt x="2233041" y="1127447"/>
                </a:lnTo>
                <a:lnTo>
                  <a:pt x="2180125" y="1141202"/>
                </a:lnTo>
                <a:lnTo>
                  <a:pt x="2125740" y="1154011"/>
                </a:lnTo>
                <a:lnTo>
                  <a:pt x="2069950" y="1165849"/>
                </a:lnTo>
                <a:lnTo>
                  <a:pt x="2012819" y="1176687"/>
                </a:lnTo>
                <a:lnTo>
                  <a:pt x="1954412" y="1186499"/>
                </a:lnTo>
                <a:lnTo>
                  <a:pt x="1894791" y="1195258"/>
                </a:lnTo>
                <a:lnTo>
                  <a:pt x="1834022" y="1202937"/>
                </a:lnTo>
                <a:lnTo>
                  <a:pt x="1772168" y="1209509"/>
                </a:lnTo>
                <a:lnTo>
                  <a:pt x="1709292" y="1214946"/>
                </a:lnTo>
                <a:lnTo>
                  <a:pt x="1645460" y="1219223"/>
                </a:lnTo>
                <a:lnTo>
                  <a:pt x="1580734" y="1222310"/>
                </a:lnTo>
                <a:lnTo>
                  <a:pt x="1515179" y="1224183"/>
                </a:lnTo>
                <a:lnTo>
                  <a:pt x="1448858" y="1224813"/>
                </a:lnTo>
                <a:lnTo>
                  <a:pt x="1382538" y="1224183"/>
                </a:lnTo>
                <a:lnTo>
                  <a:pt x="1316983" y="1222310"/>
                </a:lnTo>
                <a:lnTo>
                  <a:pt x="1252257" y="1219223"/>
                </a:lnTo>
                <a:lnTo>
                  <a:pt x="1188424" y="1214946"/>
                </a:lnTo>
                <a:lnTo>
                  <a:pt x="1125548" y="1209509"/>
                </a:lnTo>
                <a:lnTo>
                  <a:pt x="1063694" y="1202937"/>
                </a:lnTo>
                <a:lnTo>
                  <a:pt x="1002925" y="1195258"/>
                </a:lnTo>
                <a:lnTo>
                  <a:pt x="943304" y="1186499"/>
                </a:lnTo>
                <a:lnTo>
                  <a:pt x="884897" y="1176687"/>
                </a:lnTo>
                <a:lnTo>
                  <a:pt x="827766" y="1165849"/>
                </a:lnTo>
                <a:lnTo>
                  <a:pt x="771976" y="1154011"/>
                </a:lnTo>
                <a:lnTo>
                  <a:pt x="717591" y="1141202"/>
                </a:lnTo>
                <a:lnTo>
                  <a:pt x="664675" y="1127447"/>
                </a:lnTo>
                <a:lnTo>
                  <a:pt x="613291" y="1112774"/>
                </a:lnTo>
                <a:lnTo>
                  <a:pt x="563504" y="1097210"/>
                </a:lnTo>
                <a:lnTo>
                  <a:pt x="515377" y="1080783"/>
                </a:lnTo>
                <a:lnTo>
                  <a:pt x="468974" y="1063518"/>
                </a:lnTo>
                <a:lnTo>
                  <a:pt x="424360" y="1045443"/>
                </a:lnTo>
                <a:lnTo>
                  <a:pt x="381598" y="1026586"/>
                </a:lnTo>
                <a:lnTo>
                  <a:pt x="340753" y="1006972"/>
                </a:lnTo>
                <a:lnTo>
                  <a:pt x="301887" y="986630"/>
                </a:lnTo>
                <a:lnTo>
                  <a:pt x="265066" y="965586"/>
                </a:lnTo>
                <a:lnTo>
                  <a:pt x="230353" y="943867"/>
                </a:lnTo>
                <a:lnTo>
                  <a:pt x="197811" y="921500"/>
                </a:lnTo>
                <a:lnTo>
                  <a:pt x="139500" y="874931"/>
                </a:lnTo>
                <a:lnTo>
                  <a:pt x="90644" y="826095"/>
                </a:lnTo>
                <a:lnTo>
                  <a:pt x="51754" y="775208"/>
                </a:lnTo>
                <a:lnTo>
                  <a:pt x="23343" y="722487"/>
                </a:lnTo>
                <a:lnTo>
                  <a:pt x="5921" y="668148"/>
                </a:lnTo>
                <a:lnTo>
                  <a:pt x="0" y="612406"/>
                </a:lnTo>
                <a:close/>
              </a:path>
            </a:pathLst>
          </a:custGeom>
          <a:ln w="28574">
            <a:solidFill>
              <a:srgbClr val="ECEBEB"/>
            </a:solidFill>
          </a:ln>
        </p:spPr>
        <p:txBody>
          <a:bodyPr wrap="square" lIns="0" tIns="0" rIns="0" bIns="0" rtlCol="0"/>
          <a:lstStyle/>
          <a:p>
            <a:endParaRPr/>
          </a:p>
        </p:txBody>
      </p:sp>
      <p:sp>
        <p:nvSpPr>
          <p:cNvPr id="24" name="object 29"/>
          <p:cNvSpPr txBox="1"/>
          <p:nvPr/>
        </p:nvSpPr>
        <p:spPr>
          <a:xfrm>
            <a:off x="8540753" y="3731008"/>
            <a:ext cx="1703705" cy="1303020"/>
          </a:xfrm>
          <a:prstGeom prst="rect">
            <a:avLst/>
          </a:prstGeom>
        </p:spPr>
        <p:txBody>
          <a:bodyPr vert="horz" wrap="square" lIns="0" tIns="13970" rIns="0" bIns="0" rtlCol="0">
            <a:spAutoFit/>
          </a:bodyPr>
          <a:lstStyle/>
          <a:p>
            <a:pPr marL="12700" marR="5080" algn="ctr">
              <a:lnSpc>
                <a:spcPct val="100000"/>
              </a:lnSpc>
              <a:spcBef>
                <a:spcPts val="110"/>
              </a:spcBef>
            </a:pPr>
            <a:r>
              <a:rPr sz="2800" dirty="0">
                <a:latin typeface="华文新魏" panose="02010800040101010101" charset="-122"/>
                <a:cs typeface="华文新魏" panose="02010800040101010101" charset="-122"/>
              </a:rPr>
              <a:t>注册课程 </a:t>
            </a:r>
            <a:r>
              <a:rPr sz="2800" spc="-5" dirty="0">
                <a:latin typeface="Calibri" panose="020F0502020204030204"/>
                <a:cs typeface="Calibri" panose="020F0502020204030204"/>
              </a:rPr>
              <a:t>Register</a:t>
            </a:r>
            <a:r>
              <a:rPr sz="2800" spc="-60" dirty="0">
                <a:latin typeface="Calibri" panose="020F0502020204030204"/>
                <a:cs typeface="Calibri" panose="020F0502020204030204"/>
              </a:rPr>
              <a:t> </a:t>
            </a:r>
            <a:r>
              <a:rPr sz="2800" spc="-5" dirty="0">
                <a:latin typeface="Calibri" panose="020F0502020204030204"/>
                <a:cs typeface="Calibri" panose="020F0502020204030204"/>
              </a:rPr>
              <a:t>for  </a:t>
            </a:r>
            <a:r>
              <a:rPr sz="2800" dirty="0">
                <a:latin typeface="Calibri" panose="020F0502020204030204"/>
                <a:cs typeface="Calibri" panose="020F0502020204030204"/>
              </a:rPr>
              <a:t>courses</a:t>
            </a:r>
            <a:endParaRPr sz="2800">
              <a:latin typeface="Calibri" panose="020F0502020204030204"/>
              <a:cs typeface="Calibri" panose="020F0502020204030204"/>
            </a:endParaRPr>
          </a:p>
        </p:txBody>
      </p:sp>
      <p:sp>
        <p:nvSpPr>
          <p:cNvPr id="25" name="object 30"/>
          <p:cNvSpPr/>
          <p:nvPr/>
        </p:nvSpPr>
        <p:spPr>
          <a:xfrm>
            <a:off x="8006691" y="5356295"/>
            <a:ext cx="2821940" cy="967740"/>
          </a:xfrm>
          <a:custGeom>
            <a:avLst/>
            <a:gdLst/>
            <a:ahLst/>
            <a:cxnLst/>
            <a:rect l="l" t="t" r="r" b="b"/>
            <a:pathLst>
              <a:path w="2821940" h="967739">
                <a:moveTo>
                  <a:pt x="0" y="483628"/>
                </a:moveTo>
                <a:lnTo>
                  <a:pt x="6458" y="437052"/>
                </a:lnTo>
                <a:lnTo>
                  <a:pt x="25438" y="391728"/>
                </a:lnTo>
                <a:lnTo>
                  <a:pt x="56348" y="347859"/>
                </a:lnTo>
                <a:lnTo>
                  <a:pt x="98599" y="305648"/>
                </a:lnTo>
                <a:lnTo>
                  <a:pt x="151598" y="265298"/>
                </a:lnTo>
                <a:lnTo>
                  <a:pt x="214753" y="227011"/>
                </a:lnTo>
                <a:lnTo>
                  <a:pt x="249956" y="208705"/>
                </a:lnTo>
                <a:lnTo>
                  <a:pt x="287475" y="190990"/>
                </a:lnTo>
                <a:lnTo>
                  <a:pt x="327239" y="173893"/>
                </a:lnTo>
                <a:lnTo>
                  <a:pt x="369172" y="157438"/>
                </a:lnTo>
                <a:lnTo>
                  <a:pt x="413201" y="141651"/>
                </a:lnTo>
                <a:lnTo>
                  <a:pt x="459252" y="126557"/>
                </a:lnTo>
                <a:lnTo>
                  <a:pt x="507251" y="112182"/>
                </a:lnTo>
                <a:lnTo>
                  <a:pt x="557125" y="98550"/>
                </a:lnTo>
                <a:lnTo>
                  <a:pt x="608799" y="85688"/>
                </a:lnTo>
                <a:lnTo>
                  <a:pt x="662199" y="73620"/>
                </a:lnTo>
                <a:lnTo>
                  <a:pt x="717251" y="62372"/>
                </a:lnTo>
                <a:lnTo>
                  <a:pt x="773882" y="51970"/>
                </a:lnTo>
                <a:lnTo>
                  <a:pt x="832018" y="42437"/>
                </a:lnTo>
                <a:lnTo>
                  <a:pt x="891585" y="33801"/>
                </a:lnTo>
                <a:lnTo>
                  <a:pt x="952508" y="26086"/>
                </a:lnTo>
                <a:lnTo>
                  <a:pt x="1014715" y="19317"/>
                </a:lnTo>
                <a:lnTo>
                  <a:pt x="1078131" y="13520"/>
                </a:lnTo>
                <a:lnTo>
                  <a:pt x="1142681" y="8720"/>
                </a:lnTo>
                <a:lnTo>
                  <a:pt x="1208294" y="4943"/>
                </a:lnTo>
                <a:lnTo>
                  <a:pt x="1274893" y="2213"/>
                </a:lnTo>
                <a:lnTo>
                  <a:pt x="1342406" y="557"/>
                </a:lnTo>
                <a:lnTo>
                  <a:pt x="1410759" y="0"/>
                </a:lnTo>
                <a:lnTo>
                  <a:pt x="1479111" y="557"/>
                </a:lnTo>
                <a:lnTo>
                  <a:pt x="1546624" y="2213"/>
                </a:lnTo>
                <a:lnTo>
                  <a:pt x="1613224" y="4943"/>
                </a:lnTo>
                <a:lnTo>
                  <a:pt x="1678836" y="8720"/>
                </a:lnTo>
                <a:lnTo>
                  <a:pt x="1743386" y="13520"/>
                </a:lnTo>
                <a:lnTo>
                  <a:pt x="1806802" y="19317"/>
                </a:lnTo>
                <a:lnTo>
                  <a:pt x="1869009" y="26086"/>
                </a:lnTo>
                <a:lnTo>
                  <a:pt x="1929932" y="33801"/>
                </a:lnTo>
                <a:lnTo>
                  <a:pt x="1989499" y="42437"/>
                </a:lnTo>
                <a:lnTo>
                  <a:pt x="2047635" y="51970"/>
                </a:lnTo>
                <a:lnTo>
                  <a:pt x="2104266" y="62372"/>
                </a:lnTo>
                <a:lnTo>
                  <a:pt x="2159318" y="73620"/>
                </a:lnTo>
                <a:lnTo>
                  <a:pt x="2212718" y="85688"/>
                </a:lnTo>
                <a:lnTo>
                  <a:pt x="2264392" y="98550"/>
                </a:lnTo>
                <a:lnTo>
                  <a:pt x="2314265" y="112182"/>
                </a:lnTo>
                <a:lnTo>
                  <a:pt x="2362265" y="126557"/>
                </a:lnTo>
                <a:lnTo>
                  <a:pt x="2408316" y="141651"/>
                </a:lnTo>
                <a:lnTo>
                  <a:pt x="2452345" y="157438"/>
                </a:lnTo>
                <a:lnTo>
                  <a:pt x="2494278" y="173893"/>
                </a:lnTo>
                <a:lnTo>
                  <a:pt x="2534041" y="190990"/>
                </a:lnTo>
                <a:lnTo>
                  <a:pt x="2571561" y="208705"/>
                </a:lnTo>
                <a:lnTo>
                  <a:pt x="2606763" y="227011"/>
                </a:lnTo>
                <a:lnTo>
                  <a:pt x="2669919" y="265298"/>
                </a:lnTo>
                <a:lnTo>
                  <a:pt x="2722918" y="305648"/>
                </a:lnTo>
                <a:lnTo>
                  <a:pt x="2765168" y="347859"/>
                </a:lnTo>
                <a:lnTo>
                  <a:pt x="2796079" y="391728"/>
                </a:lnTo>
                <a:lnTo>
                  <a:pt x="2815059" y="437052"/>
                </a:lnTo>
                <a:lnTo>
                  <a:pt x="2821517" y="483628"/>
                </a:lnTo>
                <a:lnTo>
                  <a:pt x="2819890" y="507061"/>
                </a:lnTo>
                <a:lnTo>
                  <a:pt x="2807097" y="553036"/>
                </a:lnTo>
                <a:lnTo>
                  <a:pt x="2782078" y="597658"/>
                </a:lnTo>
                <a:lnTo>
                  <a:pt x="2745424" y="640723"/>
                </a:lnTo>
                <a:lnTo>
                  <a:pt x="2697725" y="682029"/>
                </a:lnTo>
                <a:lnTo>
                  <a:pt x="2639574" y="721373"/>
                </a:lnTo>
                <a:lnTo>
                  <a:pt x="2571561" y="758552"/>
                </a:lnTo>
                <a:lnTo>
                  <a:pt x="2534041" y="776266"/>
                </a:lnTo>
                <a:lnTo>
                  <a:pt x="2494278" y="793364"/>
                </a:lnTo>
                <a:lnTo>
                  <a:pt x="2452345" y="809819"/>
                </a:lnTo>
                <a:lnTo>
                  <a:pt x="2408316" y="825606"/>
                </a:lnTo>
                <a:lnTo>
                  <a:pt x="2362265" y="840699"/>
                </a:lnTo>
                <a:lnTo>
                  <a:pt x="2314265" y="855075"/>
                </a:lnTo>
                <a:lnTo>
                  <a:pt x="2264392" y="868706"/>
                </a:lnTo>
                <a:lnTo>
                  <a:pt x="2212718" y="881569"/>
                </a:lnTo>
                <a:lnTo>
                  <a:pt x="2159318" y="893636"/>
                </a:lnTo>
                <a:lnTo>
                  <a:pt x="2104266" y="904884"/>
                </a:lnTo>
                <a:lnTo>
                  <a:pt x="2047635" y="915287"/>
                </a:lnTo>
                <a:lnTo>
                  <a:pt x="1989499" y="924819"/>
                </a:lnTo>
                <a:lnTo>
                  <a:pt x="1929932" y="933456"/>
                </a:lnTo>
                <a:lnTo>
                  <a:pt x="1869009" y="941171"/>
                </a:lnTo>
                <a:lnTo>
                  <a:pt x="1806802" y="947940"/>
                </a:lnTo>
                <a:lnTo>
                  <a:pt x="1743386" y="953737"/>
                </a:lnTo>
                <a:lnTo>
                  <a:pt x="1678836" y="958537"/>
                </a:lnTo>
                <a:lnTo>
                  <a:pt x="1613224" y="962314"/>
                </a:lnTo>
                <a:lnTo>
                  <a:pt x="1546624" y="965043"/>
                </a:lnTo>
                <a:lnTo>
                  <a:pt x="1479111" y="966700"/>
                </a:lnTo>
                <a:lnTo>
                  <a:pt x="1410759" y="967257"/>
                </a:lnTo>
                <a:lnTo>
                  <a:pt x="1342406" y="966700"/>
                </a:lnTo>
                <a:lnTo>
                  <a:pt x="1274893" y="965043"/>
                </a:lnTo>
                <a:lnTo>
                  <a:pt x="1208294" y="962314"/>
                </a:lnTo>
                <a:lnTo>
                  <a:pt x="1142681" y="958537"/>
                </a:lnTo>
                <a:lnTo>
                  <a:pt x="1078131" y="953737"/>
                </a:lnTo>
                <a:lnTo>
                  <a:pt x="1014715" y="947940"/>
                </a:lnTo>
                <a:lnTo>
                  <a:pt x="952508" y="941171"/>
                </a:lnTo>
                <a:lnTo>
                  <a:pt x="891585" y="933456"/>
                </a:lnTo>
                <a:lnTo>
                  <a:pt x="832018" y="924819"/>
                </a:lnTo>
                <a:lnTo>
                  <a:pt x="773882" y="915287"/>
                </a:lnTo>
                <a:lnTo>
                  <a:pt x="717251" y="904884"/>
                </a:lnTo>
                <a:lnTo>
                  <a:pt x="662199" y="893636"/>
                </a:lnTo>
                <a:lnTo>
                  <a:pt x="608799" y="881569"/>
                </a:lnTo>
                <a:lnTo>
                  <a:pt x="557125" y="868706"/>
                </a:lnTo>
                <a:lnTo>
                  <a:pt x="507251" y="855075"/>
                </a:lnTo>
                <a:lnTo>
                  <a:pt x="459252" y="840699"/>
                </a:lnTo>
                <a:lnTo>
                  <a:pt x="413201" y="825606"/>
                </a:lnTo>
                <a:lnTo>
                  <a:pt x="369172" y="809819"/>
                </a:lnTo>
                <a:lnTo>
                  <a:pt x="327239" y="793364"/>
                </a:lnTo>
                <a:lnTo>
                  <a:pt x="287475" y="776266"/>
                </a:lnTo>
                <a:lnTo>
                  <a:pt x="249956" y="758552"/>
                </a:lnTo>
                <a:lnTo>
                  <a:pt x="214753" y="740246"/>
                </a:lnTo>
                <a:lnTo>
                  <a:pt x="151598" y="701959"/>
                </a:lnTo>
                <a:lnTo>
                  <a:pt x="98599" y="661609"/>
                </a:lnTo>
                <a:lnTo>
                  <a:pt x="56348" y="619398"/>
                </a:lnTo>
                <a:lnTo>
                  <a:pt x="25438" y="575529"/>
                </a:lnTo>
                <a:lnTo>
                  <a:pt x="6458" y="530205"/>
                </a:lnTo>
                <a:lnTo>
                  <a:pt x="0" y="483628"/>
                </a:lnTo>
                <a:close/>
              </a:path>
            </a:pathLst>
          </a:custGeom>
          <a:ln w="28574">
            <a:solidFill>
              <a:srgbClr val="ECEBEB"/>
            </a:solidFill>
          </a:ln>
        </p:spPr>
        <p:txBody>
          <a:bodyPr wrap="square" lIns="0" tIns="0" rIns="0" bIns="0" rtlCol="0"/>
          <a:lstStyle/>
          <a:p>
            <a:endParaRPr/>
          </a:p>
        </p:txBody>
      </p:sp>
      <p:sp>
        <p:nvSpPr>
          <p:cNvPr id="26" name="object 31"/>
          <p:cNvSpPr txBox="1"/>
          <p:nvPr/>
        </p:nvSpPr>
        <p:spPr>
          <a:xfrm>
            <a:off x="8371633" y="5400504"/>
            <a:ext cx="2092960" cy="871219"/>
          </a:xfrm>
          <a:prstGeom prst="rect">
            <a:avLst/>
          </a:prstGeom>
        </p:spPr>
        <p:txBody>
          <a:bodyPr vert="horz" wrap="square" lIns="0" tIns="12700" rIns="0" bIns="0" rtlCol="0">
            <a:spAutoFit/>
          </a:bodyPr>
          <a:lstStyle/>
          <a:p>
            <a:pPr marR="1905" algn="ctr">
              <a:lnSpc>
                <a:spcPts val="3330"/>
              </a:lnSpc>
              <a:spcBef>
                <a:spcPts val="100"/>
              </a:spcBef>
            </a:pPr>
            <a:r>
              <a:rPr sz="2800" dirty="0">
                <a:latin typeface="华文新魏" panose="02010800040101010101" charset="-122"/>
                <a:cs typeface="华文新魏" panose="02010800040101010101" charset="-122"/>
              </a:rPr>
              <a:t>提交成绩</a:t>
            </a:r>
            <a:endParaRPr sz="2800">
              <a:latin typeface="华文新魏" panose="02010800040101010101" charset="-122"/>
              <a:cs typeface="华文新魏" panose="02010800040101010101" charset="-122"/>
            </a:endParaRPr>
          </a:p>
          <a:p>
            <a:pPr algn="ctr">
              <a:lnSpc>
                <a:spcPts val="3330"/>
              </a:lnSpc>
            </a:pPr>
            <a:r>
              <a:rPr sz="2800" spc="-5" dirty="0">
                <a:latin typeface="Calibri" panose="020F0502020204030204"/>
                <a:cs typeface="Calibri" panose="020F0502020204030204"/>
              </a:rPr>
              <a:t>Submit</a:t>
            </a:r>
            <a:r>
              <a:rPr sz="2800" spc="-45" dirty="0">
                <a:latin typeface="Calibri" panose="020F0502020204030204"/>
                <a:cs typeface="Calibri" panose="020F0502020204030204"/>
              </a:rPr>
              <a:t> </a:t>
            </a:r>
            <a:r>
              <a:rPr sz="2800" spc="-5" dirty="0">
                <a:latin typeface="Calibri" panose="020F0502020204030204"/>
                <a:cs typeface="Calibri" panose="020F0502020204030204"/>
              </a:rPr>
              <a:t>grades</a:t>
            </a:r>
            <a:endParaRPr sz="2800">
              <a:latin typeface="Calibri" panose="020F0502020204030204"/>
              <a:cs typeface="Calibri" panose="020F0502020204030204"/>
            </a:endParaRPr>
          </a:p>
        </p:txBody>
      </p:sp>
      <p:sp>
        <p:nvSpPr>
          <p:cNvPr id="27" name="object 32"/>
          <p:cNvSpPr/>
          <p:nvPr/>
        </p:nvSpPr>
        <p:spPr>
          <a:xfrm>
            <a:off x="6177893" y="5640457"/>
            <a:ext cx="1762760" cy="0"/>
          </a:xfrm>
          <a:custGeom>
            <a:avLst/>
            <a:gdLst/>
            <a:ahLst/>
            <a:cxnLst/>
            <a:rect l="l" t="t" r="r" b="b"/>
            <a:pathLst>
              <a:path w="1762759">
                <a:moveTo>
                  <a:pt x="0" y="0"/>
                </a:moveTo>
                <a:lnTo>
                  <a:pt x="1762344" y="0"/>
                </a:lnTo>
              </a:path>
            </a:pathLst>
          </a:custGeom>
          <a:ln w="28574">
            <a:solidFill>
              <a:srgbClr val="ECEBEB"/>
            </a:solidFill>
          </a:ln>
        </p:spPr>
        <p:txBody>
          <a:bodyPr wrap="square" lIns="0" tIns="0" rIns="0" bIns="0" rtlCol="0"/>
          <a:lstStyle/>
          <a:p>
            <a:endParaRPr/>
          </a:p>
        </p:txBody>
      </p:sp>
      <p:sp>
        <p:nvSpPr>
          <p:cNvPr id="28" name="object 33"/>
          <p:cNvSpPr/>
          <p:nvPr/>
        </p:nvSpPr>
        <p:spPr>
          <a:xfrm>
            <a:off x="7838195" y="5574133"/>
            <a:ext cx="130397" cy="132646"/>
          </a:xfrm>
          <a:prstGeom prst="rect">
            <a:avLst/>
          </a:prstGeom>
          <a:blipFill>
            <a:blip r:embed="rId3" cstate="print"/>
            <a:stretch>
              <a:fillRect/>
            </a:stretch>
          </a:blipFill>
        </p:spPr>
        <p:txBody>
          <a:bodyPr wrap="square" lIns="0" tIns="0" rIns="0" bIns="0" rtlCol="0"/>
          <a:lstStyle/>
          <a:p>
            <a:endParaRPr/>
          </a:p>
        </p:txBody>
      </p:sp>
      <p:sp>
        <p:nvSpPr>
          <p:cNvPr id="29" name="object 34"/>
          <p:cNvSpPr/>
          <p:nvPr/>
        </p:nvSpPr>
        <p:spPr>
          <a:xfrm>
            <a:off x="6266793" y="4335532"/>
            <a:ext cx="1576070" cy="0"/>
          </a:xfrm>
          <a:custGeom>
            <a:avLst/>
            <a:gdLst/>
            <a:ahLst/>
            <a:cxnLst/>
            <a:rect l="l" t="t" r="r" b="b"/>
            <a:pathLst>
              <a:path w="1576070">
                <a:moveTo>
                  <a:pt x="0" y="0"/>
                </a:moveTo>
                <a:lnTo>
                  <a:pt x="1575812" y="0"/>
                </a:lnTo>
              </a:path>
            </a:pathLst>
          </a:custGeom>
          <a:ln w="28574">
            <a:solidFill>
              <a:srgbClr val="ECEBEB"/>
            </a:solidFill>
          </a:ln>
        </p:spPr>
        <p:txBody>
          <a:bodyPr wrap="square" lIns="0" tIns="0" rIns="0" bIns="0" rtlCol="0"/>
          <a:lstStyle/>
          <a:p>
            <a:endParaRPr/>
          </a:p>
        </p:txBody>
      </p:sp>
      <p:sp>
        <p:nvSpPr>
          <p:cNvPr id="30" name="object 35"/>
          <p:cNvSpPr/>
          <p:nvPr/>
        </p:nvSpPr>
        <p:spPr>
          <a:xfrm>
            <a:off x="7740564" y="4269208"/>
            <a:ext cx="130397" cy="132646"/>
          </a:xfrm>
          <a:prstGeom prst="rect">
            <a:avLst/>
          </a:prstGeom>
          <a:blipFill>
            <a:blip r:embed="rId4" cstate="print"/>
            <a:stretch>
              <a:fillRect/>
            </a:stretch>
          </a:blipFill>
        </p:spPr>
        <p:txBody>
          <a:bodyPr wrap="square" lIns="0" tIns="0" rIns="0" bIns="0" rtlCol="0"/>
          <a:lstStyle/>
          <a:p>
            <a:endParaRPr/>
          </a:p>
        </p:txBody>
      </p:sp>
      <p:sp>
        <p:nvSpPr>
          <p:cNvPr id="31" name="object 36"/>
          <p:cNvSpPr/>
          <p:nvPr/>
        </p:nvSpPr>
        <p:spPr>
          <a:xfrm>
            <a:off x="2187476" y="1453753"/>
            <a:ext cx="566075" cy="1374774"/>
          </a:xfrm>
          <a:prstGeom prst="rect">
            <a:avLst/>
          </a:prstGeom>
          <a:blipFill>
            <a:blip r:embed="rId5" cstate="print"/>
            <a:stretch>
              <a:fillRect/>
            </a:stretch>
          </a:blipFill>
        </p:spPr>
        <p:txBody>
          <a:bodyPr wrap="square" lIns="0" tIns="0" rIns="0" bIns="0" rtlCol="0"/>
          <a:lstStyle/>
          <a:p>
            <a:endParaRPr/>
          </a:p>
        </p:txBody>
      </p:sp>
      <p:sp>
        <p:nvSpPr>
          <p:cNvPr id="32" name="object 37"/>
          <p:cNvSpPr/>
          <p:nvPr/>
        </p:nvSpPr>
        <p:spPr>
          <a:xfrm>
            <a:off x="8051068" y="1585942"/>
            <a:ext cx="686857" cy="1231899"/>
          </a:xfrm>
          <a:prstGeom prst="rect">
            <a:avLst/>
          </a:prstGeom>
          <a:blipFill>
            <a:blip r:embed="rId6" cstate="print"/>
            <a:stretch>
              <a:fillRect/>
            </a:stretch>
          </a:blipFill>
        </p:spPr>
        <p:txBody>
          <a:bodyPr wrap="square" lIns="0" tIns="0" rIns="0" bIns="0" rtlCol="0"/>
          <a:lstStyle/>
          <a:p>
            <a:endParaRPr/>
          </a:p>
        </p:txBody>
      </p:sp>
      <p:sp>
        <p:nvSpPr>
          <p:cNvPr id="33" name="object 38"/>
          <p:cNvSpPr txBox="1"/>
          <p:nvPr/>
        </p:nvSpPr>
        <p:spPr>
          <a:xfrm>
            <a:off x="1126646" y="2882185"/>
            <a:ext cx="3749675" cy="871219"/>
          </a:xfrm>
          <a:prstGeom prst="rect">
            <a:avLst/>
          </a:prstGeom>
        </p:spPr>
        <p:txBody>
          <a:bodyPr vert="horz" wrap="square" lIns="0" tIns="12700" rIns="0" bIns="0" rtlCol="0">
            <a:spAutoFit/>
          </a:bodyPr>
          <a:lstStyle/>
          <a:p>
            <a:pPr marL="12700">
              <a:lnSpc>
                <a:spcPts val="3330"/>
              </a:lnSpc>
              <a:spcBef>
                <a:spcPts val="100"/>
              </a:spcBef>
            </a:pPr>
            <a:r>
              <a:rPr sz="2800" dirty="0">
                <a:latin typeface="华文新魏" panose="02010800040101010101" charset="-122"/>
                <a:cs typeface="华文新魏" panose="02010800040101010101" charset="-122"/>
              </a:rPr>
              <a:t>李雷:</a:t>
            </a:r>
            <a:r>
              <a:rPr sz="2800" spc="-15" dirty="0">
                <a:latin typeface="华文新魏" panose="02010800040101010101" charset="-122"/>
                <a:cs typeface="华文新魏" panose="02010800040101010101" charset="-122"/>
              </a:rPr>
              <a:t> </a:t>
            </a:r>
            <a:r>
              <a:rPr sz="2800" dirty="0">
                <a:latin typeface="华文新魏" panose="02010800040101010101" charset="-122"/>
                <a:cs typeface="华文新魏" panose="02010800040101010101" charset="-122"/>
              </a:rPr>
              <a:t>数学系的教授</a:t>
            </a:r>
          </a:p>
          <a:p>
            <a:pPr marL="891540">
              <a:lnSpc>
                <a:spcPts val="3330"/>
              </a:lnSpc>
            </a:pPr>
            <a:r>
              <a:rPr sz="2800" dirty="0">
                <a:latin typeface="华文新魏" panose="02010800040101010101" charset="-122"/>
                <a:cs typeface="华文新魏" panose="02010800040101010101" charset="-122"/>
              </a:rPr>
              <a:t>经管学院的博士生</a:t>
            </a:r>
          </a:p>
        </p:txBody>
      </p:sp>
      <p:sp>
        <p:nvSpPr>
          <p:cNvPr id="34" name="object 39"/>
          <p:cNvSpPr txBox="1"/>
          <p:nvPr/>
        </p:nvSpPr>
        <p:spPr>
          <a:xfrm>
            <a:off x="6671176" y="2881025"/>
            <a:ext cx="377825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韩梅梅:</a:t>
            </a:r>
            <a:r>
              <a:rPr sz="2800" spc="-90" dirty="0">
                <a:latin typeface="华文新魏" panose="02010800040101010101" charset="-122"/>
                <a:cs typeface="华文新魏" panose="02010800040101010101" charset="-122"/>
              </a:rPr>
              <a:t> </a:t>
            </a:r>
            <a:r>
              <a:rPr sz="2800" dirty="0">
                <a:latin typeface="华文新魏" panose="02010800040101010101" charset="-122"/>
                <a:cs typeface="华文新魏" panose="02010800040101010101" charset="-122"/>
              </a:rPr>
              <a:t>软件学院本科生</a:t>
            </a:r>
            <a:endParaRPr sz="2800">
              <a:latin typeface="华文新魏" panose="02010800040101010101" charset="-122"/>
              <a:cs typeface="华文新魏" panose="02010800040101010101" charset="-122"/>
            </a:endParaRPr>
          </a:p>
        </p:txBody>
      </p:sp>
      <p:sp>
        <p:nvSpPr>
          <p:cNvPr id="35" name="灯片编号占位符 34"/>
          <p:cNvSpPr>
            <a:spLocks noGrp="1"/>
          </p:cNvSpPr>
          <p:nvPr>
            <p:ph type="sldNum" sz="quarter" idx="12"/>
          </p:nvPr>
        </p:nvSpPr>
        <p:spPr/>
        <p:txBody>
          <a:bodyPr/>
          <a:lstStyle/>
          <a:p>
            <a:fld id="{74D2AB8B-5816-41F2-8B4B-CA5C3E4E6A65}" type="slidenum">
              <a:rPr lang="zh-CN" altLang="en-US" smtClean="0"/>
              <a:t>29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802"/>
    </mc:Choice>
    <mc:Fallback xmlns="">
      <p:transition spd="slow" advTm="40802"/>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720891" y="1866773"/>
            <a:ext cx="4876800" cy="4521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参与者与用例之间的交互通道</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8" name="object 8"/>
          <p:cNvSpPr txBox="1"/>
          <p:nvPr/>
        </p:nvSpPr>
        <p:spPr>
          <a:xfrm>
            <a:off x="4720891" y="2628773"/>
            <a:ext cx="6400800" cy="18618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用一条直线表示交互——关联</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有箭头的关联指出是谁发起的交互</a:t>
            </a:r>
          </a:p>
          <a:p>
            <a:pPr marL="698500" lvl="1" indent="-228600">
              <a:lnSpc>
                <a:spcPct val="100000"/>
              </a:lnSpc>
              <a:spcBef>
                <a:spcPts val="22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没有箭头则表明双方都可以发起交互</a:t>
            </a:r>
          </a:p>
        </p:txBody>
      </p:sp>
      <p:sp>
        <p:nvSpPr>
          <p:cNvPr id="9" name="object 9"/>
          <p:cNvSpPr/>
          <p:nvPr/>
        </p:nvSpPr>
        <p:spPr>
          <a:xfrm>
            <a:off x="607993" y="1476916"/>
            <a:ext cx="3369945" cy="4762500"/>
          </a:xfrm>
          <a:custGeom>
            <a:avLst/>
            <a:gdLst/>
            <a:ahLst/>
            <a:cxnLst/>
            <a:rect l="l" t="t" r="r" b="b"/>
            <a:pathLst>
              <a:path w="3369945" h="4762500">
                <a:moveTo>
                  <a:pt x="0" y="0"/>
                </a:moveTo>
                <a:lnTo>
                  <a:pt x="3369732" y="0"/>
                </a:lnTo>
                <a:lnTo>
                  <a:pt x="3369732" y="4762499"/>
                </a:lnTo>
                <a:lnTo>
                  <a:pt x="0" y="4762499"/>
                </a:lnTo>
                <a:lnTo>
                  <a:pt x="0" y="0"/>
                </a:lnTo>
                <a:close/>
              </a:path>
            </a:pathLst>
          </a:custGeom>
          <a:solidFill>
            <a:srgbClr val="F2913F"/>
          </a:solidFill>
        </p:spPr>
        <p:txBody>
          <a:bodyPr wrap="square" lIns="0" tIns="0" rIns="0" bIns="0" rtlCol="0"/>
          <a:lstStyle/>
          <a:p>
            <a:endParaRPr/>
          </a:p>
        </p:txBody>
      </p:sp>
      <p:sp>
        <p:nvSpPr>
          <p:cNvPr id="10" name="object 10"/>
          <p:cNvSpPr/>
          <p:nvPr/>
        </p:nvSpPr>
        <p:spPr>
          <a:xfrm>
            <a:off x="607993" y="1476916"/>
            <a:ext cx="3369945" cy="4762500"/>
          </a:xfrm>
          <a:custGeom>
            <a:avLst/>
            <a:gdLst/>
            <a:ahLst/>
            <a:cxnLst/>
            <a:rect l="l" t="t" r="r" b="b"/>
            <a:pathLst>
              <a:path w="3369945" h="4762500">
                <a:moveTo>
                  <a:pt x="0" y="0"/>
                </a:moveTo>
                <a:lnTo>
                  <a:pt x="3369732" y="0"/>
                </a:lnTo>
                <a:lnTo>
                  <a:pt x="3369732" y="4762498"/>
                </a:lnTo>
                <a:lnTo>
                  <a:pt x="0" y="4762498"/>
                </a:lnTo>
                <a:lnTo>
                  <a:pt x="0" y="0"/>
                </a:lnTo>
                <a:close/>
              </a:path>
            </a:pathLst>
          </a:custGeom>
          <a:ln w="9524">
            <a:solidFill>
              <a:srgbClr val="ECEBEB"/>
            </a:solidFill>
          </a:ln>
        </p:spPr>
        <p:txBody>
          <a:bodyPr wrap="square" lIns="0" tIns="0" rIns="0" bIns="0" rtlCol="0"/>
          <a:lstStyle/>
          <a:p>
            <a:endParaRPr/>
          </a:p>
        </p:txBody>
      </p:sp>
      <p:sp>
        <p:nvSpPr>
          <p:cNvPr id="11" name="object 11"/>
          <p:cNvSpPr txBox="1"/>
          <p:nvPr/>
        </p:nvSpPr>
        <p:spPr>
          <a:xfrm>
            <a:off x="1829096" y="2247171"/>
            <a:ext cx="1060450" cy="452120"/>
          </a:xfrm>
          <a:prstGeom prst="rect">
            <a:avLst/>
          </a:prstGeom>
        </p:spPr>
        <p:txBody>
          <a:bodyPr vert="horz" wrap="square" lIns="0" tIns="12700" rIns="0" bIns="0" rtlCol="0">
            <a:spAutoFit/>
          </a:bodyPr>
          <a:lstStyle/>
          <a:p>
            <a:pPr>
              <a:lnSpc>
                <a:spcPct val="100000"/>
              </a:lnSpc>
              <a:spcBef>
                <a:spcPts val="100"/>
              </a:spcBef>
            </a:pPr>
            <a:r>
              <a:rPr sz="2800" dirty="0">
                <a:latin typeface="Calibri" panose="020F0502020204030204"/>
                <a:cs typeface="Calibri" panose="020F0502020204030204"/>
              </a:rPr>
              <a:t>Actor</a:t>
            </a:r>
            <a:r>
              <a:rPr sz="2800" spc="-90" dirty="0">
                <a:latin typeface="Calibri" panose="020F0502020204030204"/>
                <a:cs typeface="Calibri" panose="020F0502020204030204"/>
              </a:rPr>
              <a:t> </a:t>
            </a:r>
            <a:r>
              <a:rPr sz="2800" dirty="0">
                <a:latin typeface="Calibri" panose="020F0502020204030204"/>
                <a:cs typeface="Calibri" panose="020F0502020204030204"/>
              </a:rPr>
              <a:t>1</a:t>
            </a:r>
            <a:endParaRPr sz="2800">
              <a:latin typeface="Calibri" panose="020F0502020204030204"/>
              <a:cs typeface="Calibri" panose="020F0502020204030204"/>
            </a:endParaRPr>
          </a:p>
        </p:txBody>
      </p:sp>
      <p:sp>
        <p:nvSpPr>
          <p:cNvPr id="12" name="object 12"/>
          <p:cNvSpPr/>
          <p:nvPr/>
        </p:nvSpPr>
        <p:spPr>
          <a:xfrm>
            <a:off x="2297094" y="2632842"/>
            <a:ext cx="3810" cy="448309"/>
          </a:xfrm>
          <a:custGeom>
            <a:avLst/>
            <a:gdLst/>
            <a:ahLst/>
            <a:cxnLst/>
            <a:rect l="l" t="t" r="r" b="b"/>
            <a:pathLst>
              <a:path w="3810" h="448310">
                <a:moveTo>
                  <a:pt x="0" y="0"/>
                </a:moveTo>
                <a:lnTo>
                  <a:pt x="3659" y="447968"/>
                </a:lnTo>
              </a:path>
            </a:pathLst>
          </a:custGeom>
          <a:ln w="38099">
            <a:solidFill>
              <a:srgbClr val="ECEBEB"/>
            </a:solidFill>
          </a:ln>
        </p:spPr>
        <p:txBody>
          <a:bodyPr wrap="square" lIns="0" tIns="0" rIns="0" bIns="0" rtlCol="0"/>
          <a:lstStyle/>
          <a:p>
            <a:endParaRPr/>
          </a:p>
        </p:txBody>
      </p:sp>
      <p:sp>
        <p:nvSpPr>
          <p:cNvPr id="13" name="object 13"/>
          <p:cNvSpPr/>
          <p:nvPr/>
        </p:nvSpPr>
        <p:spPr>
          <a:xfrm>
            <a:off x="2214271" y="2947053"/>
            <a:ext cx="171140" cy="171564"/>
          </a:xfrm>
          <a:prstGeom prst="rect">
            <a:avLst/>
          </a:prstGeom>
          <a:blipFill>
            <a:blip r:embed="rId3" cstate="print"/>
            <a:stretch>
              <a:fillRect/>
            </a:stretch>
          </a:blipFill>
        </p:spPr>
        <p:txBody>
          <a:bodyPr wrap="square" lIns="0" tIns="0" rIns="0" bIns="0" rtlCol="0"/>
          <a:lstStyle/>
          <a:p>
            <a:endParaRPr/>
          </a:p>
        </p:txBody>
      </p:sp>
      <p:sp>
        <p:nvSpPr>
          <p:cNvPr id="14" name="object 14"/>
          <p:cNvSpPr txBox="1"/>
          <p:nvPr/>
        </p:nvSpPr>
        <p:spPr>
          <a:xfrm>
            <a:off x="889710" y="5767952"/>
            <a:ext cx="1060450" cy="452120"/>
          </a:xfrm>
          <a:prstGeom prst="rect">
            <a:avLst/>
          </a:prstGeom>
        </p:spPr>
        <p:txBody>
          <a:bodyPr vert="horz" wrap="square" lIns="0" tIns="12700" rIns="0" bIns="0" rtlCol="0">
            <a:spAutoFit/>
          </a:bodyPr>
          <a:lstStyle/>
          <a:p>
            <a:pPr>
              <a:lnSpc>
                <a:spcPct val="100000"/>
              </a:lnSpc>
              <a:spcBef>
                <a:spcPts val="100"/>
              </a:spcBef>
            </a:pPr>
            <a:r>
              <a:rPr sz="2800" dirty="0">
                <a:latin typeface="Calibri" panose="020F0502020204030204"/>
                <a:cs typeface="Calibri" panose="020F0502020204030204"/>
              </a:rPr>
              <a:t>Actor</a:t>
            </a:r>
            <a:r>
              <a:rPr sz="2800" spc="-90" dirty="0">
                <a:latin typeface="Calibri" panose="020F0502020204030204"/>
                <a:cs typeface="Calibri" panose="020F0502020204030204"/>
              </a:rPr>
              <a:t> </a:t>
            </a:r>
            <a:r>
              <a:rPr sz="2800" dirty="0">
                <a:latin typeface="Calibri" panose="020F0502020204030204"/>
                <a:cs typeface="Calibri" panose="020F0502020204030204"/>
              </a:rPr>
              <a:t>2</a:t>
            </a:r>
            <a:endParaRPr sz="2800">
              <a:latin typeface="Calibri" panose="020F0502020204030204"/>
              <a:cs typeface="Calibri" panose="020F0502020204030204"/>
            </a:endParaRPr>
          </a:p>
        </p:txBody>
      </p:sp>
      <p:sp>
        <p:nvSpPr>
          <p:cNvPr id="15" name="object 15"/>
          <p:cNvSpPr/>
          <p:nvPr/>
        </p:nvSpPr>
        <p:spPr>
          <a:xfrm>
            <a:off x="1407859" y="3952054"/>
            <a:ext cx="440690" cy="895350"/>
          </a:xfrm>
          <a:custGeom>
            <a:avLst/>
            <a:gdLst/>
            <a:ahLst/>
            <a:cxnLst/>
            <a:rect l="l" t="t" r="r" b="b"/>
            <a:pathLst>
              <a:path w="440689" h="895350">
                <a:moveTo>
                  <a:pt x="440500" y="0"/>
                </a:moveTo>
                <a:lnTo>
                  <a:pt x="0" y="894767"/>
                </a:lnTo>
              </a:path>
            </a:pathLst>
          </a:custGeom>
          <a:ln w="38099">
            <a:solidFill>
              <a:srgbClr val="ECEBEB"/>
            </a:solidFill>
          </a:ln>
        </p:spPr>
        <p:txBody>
          <a:bodyPr wrap="square" lIns="0" tIns="0" rIns="0" bIns="0" rtlCol="0"/>
          <a:lstStyle/>
          <a:p>
            <a:endParaRPr/>
          </a:p>
        </p:txBody>
      </p:sp>
      <p:sp>
        <p:nvSpPr>
          <p:cNvPr id="16" name="object 16"/>
          <p:cNvSpPr/>
          <p:nvPr/>
        </p:nvSpPr>
        <p:spPr>
          <a:xfrm>
            <a:off x="1379522" y="4695823"/>
            <a:ext cx="157368" cy="184918"/>
          </a:xfrm>
          <a:prstGeom prst="rect">
            <a:avLst/>
          </a:prstGeom>
          <a:blipFill>
            <a:blip r:embed="rId4" cstate="print"/>
            <a:stretch>
              <a:fillRect/>
            </a:stretch>
          </a:blipFill>
        </p:spPr>
        <p:txBody>
          <a:bodyPr wrap="square" lIns="0" tIns="0" rIns="0" bIns="0" rtlCol="0"/>
          <a:lstStyle/>
          <a:p>
            <a:endParaRPr/>
          </a:p>
        </p:txBody>
      </p:sp>
      <p:sp>
        <p:nvSpPr>
          <p:cNvPr id="17" name="object 17"/>
          <p:cNvSpPr txBox="1"/>
          <p:nvPr/>
        </p:nvSpPr>
        <p:spPr>
          <a:xfrm>
            <a:off x="2623259" y="5761602"/>
            <a:ext cx="1060450" cy="452120"/>
          </a:xfrm>
          <a:prstGeom prst="rect">
            <a:avLst/>
          </a:prstGeom>
        </p:spPr>
        <p:txBody>
          <a:bodyPr vert="horz" wrap="square" lIns="0" tIns="12700" rIns="0" bIns="0" rtlCol="0">
            <a:spAutoFit/>
          </a:bodyPr>
          <a:lstStyle/>
          <a:p>
            <a:pPr>
              <a:lnSpc>
                <a:spcPct val="100000"/>
              </a:lnSpc>
              <a:spcBef>
                <a:spcPts val="100"/>
              </a:spcBef>
            </a:pPr>
            <a:r>
              <a:rPr sz="2800" dirty="0">
                <a:latin typeface="Calibri" panose="020F0502020204030204"/>
                <a:cs typeface="Calibri" panose="020F0502020204030204"/>
              </a:rPr>
              <a:t>Actor</a:t>
            </a:r>
            <a:r>
              <a:rPr sz="2800" spc="-90" dirty="0">
                <a:latin typeface="Calibri" panose="020F0502020204030204"/>
                <a:cs typeface="Calibri" panose="020F0502020204030204"/>
              </a:rPr>
              <a:t> </a:t>
            </a:r>
            <a:r>
              <a:rPr sz="2800" dirty="0">
                <a:latin typeface="Calibri" panose="020F0502020204030204"/>
                <a:cs typeface="Calibri" panose="020F0502020204030204"/>
              </a:rPr>
              <a:t>3</a:t>
            </a:r>
            <a:endParaRPr sz="2800">
              <a:latin typeface="Calibri" panose="020F0502020204030204"/>
              <a:cs typeface="Calibri" panose="020F0502020204030204"/>
            </a:endParaRPr>
          </a:p>
        </p:txBody>
      </p:sp>
      <p:sp>
        <p:nvSpPr>
          <p:cNvPr id="18" name="object 18"/>
          <p:cNvSpPr/>
          <p:nvPr/>
        </p:nvSpPr>
        <p:spPr>
          <a:xfrm>
            <a:off x="2646345" y="3925066"/>
            <a:ext cx="381000" cy="932180"/>
          </a:xfrm>
          <a:custGeom>
            <a:avLst/>
            <a:gdLst/>
            <a:ahLst/>
            <a:cxnLst/>
            <a:rect l="l" t="t" r="r" b="b"/>
            <a:pathLst>
              <a:path w="381000" h="932179">
                <a:moveTo>
                  <a:pt x="380999" y="931862"/>
                </a:moveTo>
                <a:lnTo>
                  <a:pt x="0" y="0"/>
                </a:lnTo>
              </a:path>
            </a:pathLst>
          </a:custGeom>
          <a:ln w="38099">
            <a:solidFill>
              <a:srgbClr val="ECEBEB"/>
            </a:solidFill>
          </a:ln>
        </p:spPr>
        <p:txBody>
          <a:bodyPr wrap="square" lIns="0" tIns="0" rIns="0" bIns="0" rtlCol="0"/>
          <a:lstStyle/>
          <a:p>
            <a:endParaRPr/>
          </a:p>
        </p:txBody>
      </p:sp>
      <p:sp>
        <p:nvSpPr>
          <p:cNvPr id="19" name="object 19"/>
          <p:cNvSpPr/>
          <p:nvPr/>
        </p:nvSpPr>
        <p:spPr>
          <a:xfrm>
            <a:off x="1175261" y="3256731"/>
            <a:ext cx="2239645" cy="560705"/>
          </a:xfrm>
          <a:custGeom>
            <a:avLst/>
            <a:gdLst/>
            <a:ahLst/>
            <a:cxnLst/>
            <a:rect l="l" t="t" r="r" b="b"/>
            <a:pathLst>
              <a:path w="2239645" h="560704">
                <a:moveTo>
                  <a:pt x="1119716" y="0"/>
                </a:moveTo>
                <a:lnTo>
                  <a:pt x="1046094" y="595"/>
                </a:lnTo>
                <a:lnTo>
                  <a:pt x="973744" y="2359"/>
                </a:lnTo>
                <a:lnTo>
                  <a:pt x="902813" y="5253"/>
                </a:lnTo>
                <a:lnTo>
                  <a:pt x="833449" y="9240"/>
                </a:lnTo>
                <a:lnTo>
                  <a:pt x="765799" y="14284"/>
                </a:lnTo>
                <a:lnTo>
                  <a:pt x="700010" y="20348"/>
                </a:lnTo>
                <a:lnTo>
                  <a:pt x="636231" y="27394"/>
                </a:lnTo>
                <a:lnTo>
                  <a:pt x="574609" y="35386"/>
                </a:lnTo>
                <a:lnTo>
                  <a:pt x="515292" y="44287"/>
                </a:lnTo>
                <a:lnTo>
                  <a:pt x="458426" y="54061"/>
                </a:lnTo>
                <a:lnTo>
                  <a:pt x="404159" y="64669"/>
                </a:lnTo>
                <a:lnTo>
                  <a:pt x="352640" y="76075"/>
                </a:lnTo>
                <a:lnTo>
                  <a:pt x="304015" y="88243"/>
                </a:lnTo>
                <a:lnTo>
                  <a:pt x="258433" y="101135"/>
                </a:lnTo>
                <a:lnTo>
                  <a:pt x="216040" y="114714"/>
                </a:lnTo>
                <a:lnTo>
                  <a:pt x="176984" y="128944"/>
                </a:lnTo>
                <a:lnTo>
                  <a:pt x="141413" y="143788"/>
                </a:lnTo>
                <a:lnTo>
                  <a:pt x="81315" y="175168"/>
                </a:lnTo>
                <a:lnTo>
                  <a:pt x="36927" y="208559"/>
                </a:lnTo>
                <a:lnTo>
                  <a:pt x="9428" y="243666"/>
                </a:lnTo>
                <a:lnTo>
                  <a:pt x="0" y="280193"/>
                </a:lnTo>
                <a:lnTo>
                  <a:pt x="2381" y="298616"/>
                </a:lnTo>
                <a:lnTo>
                  <a:pt x="20992" y="334470"/>
                </a:lnTo>
                <a:lnTo>
                  <a:pt x="57083" y="368756"/>
                </a:lnTo>
                <a:lnTo>
                  <a:pt x="109474" y="401179"/>
                </a:lnTo>
                <a:lnTo>
                  <a:pt x="176984" y="431442"/>
                </a:lnTo>
                <a:lnTo>
                  <a:pt x="216040" y="445672"/>
                </a:lnTo>
                <a:lnTo>
                  <a:pt x="258433" y="459252"/>
                </a:lnTo>
                <a:lnTo>
                  <a:pt x="304015" y="472144"/>
                </a:lnTo>
                <a:lnTo>
                  <a:pt x="352640" y="484311"/>
                </a:lnTo>
                <a:lnTo>
                  <a:pt x="404159" y="495718"/>
                </a:lnTo>
                <a:lnTo>
                  <a:pt x="458426" y="506326"/>
                </a:lnTo>
                <a:lnTo>
                  <a:pt x="515292" y="516099"/>
                </a:lnTo>
                <a:lnTo>
                  <a:pt x="574609" y="525000"/>
                </a:lnTo>
                <a:lnTo>
                  <a:pt x="636231" y="532993"/>
                </a:lnTo>
                <a:lnTo>
                  <a:pt x="700010" y="540039"/>
                </a:lnTo>
                <a:lnTo>
                  <a:pt x="765799" y="546103"/>
                </a:lnTo>
                <a:lnTo>
                  <a:pt x="833449" y="551147"/>
                </a:lnTo>
                <a:lnTo>
                  <a:pt x="902813" y="555134"/>
                </a:lnTo>
                <a:lnTo>
                  <a:pt x="973744" y="558028"/>
                </a:lnTo>
                <a:lnTo>
                  <a:pt x="1046094" y="559791"/>
                </a:lnTo>
                <a:lnTo>
                  <a:pt x="1119716" y="560387"/>
                </a:lnTo>
                <a:lnTo>
                  <a:pt x="1193338" y="559791"/>
                </a:lnTo>
                <a:lnTo>
                  <a:pt x="1265688" y="558028"/>
                </a:lnTo>
                <a:lnTo>
                  <a:pt x="1336619" y="555134"/>
                </a:lnTo>
                <a:lnTo>
                  <a:pt x="1405983" y="551147"/>
                </a:lnTo>
                <a:lnTo>
                  <a:pt x="1473633" y="546103"/>
                </a:lnTo>
                <a:lnTo>
                  <a:pt x="1539422" y="540039"/>
                </a:lnTo>
                <a:lnTo>
                  <a:pt x="1603201" y="532993"/>
                </a:lnTo>
                <a:lnTo>
                  <a:pt x="1664823" y="525000"/>
                </a:lnTo>
                <a:lnTo>
                  <a:pt x="1724141" y="516099"/>
                </a:lnTo>
                <a:lnTo>
                  <a:pt x="1781006" y="506326"/>
                </a:lnTo>
                <a:lnTo>
                  <a:pt x="1835273" y="495718"/>
                </a:lnTo>
                <a:lnTo>
                  <a:pt x="1886792" y="484311"/>
                </a:lnTo>
                <a:lnTo>
                  <a:pt x="1935417" y="472144"/>
                </a:lnTo>
                <a:lnTo>
                  <a:pt x="1981000" y="459252"/>
                </a:lnTo>
                <a:lnTo>
                  <a:pt x="2023393" y="445672"/>
                </a:lnTo>
                <a:lnTo>
                  <a:pt x="2062448" y="431442"/>
                </a:lnTo>
                <a:lnTo>
                  <a:pt x="2098020" y="416599"/>
                </a:lnTo>
                <a:lnTo>
                  <a:pt x="2158117" y="385219"/>
                </a:lnTo>
                <a:lnTo>
                  <a:pt x="2202506" y="351828"/>
                </a:lnTo>
                <a:lnTo>
                  <a:pt x="2230004" y="316721"/>
                </a:lnTo>
                <a:lnTo>
                  <a:pt x="2239433" y="280193"/>
                </a:lnTo>
                <a:lnTo>
                  <a:pt x="2237051" y="261770"/>
                </a:lnTo>
                <a:lnTo>
                  <a:pt x="2218440" y="225916"/>
                </a:lnTo>
                <a:lnTo>
                  <a:pt x="2182349" y="191630"/>
                </a:lnTo>
                <a:lnTo>
                  <a:pt x="2129958" y="159208"/>
                </a:lnTo>
                <a:lnTo>
                  <a:pt x="2062448" y="128944"/>
                </a:lnTo>
                <a:lnTo>
                  <a:pt x="2023393" y="114714"/>
                </a:lnTo>
                <a:lnTo>
                  <a:pt x="1981000" y="101135"/>
                </a:lnTo>
                <a:lnTo>
                  <a:pt x="1935417" y="88243"/>
                </a:lnTo>
                <a:lnTo>
                  <a:pt x="1886792" y="76075"/>
                </a:lnTo>
                <a:lnTo>
                  <a:pt x="1835273" y="64669"/>
                </a:lnTo>
                <a:lnTo>
                  <a:pt x="1781006" y="54061"/>
                </a:lnTo>
                <a:lnTo>
                  <a:pt x="1724141" y="44287"/>
                </a:lnTo>
                <a:lnTo>
                  <a:pt x="1664823" y="35386"/>
                </a:lnTo>
                <a:lnTo>
                  <a:pt x="1603201" y="27394"/>
                </a:lnTo>
                <a:lnTo>
                  <a:pt x="1539422" y="20348"/>
                </a:lnTo>
                <a:lnTo>
                  <a:pt x="1473633" y="14284"/>
                </a:lnTo>
                <a:lnTo>
                  <a:pt x="1405983" y="9240"/>
                </a:lnTo>
                <a:lnTo>
                  <a:pt x="1336619" y="5253"/>
                </a:lnTo>
                <a:lnTo>
                  <a:pt x="1265688" y="2359"/>
                </a:lnTo>
                <a:lnTo>
                  <a:pt x="1193338" y="595"/>
                </a:lnTo>
                <a:lnTo>
                  <a:pt x="1119716" y="0"/>
                </a:lnTo>
                <a:close/>
              </a:path>
            </a:pathLst>
          </a:custGeom>
          <a:solidFill>
            <a:srgbClr val="F2913F"/>
          </a:solidFill>
        </p:spPr>
        <p:txBody>
          <a:bodyPr wrap="square" lIns="0" tIns="0" rIns="0" bIns="0" rtlCol="0"/>
          <a:lstStyle/>
          <a:p>
            <a:endParaRPr/>
          </a:p>
        </p:txBody>
      </p:sp>
      <p:sp>
        <p:nvSpPr>
          <p:cNvPr id="20" name="object 20"/>
          <p:cNvSpPr/>
          <p:nvPr/>
        </p:nvSpPr>
        <p:spPr>
          <a:xfrm>
            <a:off x="1175261" y="3256731"/>
            <a:ext cx="2239645" cy="560705"/>
          </a:xfrm>
          <a:custGeom>
            <a:avLst/>
            <a:gdLst/>
            <a:ahLst/>
            <a:cxnLst/>
            <a:rect l="l" t="t" r="r" b="b"/>
            <a:pathLst>
              <a:path w="2239645" h="560704">
                <a:moveTo>
                  <a:pt x="0" y="280194"/>
                </a:moveTo>
                <a:lnTo>
                  <a:pt x="20992" y="225917"/>
                </a:lnTo>
                <a:lnTo>
                  <a:pt x="57083" y="191630"/>
                </a:lnTo>
                <a:lnTo>
                  <a:pt x="109474" y="159208"/>
                </a:lnTo>
                <a:lnTo>
                  <a:pt x="176984" y="128944"/>
                </a:lnTo>
                <a:lnTo>
                  <a:pt x="216040" y="114715"/>
                </a:lnTo>
                <a:lnTo>
                  <a:pt x="258433" y="101135"/>
                </a:lnTo>
                <a:lnTo>
                  <a:pt x="304016" y="88243"/>
                </a:lnTo>
                <a:lnTo>
                  <a:pt x="352640" y="76075"/>
                </a:lnTo>
                <a:lnTo>
                  <a:pt x="404160" y="64669"/>
                </a:lnTo>
                <a:lnTo>
                  <a:pt x="458426" y="54061"/>
                </a:lnTo>
                <a:lnTo>
                  <a:pt x="515292" y="44287"/>
                </a:lnTo>
                <a:lnTo>
                  <a:pt x="574610" y="35386"/>
                </a:lnTo>
                <a:lnTo>
                  <a:pt x="636232" y="27394"/>
                </a:lnTo>
                <a:lnTo>
                  <a:pt x="700011" y="20348"/>
                </a:lnTo>
                <a:lnTo>
                  <a:pt x="765799" y="14284"/>
                </a:lnTo>
                <a:lnTo>
                  <a:pt x="833449" y="9240"/>
                </a:lnTo>
                <a:lnTo>
                  <a:pt x="902813" y="5253"/>
                </a:lnTo>
                <a:lnTo>
                  <a:pt x="973744" y="2359"/>
                </a:lnTo>
                <a:lnTo>
                  <a:pt x="1046094" y="595"/>
                </a:lnTo>
                <a:lnTo>
                  <a:pt x="1119716" y="0"/>
                </a:lnTo>
                <a:lnTo>
                  <a:pt x="1193338" y="595"/>
                </a:lnTo>
                <a:lnTo>
                  <a:pt x="1265688" y="2359"/>
                </a:lnTo>
                <a:lnTo>
                  <a:pt x="1336619" y="5253"/>
                </a:lnTo>
                <a:lnTo>
                  <a:pt x="1405983" y="9240"/>
                </a:lnTo>
                <a:lnTo>
                  <a:pt x="1473633" y="14284"/>
                </a:lnTo>
                <a:lnTo>
                  <a:pt x="1539422" y="20348"/>
                </a:lnTo>
                <a:lnTo>
                  <a:pt x="1603201" y="27394"/>
                </a:lnTo>
                <a:lnTo>
                  <a:pt x="1664823" y="35386"/>
                </a:lnTo>
                <a:lnTo>
                  <a:pt x="1724141" y="44287"/>
                </a:lnTo>
                <a:lnTo>
                  <a:pt x="1781006" y="54061"/>
                </a:lnTo>
                <a:lnTo>
                  <a:pt x="1835273" y="64669"/>
                </a:lnTo>
                <a:lnTo>
                  <a:pt x="1886792" y="76075"/>
                </a:lnTo>
                <a:lnTo>
                  <a:pt x="1935417" y="88243"/>
                </a:lnTo>
                <a:lnTo>
                  <a:pt x="1981000" y="101135"/>
                </a:lnTo>
                <a:lnTo>
                  <a:pt x="2023393" y="114715"/>
                </a:lnTo>
                <a:lnTo>
                  <a:pt x="2062448" y="128944"/>
                </a:lnTo>
                <a:lnTo>
                  <a:pt x="2098020" y="143788"/>
                </a:lnTo>
                <a:lnTo>
                  <a:pt x="2158117" y="175168"/>
                </a:lnTo>
                <a:lnTo>
                  <a:pt x="2202506" y="208559"/>
                </a:lnTo>
                <a:lnTo>
                  <a:pt x="2230004" y="243666"/>
                </a:lnTo>
                <a:lnTo>
                  <a:pt x="2239433" y="280194"/>
                </a:lnTo>
                <a:lnTo>
                  <a:pt x="2237051" y="298616"/>
                </a:lnTo>
                <a:lnTo>
                  <a:pt x="2218440" y="334470"/>
                </a:lnTo>
                <a:lnTo>
                  <a:pt x="2182349" y="368756"/>
                </a:lnTo>
                <a:lnTo>
                  <a:pt x="2129958" y="401179"/>
                </a:lnTo>
                <a:lnTo>
                  <a:pt x="2062448" y="431442"/>
                </a:lnTo>
                <a:lnTo>
                  <a:pt x="2023393" y="445672"/>
                </a:lnTo>
                <a:lnTo>
                  <a:pt x="1981000" y="459252"/>
                </a:lnTo>
                <a:lnTo>
                  <a:pt x="1935417" y="472144"/>
                </a:lnTo>
                <a:lnTo>
                  <a:pt x="1886792" y="484311"/>
                </a:lnTo>
                <a:lnTo>
                  <a:pt x="1835273" y="495718"/>
                </a:lnTo>
                <a:lnTo>
                  <a:pt x="1781006" y="506326"/>
                </a:lnTo>
                <a:lnTo>
                  <a:pt x="1724141" y="516099"/>
                </a:lnTo>
                <a:lnTo>
                  <a:pt x="1664823" y="525001"/>
                </a:lnTo>
                <a:lnTo>
                  <a:pt x="1603201" y="532993"/>
                </a:lnTo>
                <a:lnTo>
                  <a:pt x="1539422" y="540039"/>
                </a:lnTo>
                <a:lnTo>
                  <a:pt x="1473633" y="546103"/>
                </a:lnTo>
                <a:lnTo>
                  <a:pt x="1405983" y="551147"/>
                </a:lnTo>
                <a:lnTo>
                  <a:pt x="1336619" y="555134"/>
                </a:lnTo>
                <a:lnTo>
                  <a:pt x="1265688" y="558028"/>
                </a:lnTo>
                <a:lnTo>
                  <a:pt x="1193338" y="559791"/>
                </a:lnTo>
                <a:lnTo>
                  <a:pt x="1119716" y="560387"/>
                </a:lnTo>
                <a:lnTo>
                  <a:pt x="1046094" y="559791"/>
                </a:lnTo>
                <a:lnTo>
                  <a:pt x="973744" y="558028"/>
                </a:lnTo>
                <a:lnTo>
                  <a:pt x="902813" y="555134"/>
                </a:lnTo>
                <a:lnTo>
                  <a:pt x="833449" y="551147"/>
                </a:lnTo>
                <a:lnTo>
                  <a:pt x="765799" y="546103"/>
                </a:lnTo>
                <a:lnTo>
                  <a:pt x="700011" y="540039"/>
                </a:lnTo>
                <a:lnTo>
                  <a:pt x="636232" y="532993"/>
                </a:lnTo>
                <a:lnTo>
                  <a:pt x="574610" y="525001"/>
                </a:lnTo>
                <a:lnTo>
                  <a:pt x="515292" y="516099"/>
                </a:lnTo>
                <a:lnTo>
                  <a:pt x="458426" y="506326"/>
                </a:lnTo>
                <a:lnTo>
                  <a:pt x="404160" y="495718"/>
                </a:lnTo>
                <a:lnTo>
                  <a:pt x="352640" y="484311"/>
                </a:lnTo>
                <a:lnTo>
                  <a:pt x="304016" y="472144"/>
                </a:lnTo>
                <a:lnTo>
                  <a:pt x="258433" y="459252"/>
                </a:lnTo>
                <a:lnTo>
                  <a:pt x="216040" y="445672"/>
                </a:lnTo>
                <a:lnTo>
                  <a:pt x="176984" y="431442"/>
                </a:lnTo>
                <a:lnTo>
                  <a:pt x="141413" y="416599"/>
                </a:lnTo>
                <a:lnTo>
                  <a:pt x="81315" y="385219"/>
                </a:lnTo>
                <a:lnTo>
                  <a:pt x="36927" y="351828"/>
                </a:lnTo>
                <a:lnTo>
                  <a:pt x="9428" y="316721"/>
                </a:lnTo>
                <a:lnTo>
                  <a:pt x="0" y="280194"/>
                </a:lnTo>
                <a:close/>
              </a:path>
            </a:pathLst>
          </a:custGeom>
          <a:ln w="28574">
            <a:solidFill>
              <a:srgbClr val="ECEBEB"/>
            </a:solidFill>
          </a:ln>
        </p:spPr>
        <p:txBody>
          <a:bodyPr wrap="square" lIns="0" tIns="0" rIns="0" bIns="0" rtlCol="0"/>
          <a:lstStyle/>
          <a:p>
            <a:endParaRPr/>
          </a:p>
        </p:txBody>
      </p:sp>
      <p:sp>
        <p:nvSpPr>
          <p:cNvPr id="21" name="object 21"/>
          <p:cNvSpPr txBox="1"/>
          <p:nvPr/>
        </p:nvSpPr>
        <p:spPr>
          <a:xfrm>
            <a:off x="1649269" y="3399763"/>
            <a:ext cx="1313815" cy="452120"/>
          </a:xfrm>
          <a:prstGeom prst="rect">
            <a:avLst/>
          </a:prstGeom>
        </p:spPr>
        <p:txBody>
          <a:bodyPr vert="horz" wrap="square" lIns="0" tIns="12700" rIns="0" bIns="0" rtlCol="0">
            <a:spAutoFit/>
          </a:bodyPr>
          <a:lstStyle/>
          <a:p>
            <a:pPr>
              <a:lnSpc>
                <a:spcPct val="100000"/>
              </a:lnSpc>
              <a:spcBef>
                <a:spcPts val="100"/>
              </a:spcBef>
            </a:pPr>
            <a:r>
              <a:rPr sz="2800" dirty="0">
                <a:latin typeface="Calibri" panose="020F0502020204030204"/>
                <a:cs typeface="Calibri" panose="020F0502020204030204"/>
              </a:rPr>
              <a:t>Use</a:t>
            </a:r>
            <a:r>
              <a:rPr sz="2800" spc="-90" dirty="0">
                <a:latin typeface="Calibri" panose="020F0502020204030204"/>
                <a:cs typeface="Calibri" panose="020F0502020204030204"/>
              </a:rPr>
              <a:t> </a:t>
            </a:r>
            <a:r>
              <a:rPr sz="2800" dirty="0">
                <a:latin typeface="Calibri" panose="020F0502020204030204"/>
                <a:cs typeface="Calibri" panose="020F0502020204030204"/>
              </a:rPr>
              <a:t>Case</a:t>
            </a:r>
            <a:endParaRPr sz="2800">
              <a:latin typeface="Calibri" panose="020F0502020204030204"/>
              <a:cs typeface="Calibri" panose="020F0502020204030204"/>
            </a:endParaRPr>
          </a:p>
        </p:txBody>
      </p:sp>
      <p:sp>
        <p:nvSpPr>
          <p:cNvPr id="22" name="object 22"/>
          <p:cNvSpPr/>
          <p:nvPr/>
        </p:nvSpPr>
        <p:spPr>
          <a:xfrm>
            <a:off x="2115702" y="1521592"/>
            <a:ext cx="356235" cy="243204"/>
          </a:xfrm>
          <a:custGeom>
            <a:avLst/>
            <a:gdLst/>
            <a:ahLst/>
            <a:cxnLst/>
            <a:rect l="l" t="t" r="r" b="b"/>
            <a:pathLst>
              <a:path w="356235" h="243205">
                <a:moveTo>
                  <a:pt x="0" y="121399"/>
                </a:moveTo>
                <a:lnTo>
                  <a:pt x="9067" y="83028"/>
                </a:lnTo>
                <a:lnTo>
                  <a:pt x="34316" y="49702"/>
                </a:lnTo>
                <a:lnTo>
                  <a:pt x="72818" y="23423"/>
                </a:lnTo>
                <a:lnTo>
                  <a:pt x="121643" y="6189"/>
                </a:lnTo>
                <a:lnTo>
                  <a:pt x="177861" y="0"/>
                </a:lnTo>
                <a:lnTo>
                  <a:pt x="234078" y="6189"/>
                </a:lnTo>
                <a:lnTo>
                  <a:pt x="282903" y="23423"/>
                </a:lnTo>
                <a:lnTo>
                  <a:pt x="321405" y="49702"/>
                </a:lnTo>
                <a:lnTo>
                  <a:pt x="346654" y="83028"/>
                </a:lnTo>
                <a:lnTo>
                  <a:pt x="355721" y="121399"/>
                </a:lnTo>
                <a:lnTo>
                  <a:pt x="346654" y="159771"/>
                </a:lnTo>
                <a:lnTo>
                  <a:pt x="321405" y="193097"/>
                </a:lnTo>
                <a:lnTo>
                  <a:pt x="282903" y="219376"/>
                </a:lnTo>
                <a:lnTo>
                  <a:pt x="234078" y="236610"/>
                </a:lnTo>
                <a:lnTo>
                  <a:pt x="177861" y="242799"/>
                </a:lnTo>
                <a:lnTo>
                  <a:pt x="121643" y="236610"/>
                </a:lnTo>
                <a:lnTo>
                  <a:pt x="72818" y="219376"/>
                </a:lnTo>
                <a:lnTo>
                  <a:pt x="34316" y="193097"/>
                </a:lnTo>
                <a:lnTo>
                  <a:pt x="9067" y="159771"/>
                </a:lnTo>
                <a:lnTo>
                  <a:pt x="0" y="121399"/>
                </a:lnTo>
                <a:close/>
              </a:path>
            </a:pathLst>
          </a:custGeom>
          <a:ln w="28574">
            <a:solidFill>
              <a:srgbClr val="ECEBEB"/>
            </a:solidFill>
          </a:ln>
        </p:spPr>
        <p:txBody>
          <a:bodyPr wrap="square" lIns="0" tIns="0" rIns="0" bIns="0" rtlCol="0"/>
          <a:lstStyle/>
          <a:p>
            <a:endParaRPr/>
          </a:p>
        </p:txBody>
      </p:sp>
      <p:sp>
        <p:nvSpPr>
          <p:cNvPr id="23" name="object 23"/>
          <p:cNvSpPr/>
          <p:nvPr/>
        </p:nvSpPr>
        <p:spPr>
          <a:xfrm>
            <a:off x="2292862" y="1766348"/>
            <a:ext cx="1905" cy="227329"/>
          </a:xfrm>
          <a:custGeom>
            <a:avLst/>
            <a:gdLst/>
            <a:ahLst/>
            <a:cxnLst/>
            <a:rect l="l" t="t" r="r" b="b"/>
            <a:pathLst>
              <a:path w="1905" h="227330">
                <a:moveTo>
                  <a:pt x="702" y="-14287"/>
                </a:moveTo>
                <a:lnTo>
                  <a:pt x="702" y="241422"/>
                </a:lnTo>
              </a:path>
            </a:pathLst>
          </a:custGeom>
          <a:ln w="29980">
            <a:solidFill>
              <a:srgbClr val="ECEBEB"/>
            </a:solidFill>
          </a:ln>
        </p:spPr>
        <p:txBody>
          <a:bodyPr wrap="square" lIns="0" tIns="0" rIns="0" bIns="0" rtlCol="0"/>
          <a:lstStyle/>
          <a:p>
            <a:endParaRPr/>
          </a:p>
        </p:txBody>
      </p:sp>
      <p:sp>
        <p:nvSpPr>
          <p:cNvPr id="24" name="object 24"/>
          <p:cNvSpPr/>
          <p:nvPr/>
        </p:nvSpPr>
        <p:spPr>
          <a:xfrm>
            <a:off x="2011657" y="1829986"/>
            <a:ext cx="563880" cy="1270"/>
          </a:xfrm>
          <a:custGeom>
            <a:avLst/>
            <a:gdLst/>
            <a:ahLst/>
            <a:cxnLst/>
            <a:rect l="l" t="t" r="r" b="b"/>
            <a:pathLst>
              <a:path w="563880" h="1269">
                <a:moveTo>
                  <a:pt x="0" y="0"/>
                </a:moveTo>
                <a:lnTo>
                  <a:pt x="563812" y="979"/>
                </a:lnTo>
              </a:path>
            </a:pathLst>
          </a:custGeom>
          <a:ln w="28574">
            <a:solidFill>
              <a:srgbClr val="FFFFFF"/>
            </a:solidFill>
          </a:ln>
        </p:spPr>
        <p:txBody>
          <a:bodyPr wrap="square" lIns="0" tIns="0" rIns="0" bIns="0" rtlCol="0"/>
          <a:lstStyle/>
          <a:p>
            <a:endParaRPr/>
          </a:p>
        </p:txBody>
      </p:sp>
      <p:sp>
        <p:nvSpPr>
          <p:cNvPr id="25" name="object 25"/>
          <p:cNvSpPr/>
          <p:nvPr/>
        </p:nvSpPr>
        <p:spPr>
          <a:xfrm>
            <a:off x="1903394" y="1993483"/>
            <a:ext cx="779145" cy="266700"/>
          </a:xfrm>
          <a:custGeom>
            <a:avLst/>
            <a:gdLst/>
            <a:ahLst/>
            <a:cxnLst/>
            <a:rect l="l" t="t" r="r" b="b"/>
            <a:pathLst>
              <a:path w="779144" h="266700">
                <a:moveTo>
                  <a:pt x="0" y="266295"/>
                </a:moveTo>
                <a:lnTo>
                  <a:pt x="389466" y="0"/>
                </a:lnTo>
                <a:lnTo>
                  <a:pt x="778932" y="266295"/>
                </a:lnTo>
              </a:path>
            </a:pathLst>
          </a:custGeom>
          <a:ln w="28574">
            <a:solidFill>
              <a:srgbClr val="ECEBEB"/>
            </a:solidFill>
          </a:ln>
        </p:spPr>
        <p:txBody>
          <a:bodyPr wrap="square" lIns="0" tIns="0" rIns="0" bIns="0" rtlCol="0"/>
          <a:lstStyle/>
          <a:p>
            <a:endParaRPr/>
          </a:p>
        </p:txBody>
      </p:sp>
      <p:sp>
        <p:nvSpPr>
          <p:cNvPr id="26" name="object 26"/>
          <p:cNvSpPr/>
          <p:nvPr/>
        </p:nvSpPr>
        <p:spPr>
          <a:xfrm>
            <a:off x="1218236" y="5001391"/>
            <a:ext cx="356235" cy="243204"/>
          </a:xfrm>
          <a:custGeom>
            <a:avLst/>
            <a:gdLst/>
            <a:ahLst/>
            <a:cxnLst/>
            <a:rect l="l" t="t" r="r" b="b"/>
            <a:pathLst>
              <a:path w="356235" h="243204">
                <a:moveTo>
                  <a:pt x="0" y="121399"/>
                </a:moveTo>
                <a:lnTo>
                  <a:pt x="9067" y="83028"/>
                </a:lnTo>
                <a:lnTo>
                  <a:pt x="34316" y="49702"/>
                </a:lnTo>
                <a:lnTo>
                  <a:pt x="72818" y="23423"/>
                </a:lnTo>
                <a:lnTo>
                  <a:pt x="121643" y="6189"/>
                </a:lnTo>
                <a:lnTo>
                  <a:pt x="177860" y="0"/>
                </a:lnTo>
                <a:lnTo>
                  <a:pt x="234078" y="6189"/>
                </a:lnTo>
                <a:lnTo>
                  <a:pt x="282903" y="23423"/>
                </a:lnTo>
                <a:lnTo>
                  <a:pt x="321405" y="49702"/>
                </a:lnTo>
                <a:lnTo>
                  <a:pt x="346654" y="83028"/>
                </a:lnTo>
                <a:lnTo>
                  <a:pt x="355721" y="121399"/>
                </a:lnTo>
                <a:lnTo>
                  <a:pt x="346654" y="159771"/>
                </a:lnTo>
                <a:lnTo>
                  <a:pt x="321405" y="193097"/>
                </a:lnTo>
                <a:lnTo>
                  <a:pt x="282903" y="219376"/>
                </a:lnTo>
                <a:lnTo>
                  <a:pt x="234078" y="236610"/>
                </a:lnTo>
                <a:lnTo>
                  <a:pt x="177860" y="242799"/>
                </a:lnTo>
                <a:lnTo>
                  <a:pt x="121643" y="236610"/>
                </a:lnTo>
                <a:lnTo>
                  <a:pt x="72818" y="219376"/>
                </a:lnTo>
                <a:lnTo>
                  <a:pt x="34316" y="193097"/>
                </a:lnTo>
                <a:lnTo>
                  <a:pt x="9067" y="159771"/>
                </a:lnTo>
                <a:lnTo>
                  <a:pt x="0" y="121399"/>
                </a:lnTo>
                <a:close/>
              </a:path>
            </a:pathLst>
          </a:custGeom>
          <a:ln w="28574">
            <a:solidFill>
              <a:srgbClr val="ECEBEB"/>
            </a:solidFill>
          </a:ln>
        </p:spPr>
        <p:txBody>
          <a:bodyPr wrap="square" lIns="0" tIns="0" rIns="0" bIns="0" rtlCol="0"/>
          <a:lstStyle/>
          <a:p>
            <a:endParaRPr/>
          </a:p>
        </p:txBody>
      </p:sp>
      <p:sp>
        <p:nvSpPr>
          <p:cNvPr id="27" name="object 27"/>
          <p:cNvSpPr/>
          <p:nvPr/>
        </p:nvSpPr>
        <p:spPr>
          <a:xfrm>
            <a:off x="1395395" y="5246147"/>
            <a:ext cx="1905" cy="227329"/>
          </a:xfrm>
          <a:custGeom>
            <a:avLst/>
            <a:gdLst/>
            <a:ahLst/>
            <a:cxnLst/>
            <a:rect l="l" t="t" r="r" b="b"/>
            <a:pathLst>
              <a:path w="1905" h="227329">
                <a:moveTo>
                  <a:pt x="703" y="-14287"/>
                </a:moveTo>
                <a:lnTo>
                  <a:pt x="703" y="241422"/>
                </a:lnTo>
              </a:path>
            </a:pathLst>
          </a:custGeom>
          <a:ln w="29981">
            <a:solidFill>
              <a:srgbClr val="ECEBEB"/>
            </a:solidFill>
          </a:ln>
        </p:spPr>
        <p:txBody>
          <a:bodyPr wrap="square" lIns="0" tIns="0" rIns="0" bIns="0" rtlCol="0"/>
          <a:lstStyle/>
          <a:p>
            <a:endParaRPr/>
          </a:p>
        </p:txBody>
      </p:sp>
      <p:sp>
        <p:nvSpPr>
          <p:cNvPr id="28" name="object 28"/>
          <p:cNvSpPr/>
          <p:nvPr/>
        </p:nvSpPr>
        <p:spPr>
          <a:xfrm>
            <a:off x="1114190" y="5309784"/>
            <a:ext cx="563880" cy="1270"/>
          </a:xfrm>
          <a:custGeom>
            <a:avLst/>
            <a:gdLst/>
            <a:ahLst/>
            <a:cxnLst/>
            <a:rect l="l" t="t" r="r" b="b"/>
            <a:pathLst>
              <a:path w="563880" h="1270">
                <a:moveTo>
                  <a:pt x="0" y="0"/>
                </a:moveTo>
                <a:lnTo>
                  <a:pt x="563812" y="979"/>
                </a:lnTo>
              </a:path>
            </a:pathLst>
          </a:custGeom>
          <a:ln w="28574">
            <a:solidFill>
              <a:srgbClr val="ECEBEB"/>
            </a:solidFill>
          </a:ln>
        </p:spPr>
        <p:txBody>
          <a:bodyPr wrap="square" lIns="0" tIns="0" rIns="0" bIns="0" rtlCol="0"/>
          <a:lstStyle/>
          <a:p>
            <a:endParaRPr/>
          </a:p>
        </p:txBody>
      </p:sp>
      <p:sp>
        <p:nvSpPr>
          <p:cNvPr id="29" name="object 29"/>
          <p:cNvSpPr/>
          <p:nvPr/>
        </p:nvSpPr>
        <p:spPr>
          <a:xfrm>
            <a:off x="1005927" y="5473282"/>
            <a:ext cx="779145" cy="266700"/>
          </a:xfrm>
          <a:custGeom>
            <a:avLst/>
            <a:gdLst/>
            <a:ahLst/>
            <a:cxnLst/>
            <a:rect l="l" t="t" r="r" b="b"/>
            <a:pathLst>
              <a:path w="779144" h="266700">
                <a:moveTo>
                  <a:pt x="0" y="266295"/>
                </a:moveTo>
                <a:lnTo>
                  <a:pt x="389466" y="0"/>
                </a:lnTo>
                <a:lnTo>
                  <a:pt x="778932" y="266295"/>
                </a:lnTo>
              </a:path>
            </a:pathLst>
          </a:custGeom>
          <a:ln w="28574">
            <a:solidFill>
              <a:srgbClr val="ECEBEB"/>
            </a:solidFill>
          </a:ln>
        </p:spPr>
        <p:txBody>
          <a:bodyPr wrap="square" lIns="0" tIns="0" rIns="0" bIns="0" rtlCol="0"/>
          <a:lstStyle/>
          <a:p>
            <a:endParaRPr/>
          </a:p>
        </p:txBody>
      </p:sp>
      <p:sp>
        <p:nvSpPr>
          <p:cNvPr id="30" name="object 30"/>
          <p:cNvSpPr/>
          <p:nvPr/>
        </p:nvSpPr>
        <p:spPr>
          <a:xfrm>
            <a:off x="2877702" y="4950591"/>
            <a:ext cx="356235" cy="243204"/>
          </a:xfrm>
          <a:custGeom>
            <a:avLst/>
            <a:gdLst/>
            <a:ahLst/>
            <a:cxnLst/>
            <a:rect l="l" t="t" r="r" b="b"/>
            <a:pathLst>
              <a:path w="356235" h="243204">
                <a:moveTo>
                  <a:pt x="0" y="121399"/>
                </a:moveTo>
                <a:lnTo>
                  <a:pt x="9067" y="83028"/>
                </a:lnTo>
                <a:lnTo>
                  <a:pt x="34316" y="49702"/>
                </a:lnTo>
                <a:lnTo>
                  <a:pt x="72818" y="23423"/>
                </a:lnTo>
                <a:lnTo>
                  <a:pt x="121643" y="6189"/>
                </a:lnTo>
                <a:lnTo>
                  <a:pt x="177860" y="0"/>
                </a:lnTo>
                <a:lnTo>
                  <a:pt x="234078" y="6189"/>
                </a:lnTo>
                <a:lnTo>
                  <a:pt x="282903" y="23423"/>
                </a:lnTo>
                <a:lnTo>
                  <a:pt x="321405" y="49702"/>
                </a:lnTo>
                <a:lnTo>
                  <a:pt x="346654" y="83028"/>
                </a:lnTo>
                <a:lnTo>
                  <a:pt x="355722" y="121399"/>
                </a:lnTo>
                <a:lnTo>
                  <a:pt x="346654" y="159771"/>
                </a:lnTo>
                <a:lnTo>
                  <a:pt x="321405" y="193097"/>
                </a:lnTo>
                <a:lnTo>
                  <a:pt x="282903" y="219376"/>
                </a:lnTo>
                <a:lnTo>
                  <a:pt x="234078" y="236610"/>
                </a:lnTo>
                <a:lnTo>
                  <a:pt x="177860" y="242799"/>
                </a:lnTo>
                <a:lnTo>
                  <a:pt x="121643" y="236610"/>
                </a:lnTo>
                <a:lnTo>
                  <a:pt x="72818" y="219376"/>
                </a:lnTo>
                <a:lnTo>
                  <a:pt x="34316" y="193097"/>
                </a:lnTo>
                <a:lnTo>
                  <a:pt x="9067" y="159771"/>
                </a:lnTo>
                <a:lnTo>
                  <a:pt x="0" y="121399"/>
                </a:lnTo>
                <a:close/>
              </a:path>
            </a:pathLst>
          </a:custGeom>
          <a:ln w="28574">
            <a:solidFill>
              <a:srgbClr val="ECEBEB"/>
            </a:solidFill>
          </a:ln>
        </p:spPr>
        <p:txBody>
          <a:bodyPr wrap="square" lIns="0" tIns="0" rIns="0" bIns="0" rtlCol="0"/>
          <a:lstStyle/>
          <a:p>
            <a:endParaRPr/>
          </a:p>
        </p:txBody>
      </p:sp>
      <p:sp>
        <p:nvSpPr>
          <p:cNvPr id="31" name="object 31"/>
          <p:cNvSpPr/>
          <p:nvPr/>
        </p:nvSpPr>
        <p:spPr>
          <a:xfrm>
            <a:off x="3054862" y="5195348"/>
            <a:ext cx="1905" cy="227329"/>
          </a:xfrm>
          <a:custGeom>
            <a:avLst/>
            <a:gdLst/>
            <a:ahLst/>
            <a:cxnLst/>
            <a:rect l="l" t="t" r="r" b="b"/>
            <a:pathLst>
              <a:path w="1905" h="227329">
                <a:moveTo>
                  <a:pt x="702" y="-14287"/>
                </a:moveTo>
                <a:lnTo>
                  <a:pt x="702" y="241422"/>
                </a:lnTo>
              </a:path>
            </a:pathLst>
          </a:custGeom>
          <a:ln w="29980">
            <a:solidFill>
              <a:srgbClr val="ECEBEB"/>
            </a:solidFill>
          </a:ln>
        </p:spPr>
        <p:txBody>
          <a:bodyPr wrap="square" lIns="0" tIns="0" rIns="0" bIns="0" rtlCol="0"/>
          <a:lstStyle/>
          <a:p>
            <a:endParaRPr/>
          </a:p>
        </p:txBody>
      </p:sp>
      <p:sp>
        <p:nvSpPr>
          <p:cNvPr id="32" name="object 32"/>
          <p:cNvSpPr/>
          <p:nvPr/>
        </p:nvSpPr>
        <p:spPr>
          <a:xfrm>
            <a:off x="2773657" y="5258984"/>
            <a:ext cx="563880" cy="1270"/>
          </a:xfrm>
          <a:custGeom>
            <a:avLst/>
            <a:gdLst/>
            <a:ahLst/>
            <a:cxnLst/>
            <a:rect l="l" t="t" r="r" b="b"/>
            <a:pathLst>
              <a:path w="563879" h="1270">
                <a:moveTo>
                  <a:pt x="0" y="0"/>
                </a:moveTo>
                <a:lnTo>
                  <a:pt x="563812" y="979"/>
                </a:lnTo>
              </a:path>
            </a:pathLst>
          </a:custGeom>
          <a:ln w="28574">
            <a:solidFill>
              <a:srgbClr val="ECEBEB"/>
            </a:solidFill>
          </a:ln>
        </p:spPr>
        <p:txBody>
          <a:bodyPr wrap="square" lIns="0" tIns="0" rIns="0" bIns="0" rtlCol="0"/>
          <a:lstStyle/>
          <a:p>
            <a:endParaRPr/>
          </a:p>
        </p:txBody>
      </p:sp>
      <p:sp>
        <p:nvSpPr>
          <p:cNvPr id="33" name="object 33"/>
          <p:cNvSpPr/>
          <p:nvPr/>
        </p:nvSpPr>
        <p:spPr>
          <a:xfrm>
            <a:off x="2665394" y="5422483"/>
            <a:ext cx="779145" cy="266700"/>
          </a:xfrm>
          <a:custGeom>
            <a:avLst/>
            <a:gdLst/>
            <a:ahLst/>
            <a:cxnLst/>
            <a:rect l="l" t="t" r="r" b="b"/>
            <a:pathLst>
              <a:path w="779145" h="266700">
                <a:moveTo>
                  <a:pt x="0" y="266295"/>
                </a:moveTo>
                <a:lnTo>
                  <a:pt x="389466" y="0"/>
                </a:lnTo>
                <a:lnTo>
                  <a:pt x="778932" y="266295"/>
                </a:lnTo>
              </a:path>
            </a:pathLst>
          </a:custGeom>
          <a:ln w="28574">
            <a:solidFill>
              <a:srgbClr val="ECEBEB"/>
            </a:solidFill>
          </a:ln>
        </p:spPr>
        <p:txBody>
          <a:bodyPr wrap="square" lIns="0" tIns="0" rIns="0" bIns="0" rtlCol="0"/>
          <a:lstStyle/>
          <a:p>
            <a:endParaRPr/>
          </a:p>
        </p:txBody>
      </p:sp>
      <p:sp>
        <p:nvSpPr>
          <p:cNvPr id="36" name="标题 35"/>
          <p:cNvSpPr>
            <a:spLocks noGrp="1"/>
          </p:cNvSpPr>
          <p:nvPr>
            <p:ph type="title"/>
          </p:nvPr>
        </p:nvSpPr>
        <p:spPr/>
        <p:txBody>
          <a:bodyPr/>
          <a:lstStyle/>
          <a:p>
            <a:r>
              <a:rPr lang="zh-CN" altLang="en-US" dirty="0"/>
              <a:t>交互</a:t>
            </a:r>
            <a:r>
              <a:rPr lang="en-US" altLang="zh-CN" dirty="0"/>
              <a:t>——</a:t>
            </a:r>
            <a:r>
              <a:rPr lang="zh-CN" altLang="en-US" dirty="0"/>
              <a:t>关联（</a:t>
            </a:r>
            <a:r>
              <a:rPr lang="en-US" altLang="zh-CN" dirty="0"/>
              <a:t>Association</a:t>
            </a:r>
            <a:r>
              <a:rPr lang="zh-CN" altLang="en-US" dirty="0"/>
              <a:t>）</a:t>
            </a:r>
          </a:p>
        </p:txBody>
      </p:sp>
      <p:sp>
        <p:nvSpPr>
          <p:cNvPr id="37" name="灯片编号占位符 36"/>
          <p:cNvSpPr>
            <a:spLocks noGrp="1"/>
          </p:cNvSpPr>
          <p:nvPr>
            <p:ph type="sldNum" sz="quarter" idx="12"/>
          </p:nvPr>
        </p:nvSpPr>
        <p:spPr/>
        <p:txBody>
          <a:bodyPr/>
          <a:lstStyle/>
          <a:p>
            <a:fld id="{74D2AB8B-5816-41F2-8B4B-CA5C3E4E6A65}" type="slidenum">
              <a:rPr lang="zh-CN" altLang="en-US" smtClean="0"/>
              <a:t>30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1791"/>
    </mc:Choice>
    <mc:Fallback xmlns="">
      <p:transition spd="slow" advTm="6179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标题 71"/>
          <p:cNvSpPr>
            <a:spLocks noGrp="1"/>
          </p:cNvSpPr>
          <p:nvPr>
            <p:ph type="title"/>
          </p:nvPr>
        </p:nvSpPr>
        <p:spPr/>
        <p:txBody>
          <a:bodyPr/>
          <a:lstStyle/>
          <a:p>
            <a:r>
              <a:rPr lang="zh-CN" altLang="en-US" dirty="0"/>
              <a:t>箭头的使用习惯</a:t>
            </a:r>
          </a:p>
        </p:txBody>
      </p:sp>
      <p:grpSp>
        <p:nvGrpSpPr>
          <p:cNvPr id="78" name="组合 77"/>
          <p:cNvGrpSpPr/>
          <p:nvPr/>
        </p:nvGrpSpPr>
        <p:grpSpPr>
          <a:xfrm>
            <a:off x="1402828" y="1450428"/>
            <a:ext cx="9386344" cy="5190974"/>
            <a:chOff x="1550715" y="1218024"/>
            <a:chExt cx="9349119" cy="5423378"/>
          </a:xfrm>
        </p:grpSpPr>
        <p:sp>
          <p:nvSpPr>
            <p:cNvPr id="7" name="object 7"/>
            <p:cNvSpPr/>
            <p:nvPr/>
          </p:nvSpPr>
          <p:spPr>
            <a:xfrm>
              <a:off x="1562794" y="1218024"/>
              <a:ext cx="9337040" cy="2609850"/>
            </a:xfrm>
            <a:custGeom>
              <a:avLst/>
              <a:gdLst/>
              <a:ahLst/>
              <a:cxnLst/>
              <a:rect l="l" t="t" r="r" b="b"/>
              <a:pathLst>
                <a:path w="9337040" h="2609850">
                  <a:moveTo>
                    <a:pt x="0" y="0"/>
                  </a:moveTo>
                  <a:lnTo>
                    <a:pt x="9336615" y="0"/>
                  </a:lnTo>
                  <a:lnTo>
                    <a:pt x="9336615" y="2609848"/>
                  </a:lnTo>
                  <a:lnTo>
                    <a:pt x="0" y="2609848"/>
                  </a:lnTo>
                  <a:lnTo>
                    <a:pt x="0" y="0"/>
                  </a:lnTo>
                  <a:close/>
                </a:path>
              </a:pathLst>
            </a:custGeom>
            <a:solidFill>
              <a:srgbClr val="F2913F"/>
            </a:solidFill>
          </p:spPr>
          <p:txBody>
            <a:bodyPr wrap="square" lIns="0" tIns="0" rIns="0" bIns="0" rtlCol="0"/>
            <a:lstStyle/>
            <a:p>
              <a:endParaRPr/>
            </a:p>
          </p:txBody>
        </p:sp>
        <p:sp>
          <p:nvSpPr>
            <p:cNvPr id="8" name="object 8"/>
            <p:cNvSpPr/>
            <p:nvPr/>
          </p:nvSpPr>
          <p:spPr>
            <a:xfrm>
              <a:off x="1562794" y="1218024"/>
              <a:ext cx="9337040" cy="2609850"/>
            </a:xfrm>
            <a:custGeom>
              <a:avLst/>
              <a:gdLst/>
              <a:ahLst/>
              <a:cxnLst/>
              <a:rect l="l" t="t" r="r" b="b"/>
              <a:pathLst>
                <a:path w="9337040" h="2609850">
                  <a:moveTo>
                    <a:pt x="0" y="0"/>
                  </a:moveTo>
                  <a:lnTo>
                    <a:pt x="9336614" y="0"/>
                  </a:lnTo>
                  <a:lnTo>
                    <a:pt x="9336614" y="2609849"/>
                  </a:lnTo>
                  <a:lnTo>
                    <a:pt x="0" y="2609849"/>
                  </a:lnTo>
                  <a:lnTo>
                    <a:pt x="0" y="0"/>
                  </a:lnTo>
                  <a:close/>
                </a:path>
              </a:pathLst>
            </a:custGeom>
            <a:ln w="25399">
              <a:solidFill>
                <a:srgbClr val="A76585"/>
              </a:solidFill>
            </a:ln>
          </p:spPr>
          <p:txBody>
            <a:bodyPr wrap="square" lIns="0" tIns="0" rIns="0" bIns="0" rtlCol="0"/>
            <a:lstStyle/>
            <a:p>
              <a:endParaRPr/>
            </a:p>
          </p:txBody>
        </p:sp>
        <p:sp>
          <p:nvSpPr>
            <p:cNvPr id="9" name="object 9"/>
            <p:cNvSpPr/>
            <p:nvPr/>
          </p:nvSpPr>
          <p:spPr>
            <a:xfrm>
              <a:off x="2917996" y="2106230"/>
              <a:ext cx="295275" cy="157480"/>
            </a:xfrm>
            <a:custGeom>
              <a:avLst/>
              <a:gdLst/>
              <a:ahLst/>
              <a:cxnLst/>
              <a:rect l="l" t="t" r="r" b="b"/>
              <a:pathLst>
                <a:path w="295275" h="157480">
                  <a:moveTo>
                    <a:pt x="0" y="78535"/>
                  </a:moveTo>
                  <a:lnTo>
                    <a:pt x="11578" y="47966"/>
                  </a:lnTo>
                  <a:lnTo>
                    <a:pt x="43153" y="23002"/>
                  </a:lnTo>
                  <a:lnTo>
                    <a:pt x="89986" y="6171"/>
                  </a:lnTo>
                  <a:lnTo>
                    <a:pt x="147336" y="0"/>
                  </a:lnTo>
                  <a:lnTo>
                    <a:pt x="204687" y="6171"/>
                  </a:lnTo>
                  <a:lnTo>
                    <a:pt x="251519" y="23002"/>
                  </a:lnTo>
                  <a:lnTo>
                    <a:pt x="283095" y="47966"/>
                  </a:lnTo>
                  <a:lnTo>
                    <a:pt x="294673" y="78535"/>
                  </a:lnTo>
                  <a:lnTo>
                    <a:pt x="283095" y="109105"/>
                  </a:lnTo>
                  <a:lnTo>
                    <a:pt x="251519" y="134069"/>
                  </a:lnTo>
                  <a:lnTo>
                    <a:pt x="204687" y="150900"/>
                  </a:lnTo>
                  <a:lnTo>
                    <a:pt x="147336" y="157071"/>
                  </a:lnTo>
                  <a:lnTo>
                    <a:pt x="89986" y="150900"/>
                  </a:lnTo>
                  <a:lnTo>
                    <a:pt x="43153" y="134069"/>
                  </a:lnTo>
                  <a:lnTo>
                    <a:pt x="11578" y="109105"/>
                  </a:lnTo>
                  <a:lnTo>
                    <a:pt x="0" y="78535"/>
                  </a:lnTo>
                  <a:close/>
                </a:path>
              </a:pathLst>
            </a:custGeom>
            <a:ln w="28574">
              <a:solidFill>
                <a:srgbClr val="ECEBEB"/>
              </a:solidFill>
            </a:ln>
          </p:spPr>
          <p:txBody>
            <a:bodyPr wrap="square" lIns="0" tIns="0" rIns="0" bIns="0" rtlCol="0"/>
            <a:lstStyle/>
            <a:p>
              <a:endParaRPr/>
            </a:p>
          </p:txBody>
        </p:sp>
        <p:sp>
          <p:nvSpPr>
            <p:cNvPr id="10" name="object 10"/>
            <p:cNvSpPr/>
            <p:nvPr/>
          </p:nvSpPr>
          <p:spPr>
            <a:xfrm>
              <a:off x="3071226" y="2261150"/>
              <a:ext cx="0" cy="208915"/>
            </a:xfrm>
            <a:custGeom>
              <a:avLst/>
              <a:gdLst/>
              <a:ahLst/>
              <a:cxnLst/>
              <a:rect l="l" t="t" r="r" b="b"/>
              <a:pathLst>
                <a:path h="208914">
                  <a:moveTo>
                    <a:pt x="0" y="0"/>
                  </a:moveTo>
                  <a:lnTo>
                    <a:pt x="0" y="208710"/>
                  </a:lnTo>
                </a:path>
              </a:pathLst>
            </a:custGeom>
            <a:ln w="28574">
              <a:solidFill>
                <a:srgbClr val="ECEBEB"/>
              </a:solidFill>
            </a:ln>
          </p:spPr>
          <p:txBody>
            <a:bodyPr wrap="square" lIns="0" tIns="0" rIns="0" bIns="0" rtlCol="0"/>
            <a:lstStyle/>
            <a:p>
              <a:endParaRPr/>
            </a:p>
          </p:txBody>
        </p:sp>
        <p:sp>
          <p:nvSpPr>
            <p:cNvPr id="11" name="object 11"/>
            <p:cNvSpPr/>
            <p:nvPr/>
          </p:nvSpPr>
          <p:spPr>
            <a:xfrm>
              <a:off x="2819772" y="2334305"/>
              <a:ext cx="499109" cy="0"/>
            </a:xfrm>
            <a:custGeom>
              <a:avLst/>
              <a:gdLst/>
              <a:ahLst/>
              <a:cxnLst/>
              <a:rect l="l" t="t" r="r" b="b"/>
              <a:pathLst>
                <a:path w="499110">
                  <a:moveTo>
                    <a:pt x="0" y="0"/>
                  </a:moveTo>
                  <a:lnTo>
                    <a:pt x="498979" y="1"/>
                  </a:lnTo>
                </a:path>
              </a:pathLst>
            </a:custGeom>
            <a:ln w="28574">
              <a:solidFill>
                <a:srgbClr val="ECEBEB"/>
              </a:solidFill>
            </a:ln>
          </p:spPr>
          <p:txBody>
            <a:bodyPr wrap="square" lIns="0" tIns="0" rIns="0" bIns="0" rtlCol="0"/>
            <a:lstStyle/>
            <a:p>
              <a:endParaRPr/>
            </a:p>
          </p:txBody>
        </p:sp>
        <p:sp>
          <p:nvSpPr>
            <p:cNvPr id="12" name="object 12"/>
            <p:cNvSpPr/>
            <p:nvPr/>
          </p:nvSpPr>
          <p:spPr>
            <a:xfrm>
              <a:off x="3055510" y="2469859"/>
              <a:ext cx="299085" cy="157480"/>
            </a:xfrm>
            <a:custGeom>
              <a:avLst/>
              <a:gdLst/>
              <a:ahLst/>
              <a:cxnLst/>
              <a:rect l="l" t="t" r="r" b="b"/>
              <a:pathLst>
                <a:path w="299085" h="157480">
                  <a:moveTo>
                    <a:pt x="298601" y="157071"/>
                  </a:moveTo>
                  <a:lnTo>
                    <a:pt x="0" y="0"/>
                  </a:lnTo>
                </a:path>
              </a:pathLst>
            </a:custGeom>
            <a:ln w="28574">
              <a:solidFill>
                <a:srgbClr val="ECEBEB"/>
              </a:solidFill>
            </a:ln>
          </p:spPr>
          <p:txBody>
            <a:bodyPr wrap="square" lIns="0" tIns="0" rIns="0" bIns="0" rtlCol="0"/>
            <a:lstStyle/>
            <a:p>
              <a:endParaRPr/>
            </a:p>
          </p:txBody>
        </p:sp>
        <p:sp>
          <p:nvSpPr>
            <p:cNvPr id="13" name="object 13"/>
            <p:cNvSpPr/>
            <p:nvPr/>
          </p:nvSpPr>
          <p:spPr>
            <a:xfrm>
              <a:off x="2752979" y="2469859"/>
              <a:ext cx="302895" cy="157480"/>
            </a:xfrm>
            <a:custGeom>
              <a:avLst/>
              <a:gdLst/>
              <a:ahLst/>
              <a:cxnLst/>
              <a:rect l="l" t="t" r="r" b="b"/>
              <a:pathLst>
                <a:path w="302894" h="157480">
                  <a:moveTo>
                    <a:pt x="0" y="157071"/>
                  </a:moveTo>
                  <a:lnTo>
                    <a:pt x="302530" y="0"/>
                  </a:lnTo>
                </a:path>
              </a:pathLst>
            </a:custGeom>
            <a:ln w="28574">
              <a:solidFill>
                <a:srgbClr val="ECEBEB"/>
              </a:solidFill>
            </a:ln>
          </p:spPr>
          <p:txBody>
            <a:bodyPr wrap="square" lIns="0" tIns="0" rIns="0" bIns="0" rtlCol="0"/>
            <a:lstStyle/>
            <a:p>
              <a:endParaRPr/>
            </a:p>
          </p:txBody>
        </p:sp>
        <p:sp>
          <p:nvSpPr>
            <p:cNvPr id="14" name="object 14"/>
            <p:cNvSpPr txBox="1"/>
            <p:nvPr/>
          </p:nvSpPr>
          <p:spPr>
            <a:xfrm>
              <a:off x="2348167" y="2720594"/>
              <a:ext cx="2146300" cy="452120"/>
            </a:xfrm>
            <a:prstGeom prst="rect">
              <a:avLst/>
            </a:prstGeom>
          </p:spPr>
          <p:txBody>
            <a:bodyPr vert="horz" wrap="square" lIns="0" tIns="12700" rIns="0" bIns="0" rtlCol="0">
              <a:spAutoFit/>
            </a:bodyPr>
            <a:lstStyle/>
            <a:p>
              <a:pPr>
                <a:lnSpc>
                  <a:spcPct val="100000"/>
                </a:lnSpc>
                <a:spcBef>
                  <a:spcPts val="100"/>
                </a:spcBef>
              </a:pPr>
              <a:r>
                <a:rPr sz="2800" dirty="0">
                  <a:latin typeface="华文新魏" panose="02010800040101010101" charset="-122"/>
                  <a:cs typeface="华文新魏" panose="02010800040101010101" charset="-122"/>
                </a:rPr>
                <a:t>系统监控人员</a:t>
              </a:r>
              <a:endParaRPr sz="2800">
                <a:latin typeface="华文新魏" panose="02010800040101010101" charset="-122"/>
                <a:cs typeface="华文新魏" panose="02010800040101010101" charset="-122"/>
              </a:endParaRPr>
            </a:p>
          </p:txBody>
        </p:sp>
        <p:sp>
          <p:nvSpPr>
            <p:cNvPr id="15" name="object 15"/>
            <p:cNvSpPr/>
            <p:nvPr/>
          </p:nvSpPr>
          <p:spPr>
            <a:xfrm>
              <a:off x="9151405" y="2247519"/>
              <a:ext cx="182136" cy="262619"/>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9114504" y="2417565"/>
              <a:ext cx="260350" cy="0"/>
            </a:xfrm>
            <a:custGeom>
              <a:avLst/>
              <a:gdLst/>
              <a:ahLst/>
              <a:cxnLst/>
              <a:rect l="l" t="t" r="r" b="b"/>
              <a:pathLst>
                <a:path w="260350">
                  <a:moveTo>
                    <a:pt x="0" y="0"/>
                  </a:moveTo>
                  <a:lnTo>
                    <a:pt x="260032" y="1"/>
                  </a:lnTo>
                </a:path>
              </a:pathLst>
            </a:custGeom>
            <a:ln w="28574">
              <a:solidFill>
                <a:srgbClr val="ECEBEB"/>
              </a:solidFill>
            </a:ln>
          </p:spPr>
          <p:txBody>
            <a:bodyPr wrap="square" lIns="0" tIns="0" rIns="0" bIns="0" rtlCol="0"/>
            <a:lstStyle/>
            <a:p>
              <a:endParaRPr/>
            </a:p>
          </p:txBody>
        </p:sp>
        <p:sp>
          <p:nvSpPr>
            <p:cNvPr id="17" name="object 17"/>
            <p:cNvSpPr/>
            <p:nvPr/>
          </p:nvSpPr>
          <p:spPr>
            <a:xfrm>
              <a:off x="9237355" y="2510138"/>
              <a:ext cx="156210" cy="107314"/>
            </a:xfrm>
            <a:custGeom>
              <a:avLst/>
              <a:gdLst/>
              <a:ahLst/>
              <a:cxnLst/>
              <a:rect l="l" t="t" r="r" b="b"/>
              <a:pathLst>
                <a:path w="156209" h="107314">
                  <a:moveTo>
                    <a:pt x="155609" y="107267"/>
                  </a:moveTo>
                  <a:lnTo>
                    <a:pt x="0" y="0"/>
                  </a:lnTo>
                </a:path>
              </a:pathLst>
            </a:custGeom>
            <a:ln w="28574">
              <a:solidFill>
                <a:srgbClr val="ECEBEB"/>
              </a:solidFill>
            </a:ln>
          </p:spPr>
          <p:txBody>
            <a:bodyPr wrap="square" lIns="0" tIns="0" rIns="0" bIns="0" rtlCol="0"/>
            <a:lstStyle/>
            <a:p>
              <a:endParaRPr/>
            </a:p>
          </p:txBody>
        </p:sp>
        <p:sp>
          <p:nvSpPr>
            <p:cNvPr id="18" name="object 18"/>
            <p:cNvSpPr/>
            <p:nvPr/>
          </p:nvSpPr>
          <p:spPr>
            <a:xfrm>
              <a:off x="9079697" y="2510138"/>
              <a:ext cx="158115" cy="107314"/>
            </a:xfrm>
            <a:custGeom>
              <a:avLst/>
              <a:gdLst/>
              <a:ahLst/>
              <a:cxnLst/>
              <a:rect l="l" t="t" r="r" b="b"/>
              <a:pathLst>
                <a:path w="158115" h="107314">
                  <a:moveTo>
                    <a:pt x="0" y="107267"/>
                  </a:moveTo>
                  <a:lnTo>
                    <a:pt x="157657" y="0"/>
                  </a:lnTo>
                </a:path>
              </a:pathLst>
            </a:custGeom>
            <a:ln w="28574">
              <a:solidFill>
                <a:srgbClr val="ECEBEB"/>
              </a:solidFill>
            </a:ln>
          </p:spPr>
          <p:txBody>
            <a:bodyPr wrap="square" lIns="0" tIns="0" rIns="0" bIns="0" rtlCol="0"/>
            <a:lstStyle/>
            <a:p>
              <a:endParaRPr/>
            </a:p>
          </p:txBody>
        </p:sp>
        <p:sp>
          <p:nvSpPr>
            <p:cNvPr id="19" name="object 19"/>
            <p:cNvSpPr txBox="1"/>
            <p:nvPr/>
          </p:nvSpPr>
          <p:spPr>
            <a:xfrm>
              <a:off x="8346803" y="2593594"/>
              <a:ext cx="1790700" cy="452120"/>
            </a:xfrm>
            <a:prstGeom prst="rect">
              <a:avLst/>
            </a:prstGeom>
          </p:spPr>
          <p:txBody>
            <a:bodyPr vert="horz" wrap="square" lIns="0" tIns="12700" rIns="0" bIns="0" rtlCol="0">
              <a:spAutoFit/>
            </a:bodyPr>
            <a:lstStyle/>
            <a:p>
              <a:pPr>
                <a:lnSpc>
                  <a:spcPct val="100000"/>
                </a:lnSpc>
                <a:spcBef>
                  <a:spcPts val="100"/>
                </a:spcBef>
              </a:pPr>
              <a:r>
                <a:rPr sz="2800" dirty="0">
                  <a:latin typeface="华文新魏" panose="02010800040101010101" charset="-122"/>
                  <a:cs typeface="华文新魏" panose="02010800040101010101" charset="-122"/>
                </a:rPr>
                <a:t>主动传感器</a:t>
              </a:r>
              <a:endParaRPr sz="2800">
                <a:latin typeface="华文新魏" panose="02010800040101010101" charset="-122"/>
                <a:cs typeface="华文新魏" panose="02010800040101010101" charset="-122"/>
              </a:endParaRPr>
            </a:p>
          </p:txBody>
        </p:sp>
        <p:sp>
          <p:nvSpPr>
            <p:cNvPr id="20" name="object 20"/>
            <p:cNvSpPr/>
            <p:nvPr/>
          </p:nvSpPr>
          <p:spPr>
            <a:xfrm>
              <a:off x="3595412" y="2418305"/>
              <a:ext cx="634365" cy="17145"/>
            </a:xfrm>
            <a:custGeom>
              <a:avLst/>
              <a:gdLst/>
              <a:ahLst/>
              <a:cxnLst/>
              <a:rect l="l" t="t" r="r" b="b"/>
              <a:pathLst>
                <a:path w="634364" h="17144">
                  <a:moveTo>
                    <a:pt x="634015" y="0"/>
                  </a:moveTo>
                  <a:lnTo>
                    <a:pt x="0" y="16538"/>
                  </a:lnTo>
                </a:path>
              </a:pathLst>
            </a:custGeom>
            <a:ln w="28574">
              <a:solidFill>
                <a:srgbClr val="000000"/>
              </a:solidFill>
            </a:ln>
          </p:spPr>
          <p:txBody>
            <a:bodyPr wrap="square" lIns="0" tIns="0" rIns="0" bIns="0" rtlCol="0"/>
            <a:lstStyle/>
            <a:p>
              <a:endParaRPr/>
            </a:p>
          </p:txBody>
        </p:sp>
        <p:sp>
          <p:nvSpPr>
            <p:cNvPr id="21" name="object 21"/>
            <p:cNvSpPr/>
            <p:nvPr/>
          </p:nvSpPr>
          <p:spPr>
            <a:xfrm>
              <a:off x="4126107" y="2354229"/>
              <a:ext cx="131667" cy="132601"/>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9168338" y="1409317"/>
              <a:ext cx="182136" cy="262619"/>
            </a:xfrm>
            <a:prstGeom prst="rect">
              <a:avLst/>
            </a:prstGeom>
            <a:blipFill>
              <a:blip r:embed="rId5" cstate="print"/>
              <a:stretch>
                <a:fillRect/>
              </a:stretch>
            </a:blipFill>
          </p:spPr>
          <p:txBody>
            <a:bodyPr wrap="square" lIns="0" tIns="0" rIns="0" bIns="0" rtlCol="0"/>
            <a:lstStyle/>
            <a:p>
              <a:endParaRPr/>
            </a:p>
          </p:txBody>
        </p:sp>
        <p:sp>
          <p:nvSpPr>
            <p:cNvPr id="23" name="object 23"/>
            <p:cNvSpPr/>
            <p:nvPr/>
          </p:nvSpPr>
          <p:spPr>
            <a:xfrm>
              <a:off x="9131437" y="1579364"/>
              <a:ext cx="260350" cy="0"/>
            </a:xfrm>
            <a:custGeom>
              <a:avLst/>
              <a:gdLst/>
              <a:ahLst/>
              <a:cxnLst/>
              <a:rect l="l" t="t" r="r" b="b"/>
              <a:pathLst>
                <a:path w="260350">
                  <a:moveTo>
                    <a:pt x="0" y="0"/>
                  </a:moveTo>
                  <a:lnTo>
                    <a:pt x="260032" y="1"/>
                  </a:lnTo>
                </a:path>
              </a:pathLst>
            </a:custGeom>
            <a:ln w="28574">
              <a:solidFill>
                <a:srgbClr val="ECEBEB"/>
              </a:solidFill>
            </a:ln>
          </p:spPr>
          <p:txBody>
            <a:bodyPr wrap="square" lIns="0" tIns="0" rIns="0" bIns="0" rtlCol="0"/>
            <a:lstStyle/>
            <a:p>
              <a:endParaRPr/>
            </a:p>
          </p:txBody>
        </p:sp>
        <p:sp>
          <p:nvSpPr>
            <p:cNvPr id="24" name="object 24"/>
            <p:cNvSpPr/>
            <p:nvPr/>
          </p:nvSpPr>
          <p:spPr>
            <a:xfrm>
              <a:off x="9254286" y="1671937"/>
              <a:ext cx="156210" cy="107314"/>
            </a:xfrm>
            <a:custGeom>
              <a:avLst/>
              <a:gdLst/>
              <a:ahLst/>
              <a:cxnLst/>
              <a:rect l="l" t="t" r="r" b="b"/>
              <a:pathLst>
                <a:path w="156209" h="107315">
                  <a:moveTo>
                    <a:pt x="155609" y="107267"/>
                  </a:moveTo>
                  <a:lnTo>
                    <a:pt x="0" y="0"/>
                  </a:lnTo>
                </a:path>
              </a:pathLst>
            </a:custGeom>
            <a:ln w="28574">
              <a:solidFill>
                <a:srgbClr val="ECEBEB"/>
              </a:solidFill>
            </a:ln>
          </p:spPr>
          <p:txBody>
            <a:bodyPr wrap="square" lIns="0" tIns="0" rIns="0" bIns="0" rtlCol="0"/>
            <a:lstStyle/>
            <a:p>
              <a:endParaRPr/>
            </a:p>
          </p:txBody>
        </p:sp>
        <p:sp>
          <p:nvSpPr>
            <p:cNvPr id="25" name="object 25"/>
            <p:cNvSpPr/>
            <p:nvPr/>
          </p:nvSpPr>
          <p:spPr>
            <a:xfrm>
              <a:off x="9096631" y="1671937"/>
              <a:ext cx="158115" cy="107314"/>
            </a:xfrm>
            <a:custGeom>
              <a:avLst/>
              <a:gdLst/>
              <a:ahLst/>
              <a:cxnLst/>
              <a:rect l="l" t="t" r="r" b="b"/>
              <a:pathLst>
                <a:path w="158115" h="107315">
                  <a:moveTo>
                    <a:pt x="0" y="107267"/>
                  </a:moveTo>
                  <a:lnTo>
                    <a:pt x="157657" y="0"/>
                  </a:lnTo>
                </a:path>
              </a:pathLst>
            </a:custGeom>
            <a:ln w="28574">
              <a:solidFill>
                <a:srgbClr val="ECEBEB"/>
              </a:solidFill>
            </a:ln>
          </p:spPr>
          <p:txBody>
            <a:bodyPr wrap="square" lIns="0" tIns="0" rIns="0" bIns="0" rtlCol="0"/>
            <a:lstStyle/>
            <a:p>
              <a:endParaRPr/>
            </a:p>
          </p:txBody>
        </p:sp>
        <p:sp>
          <p:nvSpPr>
            <p:cNvPr id="26" name="object 26"/>
            <p:cNvSpPr txBox="1"/>
            <p:nvPr/>
          </p:nvSpPr>
          <p:spPr>
            <a:xfrm>
              <a:off x="8353151" y="1871281"/>
              <a:ext cx="1790700" cy="452120"/>
            </a:xfrm>
            <a:prstGeom prst="rect">
              <a:avLst/>
            </a:prstGeom>
          </p:spPr>
          <p:txBody>
            <a:bodyPr vert="horz" wrap="square" lIns="0" tIns="12700" rIns="0" bIns="0" rtlCol="0">
              <a:spAutoFit/>
            </a:bodyPr>
            <a:lstStyle/>
            <a:p>
              <a:pPr>
                <a:lnSpc>
                  <a:spcPct val="100000"/>
                </a:lnSpc>
                <a:spcBef>
                  <a:spcPts val="100"/>
                </a:spcBef>
              </a:pPr>
              <a:r>
                <a:rPr sz="2800" dirty="0">
                  <a:latin typeface="华文新魏" panose="02010800040101010101" charset="-122"/>
                  <a:cs typeface="华文新魏" panose="02010800040101010101" charset="-122"/>
                </a:rPr>
                <a:t>被动传感器</a:t>
              </a:r>
            </a:p>
          </p:txBody>
        </p:sp>
        <p:sp>
          <p:nvSpPr>
            <p:cNvPr id="27" name="object 27"/>
            <p:cNvSpPr/>
            <p:nvPr/>
          </p:nvSpPr>
          <p:spPr>
            <a:xfrm>
              <a:off x="7176072" y="2420554"/>
              <a:ext cx="1879600" cy="0"/>
            </a:xfrm>
            <a:custGeom>
              <a:avLst/>
              <a:gdLst/>
              <a:ahLst/>
              <a:cxnLst/>
              <a:rect l="l" t="t" r="r" b="b"/>
              <a:pathLst>
                <a:path w="1879600">
                  <a:moveTo>
                    <a:pt x="0" y="0"/>
                  </a:moveTo>
                  <a:lnTo>
                    <a:pt x="1879025" y="0"/>
                  </a:lnTo>
                </a:path>
              </a:pathLst>
            </a:custGeom>
            <a:ln w="28574">
              <a:solidFill>
                <a:srgbClr val="FFFFFF"/>
              </a:solidFill>
            </a:ln>
          </p:spPr>
          <p:txBody>
            <a:bodyPr wrap="square" lIns="0" tIns="0" rIns="0" bIns="0" rtlCol="0"/>
            <a:lstStyle/>
            <a:p>
              <a:endParaRPr/>
            </a:p>
          </p:txBody>
        </p:sp>
        <p:sp>
          <p:nvSpPr>
            <p:cNvPr id="28" name="object 28"/>
            <p:cNvSpPr/>
            <p:nvPr/>
          </p:nvSpPr>
          <p:spPr>
            <a:xfrm>
              <a:off x="7147717" y="2354230"/>
              <a:ext cx="130397" cy="132647"/>
            </a:xfrm>
            <a:prstGeom prst="rect">
              <a:avLst/>
            </a:prstGeom>
            <a:blipFill>
              <a:blip r:embed="rId6" cstate="print"/>
              <a:stretch>
                <a:fillRect/>
              </a:stretch>
            </a:blipFill>
          </p:spPr>
          <p:txBody>
            <a:bodyPr wrap="square" lIns="0" tIns="0" rIns="0" bIns="0" rtlCol="0"/>
            <a:lstStyle/>
            <a:p>
              <a:endParaRPr/>
            </a:p>
          </p:txBody>
        </p:sp>
        <p:sp>
          <p:nvSpPr>
            <p:cNvPr id="29" name="object 29"/>
            <p:cNvSpPr/>
            <p:nvPr/>
          </p:nvSpPr>
          <p:spPr>
            <a:xfrm>
              <a:off x="6863547" y="1586055"/>
              <a:ext cx="1908175" cy="596900"/>
            </a:xfrm>
            <a:custGeom>
              <a:avLst/>
              <a:gdLst/>
              <a:ahLst/>
              <a:cxnLst/>
              <a:rect l="l" t="t" r="r" b="b"/>
              <a:pathLst>
                <a:path w="1908175" h="596900">
                  <a:moveTo>
                    <a:pt x="1907568" y="0"/>
                  </a:moveTo>
                  <a:lnTo>
                    <a:pt x="0" y="596375"/>
                  </a:lnTo>
                </a:path>
              </a:pathLst>
            </a:custGeom>
            <a:ln w="28574">
              <a:solidFill>
                <a:srgbClr val="FFFFFF"/>
              </a:solidFill>
            </a:ln>
          </p:spPr>
          <p:txBody>
            <a:bodyPr wrap="square" lIns="0" tIns="0" rIns="0" bIns="0" rtlCol="0"/>
            <a:lstStyle/>
            <a:p>
              <a:endParaRPr/>
            </a:p>
          </p:txBody>
        </p:sp>
        <p:sp>
          <p:nvSpPr>
            <p:cNvPr id="30" name="object 30"/>
            <p:cNvSpPr/>
            <p:nvPr/>
          </p:nvSpPr>
          <p:spPr>
            <a:xfrm>
              <a:off x="8658687" y="1548218"/>
              <a:ext cx="139492" cy="127016"/>
            </a:xfrm>
            <a:prstGeom prst="rect">
              <a:avLst/>
            </a:prstGeom>
            <a:blipFill>
              <a:blip r:embed="rId7" cstate="print"/>
              <a:stretch>
                <a:fillRect/>
              </a:stretch>
            </a:blipFill>
          </p:spPr>
          <p:txBody>
            <a:bodyPr wrap="square" lIns="0" tIns="0" rIns="0" bIns="0" rtlCol="0"/>
            <a:lstStyle/>
            <a:p>
              <a:endParaRPr/>
            </a:p>
          </p:txBody>
        </p:sp>
        <p:sp>
          <p:nvSpPr>
            <p:cNvPr id="31" name="object 31"/>
            <p:cNvSpPr/>
            <p:nvPr/>
          </p:nvSpPr>
          <p:spPr>
            <a:xfrm>
              <a:off x="9185271" y="3003169"/>
              <a:ext cx="182136" cy="262619"/>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9148370" y="3173215"/>
              <a:ext cx="260350" cy="0"/>
            </a:xfrm>
            <a:custGeom>
              <a:avLst/>
              <a:gdLst/>
              <a:ahLst/>
              <a:cxnLst/>
              <a:rect l="l" t="t" r="r" b="b"/>
              <a:pathLst>
                <a:path w="260350">
                  <a:moveTo>
                    <a:pt x="0" y="0"/>
                  </a:moveTo>
                  <a:lnTo>
                    <a:pt x="260032" y="1"/>
                  </a:lnTo>
                </a:path>
              </a:pathLst>
            </a:custGeom>
            <a:ln w="28574">
              <a:solidFill>
                <a:srgbClr val="ECEBEB"/>
              </a:solidFill>
            </a:ln>
          </p:spPr>
          <p:txBody>
            <a:bodyPr wrap="square" lIns="0" tIns="0" rIns="0" bIns="0" rtlCol="0"/>
            <a:lstStyle/>
            <a:p>
              <a:endParaRPr/>
            </a:p>
          </p:txBody>
        </p:sp>
        <p:sp>
          <p:nvSpPr>
            <p:cNvPr id="33" name="object 33"/>
            <p:cNvSpPr/>
            <p:nvPr/>
          </p:nvSpPr>
          <p:spPr>
            <a:xfrm>
              <a:off x="9271219" y="3265788"/>
              <a:ext cx="156210" cy="107314"/>
            </a:xfrm>
            <a:custGeom>
              <a:avLst/>
              <a:gdLst/>
              <a:ahLst/>
              <a:cxnLst/>
              <a:rect l="l" t="t" r="r" b="b"/>
              <a:pathLst>
                <a:path w="156209" h="107314">
                  <a:moveTo>
                    <a:pt x="155609" y="107267"/>
                  </a:moveTo>
                  <a:lnTo>
                    <a:pt x="0" y="0"/>
                  </a:lnTo>
                </a:path>
              </a:pathLst>
            </a:custGeom>
            <a:ln w="28574">
              <a:solidFill>
                <a:srgbClr val="ECEBEB"/>
              </a:solidFill>
            </a:ln>
          </p:spPr>
          <p:txBody>
            <a:bodyPr wrap="square" lIns="0" tIns="0" rIns="0" bIns="0" rtlCol="0"/>
            <a:lstStyle/>
            <a:p>
              <a:endParaRPr/>
            </a:p>
          </p:txBody>
        </p:sp>
        <p:sp>
          <p:nvSpPr>
            <p:cNvPr id="34" name="object 34"/>
            <p:cNvSpPr/>
            <p:nvPr/>
          </p:nvSpPr>
          <p:spPr>
            <a:xfrm>
              <a:off x="9113563" y="3265788"/>
              <a:ext cx="158115" cy="107314"/>
            </a:xfrm>
            <a:custGeom>
              <a:avLst/>
              <a:gdLst/>
              <a:ahLst/>
              <a:cxnLst/>
              <a:rect l="l" t="t" r="r" b="b"/>
              <a:pathLst>
                <a:path w="158115" h="107314">
                  <a:moveTo>
                    <a:pt x="0" y="107267"/>
                  </a:moveTo>
                  <a:lnTo>
                    <a:pt x="157657" y="0"/>
                  </a:lnTo>
                </a:path>
              </a:pathLst>
            </a:custGeom>
            <a:ln w="28574">
              <a:solidFill>
                <a:srgbClr val="ECEBEB"/>
              </a:solidFill>
            </a:ln>
          </p:spPr>
          <p:txBody>
            <a:bodyPr wrap="square" lIns="0" tIns="0" rIns="0" bIns="0" rtlCol="0"/>
            <a:lstStyle/>
            <a:p>
              <a:endParaRPr/>
            </a:p>
          </p:txBody>
        </p:sp>
        <p:sp>
          <p:nvSpPr>
            <p:cNvPr id="35" name="object 35"/>
            <p:cNvSpPr/>
            <p:nvPr/>
          </p:nvSpPr>
          <p:spPr>
            <a:xfrm>
              <a:off x="6797929" y="2649156"/>
              <a:ext cx="2066289" cy="443230"/>
            </a:xfrm>
            <a:custGeom>
              <a:avLst/>
              <a:gdLst/>
              <a:ahLst/>
              <a:cxnLst/>
              <a:rect l="l" t="t" r="r" b="b"/>
              <a:pathLst>
                <a:path w="2066290" h="443230">
                  <a:moveTo>
                    <a:pt x="2065866" y="442912"/>
                  </a:moveTo>
                  <a:lnTo>
                    <a:pt x="0" y="0"/>
                  </a:lnTo>
                </a:path>
              </a:pathLst>
            </a:custGeom>
            <a:ln w="28574">
              <a:solidFill>
                <a:srgbClr val="FFFFFF"/>
              </a:solidFill>
            </a:ln>
          </p:spPr>
          <p:txBody>
            <a:bodyPr wrap="square" lIns="0" tIns="0" rIns="0" bIns="0" rtlCol="0"/>
            <a:lstStyle/>
            <a:p>
              <a:endParaRPr/>
            </a:p>
          </p:txBody>
        </p:sp>
        <p:sp>
          <p:nvSpPr>
            <p:cNvPr id="36" name="object 36"/>
            <p:cNvSpPr/>
            <p:nvPr/>
          </p:nvSpPr>
          <p:spPr>
            <a:xfrm>
              <a:off x="1550715" y="3976304"/>
              <a:ext cx="9337040" cy="2609850"/>
            </a:xfrm>
            <a:custGeom>
              <a:avLst/>
              <a:gdLst/>
              <a:ahLst/>
              <a:cxnLst/>
              <a:rect l="l" t="t" r="r" b="b"/>
              <a:pathLst>
                <a:path w="9337040" h="2609850">
                  <a:moveTo>
                    <a:pt x="0" y="0"/>
                  </a:moveTo>
                  <a:lnTo>
                    <a:pt x="9336614" y="0"/>
                  </a:lnTo>
                  <a:lnTo>
                    <a:pt x="9336614" y="2609849"/>
                  </a:lnTo>
                  <a:lnTo>
                    <a:pt x="0" y="2609849"/>
                  </a:lnTo>
                  <a:lnTo>
                    <a:pt x="0" y="0"/>
                  </a:lnTo>
                  <a:close/>
                </a:path>
              </a:pathLst>
            </a:custGeom>
            <a:solidFill>
              <a:srgbClr val="F2913F"/>
            </a:solidFill>
          </p:spPr>
          <p:txBody>
            <a:bodyPr wrap="square" lIns="0" tIns="0" rIns="0" bIns="0" rtlCol="0"/>
            <a:lstStyle/>
            <a:p>
              <a:endParaRPr/>
            </a:p>
          </p:txBody>
        </p:sp>
        <p:sp>
          <p:nvSpPr>
            <p:cNvPr id="37" name="object 37"/>
            <p:cNvSpPr/>
            <p:nvPr/>
          </p:nvSpPr>
          <p:spPr>
            <a:xfrm>
              <a:off x="1550715" y="3976304"/>
              <a:ext cx="9337040" cy="2609850"/>
            </a:xfrm>
            <a:custGeom>
              <a:avLst/>
              <a:gdLst/>
              <a:ahLst/>
              <a:cxnLst/>
              <a:rect l="l" t="t" r="r" b="b"/>
              <a:pathLst>
                <a:path w="9337040" h="2609850">
                  <a:moveTo>
                    <a:pt x="0" y="0"/>
                  </a:moveTo>
                  <a:lnTo>
                    <a:pt x="9336614" y="0"/>
                  </a:lnTo>
                  <a:lnTo>
                    <a:pt x="9336614" y="2609849"/>
                  </a:lnTo>
                  <a:lnTo>
                    <a:pt x="0" y="2609849"/>
                  </a:lnTo>
                  <a:lnTo>
                    <a:pt x="0" y="0"/>
                  </a:lnTo>
                  <a:close/>
                </a:path>
              </a:pathLst>
            </a:custGeom>
            <a:ln w="25399">
              <a:solidFill>
                <a:srgbClr val="A76585"/>
              </a:solidFill>
            </a:ln>
          </p:spPr>
          <p:txBody>
            <a:bodyPr wrap="square" lIns="0" tIns="0" rIns="0" bIns="0" rtlCol="0"/>
            <a:lstStyle/>
            <a:p>
              <a:endParaRPr/>
            </a:p>
          </p:txBody>
        </p:sp>
        <p:sp>
          <p:nvSpPr>
            <p:cNvPr id="38" name="object 38"/>
            <p:cNvSpPr/>
            <p:nvPr/>
          </p:nvSpPr>
          <p:spPr>
            <a:xfrm>
              <a:off x="2907267" y="4901816"/>
              <a:ext cx="300990" cy="158115"/>
            </a:xfrm>
            <a:custGeom>
              <a:avLst/>
              <a:gdLst/>
              <a:ahLst/>
              <a:cxnLst/>
              <a:rect l="l" t="t" r="r" b="b"/>
              <a:pathLst>
                <a:path w="300989" h="158114">
                  <a:moveTo>
                    <a:pt x="150341" y="0"/>
                  </a:moveTo>
                  <a:lnTo>
                    <a:pt x="91821" y="6210"/>
                  </a:lnTo>
                  <a:lnTo>
                    <a:pt x="44033" y="23148"/>
                  </a:lnTo>
                  <a:lnTo>
                    <a:pt x="11814" y="48270"/>
                  </a:lnTo>
                  <a:lnTo>
                    <a:pt x="0" y="79034"/>
                  </a:lnTo>
                  <a:lnTo>
                    <a:pt x="11814" y="109798"/>
                  </a:lnTo>
                  <a:lnTo>
                    <a:pt x="44033" y="134920"/>
                  </a:lnTo>
                  <a:lnTo>
                    <a:pt x="91821" y="151858"/>
                  </a:lnTo>
                  <a:lnTo>
                    <a:pt x="150341" y="158069"/>
                  </a:lnTo>
                  <a:lnTo>
                    <a:pt x="208861" y="151858"/>
                  </a:lnTo>
                  <a:lnTo>
                    <a:pt x="256648" y="134920"/>
                  </a:lnTo>
                  <a:lnTo>
                    <a:pt x="288868" y="109798"/>
                  </a:lnTo>
                  <a:lnTo>
                    <a:pt x="300682" y="79034"/>
                  </a:lnTo>
                  <a:lnTo>
                    <a:pt x="288868" y="48270"/>
                  </a:lnTo>
                  <a:lnTo>
                    <a:pt x="256648" y="23148"/>
                  </a:lnTo>
                  <a:lnTo>
                    <a:pt x="208861" y="6210"/>
                  </a:lnTo>
                  <a:lnTo>
                    <a:pt x="150341" y="0"/>
                  </a:lnTo>
                  <a:close/>
                </a:path>
              </a:pathLst>
            </a:custGeom>
            <a:solidFill>
              <a:srgbClr val="E4E4E4"/>
            </a:solidFill>
          </p:spPr>
          <p:txBody>
            <a:bodyPr wrap="square" lIns="0" tIns="0" rIns="0" bIns="0" rtlCol="0"/>
            <a:lstStyle/>
            <a:p>
              <a:endParaRPr/>
            </a:p>
          </p:txBody>
        </p:sp>
        <p:sp>
          <p:nvSpPr>
            <p:cNvPr id="39" name="object 39"/>
            <p:cNvSpPr/>
            <p:nvPr/>
          </p:nvSpPr>
          <p:spPr>
            <a:xfrm>
              <a:off x="2907267" y="4901816"/>
              <a:ext cx="300990" cy="158115"/>
            </a:xfrm>
            <a:custGeom>
              <a:avLst/>
              <a:gdLst/>
              <a:ahLst/>
              <a:cxnLst/>
              <a:rect l="l" t="t" r="r" b="b"/>
              <a:pathLst>
                <a:path w="300989" h="158114">
                  <a:moveTo>
                    <a:pt x="0" y="79034"/>
                  </a:moveTo>
                  <a:lnTo>
                    <a:pt x="11814" y="48270"/>
                  </a:lnTo>
                  <a:lnTo>
                    <a:pt x="44033" y="23148"/>
                  </a:lnTo>
                  <a:lnTo>
                    <a:pt x="91821" y="6210"/>
                  </a:lnTo>
                  <a:lnTo>
                    <a:pt x="150340" y="0"/>
                  </a:lnTo>
                  <a:lnTo>
                    <a:pt x="208860" y="6210"/>
                  </a:lnTo>
                  <a:lnTo>
                    <a:pt x="256648" y="23148"/>
                  </a:lnTo>
                  <a:lnTo>
                    <a:pt x="288867" y="48270"/>
                  </a:lnTo>
                  <a:lnTo>
                    <a:pt x="300682" y="79034"/>
                  </a:lnTo>
                  <a:lnTo>
                    <a:pt x="288867" y="109798"/>
                  </a:lnTo>
                  <a:lnTo>
                    <a:pt x="256648" y="134921"/>
                  </a:lnTo>
                  <a:lnTo>
                    <a:pt x="208860" y="151859"/>
                  </a:lnTo>
                  <a:lnTo>
                    <a:pt x="150340" y="158069"/>
                  </a:lnTo>
                  <a:lnTo>
                    <a:pt x="91821" y="151859"/>
                  </a:lnTo>
                  <a:lnTo>
                    <a:pt x="44033" y="134921"/>
                  </a:lnTo>
                  <a:lnTo>
                    <a:pt x="11814" y="109798"/>
                  </a:lnTo>
                  <a:lnTo>
                    <a:pt x="0" y="79034"/>
                  </a:lnTo>
                  <a:close/>
                </a:path>
              </a:pathLst>
            </a:custGeom>
            <a:ln w="28574">
              <a:solidFill>
                <a:srgbClr val="ECEBEB"/>
              </a:solidFill>
            </a:ln>
          </p:spPr>
          <p:txBody>
            <a:bodyPr wrap="square" lIns="0" tIns="0" rIns="0" bIns="0" rtlCol="0"/>
            <a:lstStyle/>
            <a:p>
              <a:endParaRPr/>
            </a:p>
          </p:txBody>
        </p:sp>
        <p:sp>
          <p:nvSpPr>
            <p:cNvPr id="40" name="object 40"/>
            <p:cNvSpPr/>
            <p:nvPr/>
          </p:nvSpPr>
          <p:spPr>
            <a:xfrm>
              <a:off x="3061784" y="5057561"/>
              <a:ext cx="0" cy="207010"/>
            </a:xfrm>
            <a:custGeom>
              <a:avLst/>
              <a:gdLst/>
              <a:ahLst/>
              <a:cxnLst/>
              <a:rect l="l" t="t" r="r" b="b"/>
              <a:pathLst>
                <a:path h="207010">
                  <a:moveTo>
                    <a:pt x="0" y="0"/>
                  </a:moveTo>
                  <a:lnTo>
                    <a:pt x="0" y="206885"/>
                  </a:lnTo>
                </a:path>
              </a:pathLst>
            </a:custGeom>
            <a:ln w="28574">
              <a:solidFill>
                <a:srgbClr val="ECEBEB"/>
              </a:solidFill>
            </a:ln>
          </p:spPr>
          <p:txBody>
            <a:bodyPr wrap="square" lIns="0" tIns="0" rIns="0" bIns="0" rtlCol="0"/>
            <a:lstStyle/>
            <a:p>
              <a:endParaRPr/>
            </a:p>
          </p:txBody>
        </p:sp>
        <p:sp>
          <p:nvSpPr>
            <p:cNvPr id="41" name="object 41"/>
            <p:cNvSpPr/>
            <p:nvPr/>
          </p:nvSpPr>
          <p:spPr>
            <a:xfrm>
              <a:off x="2802864" y="5129622"/>
              <a:ext cx="513715" cy="0"/>
            </a:xfrm>
            <a:custGeom>
              <a:avLst/>
              <a:gdLst/>
              <a:ahLst/>
              <a:cxnLst/>
              <a:rect l="l" t="t" r="r" b="b"/>
              <a:pathLst>
                <a:path w="513714">
                  <a:moveTo>
                    <a:pt x="0" y="0"/>
                  </a:moveTo>
                  <a:lnTo>
                    <a:pt x="513663" y="0"/>
                  </a:lnTo>
                </a:path>
              </a:pathLst>
            </a:custGeom>
            <a:ln w="28574">
              <a:solidFill>
                <a:srgbClr val="ECEBEB"/>
              </a:solidFill>
            </a:ln>
          </p:spPr>
          <p:txBody>
            <a:bodyPr wrap="square" lIns="0" tIns="0" rIns="0" bIns="0" rtlCol="0"/>
            <a:lstStyle/>
            <a:p>
              <a:endParaRPr/>
            </a:p>
          </p:txBody>
        </p:sp>
        <p:sp>
          <p:nvSpPr>
            <p:cNvPr id="42" name="object 42"/>
            <p:cNvSpPr/>
            <p:nvPr/>
          </p:nvSpPr>
          <p:spPr>
            <a:xfrm>
              <a:off x="3045079" y="5264446"/>
              <a:ext cx="309245" cy="158115"/>
            </a:xfrm>
            <a:custGeom>
              <a:avLst/>
              <a:gdLst/>
              <a:ahLst/>
              <a:cxnLst/>
              <a:rect l="l" t="t" r="r" b="b"/>
              <a:pathLst>
                <a:path w="309244" h="158114">
                  <a:moveTo>
                    <a:pt x="309033" y="158069"/>
                  </a:moveTo>
                  <a:lnTo>
                    <a:pt x="0" y="0"/>
                  </a:lnTo>
                </a:path>
              </a:pathLst>
            </a:custGeom>
            <a:ln w="28574">
              <a:solidFill>
                <a:srgbClr val="ECEBEB"/>
              </a:solidFill>
            </a:ln>
          </p:spPr>
          <p:txBody>
            <a:bodyPr wrap="square" lIns="0" tIns="0" rIns="0" bIns="0" rtlCol="0"/>
            <a:lstStyle/>
            <a:p>
              <a:endParaRPr/>
            </a:p>
          </p:txBody>
        </p:sp>
        <p:sp>
          <p:nvSpPr>
            <p:cNvPr id="43" name="object 43"/>
            <p:cNvSpPr/>
            <p:nvPr/>
          </p:nvSpPr>
          <p:spPr>
            <a:xfrm>
              <a:off x="2736046" y="5264446"/>
              <a:ext cx="309245" cy="158115"/>
            </a:xfrm>
            <a:custGeom>
              <a:avLst/>
              <a:gdLst/>
              <a:ahLst/>
              <a:cxnLst/>
              <a:rect l="l" t="t" r="r" b="b"/>
              <a:pathLst>
                <a:path w="309244" h="158114">
                  <a:moveTo>
                    <a:pt x="0" y="158069"/>
                  </a:moveTo>
                  <a:lnTo>
                    <a:pt x="309033" y="0"/>
                  </a:lnTo>
                </a:path>
              </a:pathLst>
            </a:custGeom>
            <a:ln w="28574">
              <a:solidFill>
                <a:srgbClr val="ECEBEB"/>
              </a:solidFill>
            </a:ln>
          </p:spPr>
          <p:txBody>
            <a:bodyPr wrap="square" lIns="0" tIns="0" rIns="0" bIns="0" rtlCol="0"/>
            <a:lstStyle/>
            <a:p>
              <a:endParaRPr/>
            </a:p>
          </p:txBody>
        </p:sp>
        <p:sp>
          <p:nvSpPr>
            <p:cNvPr id="44" name="object 44"/>
            <p:cNvSpPr txBox="1"/>
            <p:nvPr/>
          </p:nvSpPr>
          <p:spPr>
            <a:xfrm>
              <a:off x="2335467" y="5516177"/>
              <a:ext cx="21590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系统监控人员</a:t>
              </a:r>
              <a:endParaRPr sz="2800">
                <a:latin typeface="华文新魏" panose="02010800040101010101" charset="-122"/>
                <a:cs typeface="华文新魏" panose="02010800040101010101" charset="-122"/>
              </a:endParaRPr>
            </a:p>
          </p:txBody>
        </p:sp>
        <p:sp>
          <p:nvSpPr>
            <p:cNvPr id="45" name="object 45"/>
            <p:cNvSpPr/>
            <p:nvPr/>
          </p:nvSpPr>
          <p:spPr>
            <a:xfrm>
              <a:off x="9169124" y="4204905"/>
              <a:ext cx="180974" cy="261937"/>
            </a:xfrm>
            <a:prstGeom prst="rect">
              <a:avLst/>
            </a:prstGeom>
            <a:blipFill>
              <a:blip r:embed="rId8" cstate="print"/>
              <a:stretch>
                <a:fillRect/>
              </a:stretch>
            </a:blipFill>
          </p:spPr>
          <p:txBody>
            <a:bodyPr wrap="square" lIns="0" tIns="0" rIns="0" bIns="0" rtlCol="0"/>
            <a:lstStyle/>
            <a:p>
              <a:endParaRPr/>
            </a:p>
          </p:txBody>
        </p:sp>
        <p:sp>
          <p:nvSpPr>
            <p:cNvPr id="46" name="object 46"/>
            <p:cNvSpPr/>
            <p:nvPr/>
          </p:nvSpPr>
          <p:spPr>
            <a:xfrm>
              <a:off x="9130496" y="4374766"/>
              <a:ext cx="260350" cy="0"/>
            </a:xfrm>
            <a:custGeom>
              <a:avLst/>
              <a:gdLst/>
              <a:ahLst/>
              <a:cxnLst/>
              <a:rect l="l" t="t" r="r" b="b"/>
              <a:pathLst>
                <a:path w="260350">
                  <a:moveTo>
                    <a:pt x="0" y="0"/>
                  </a:moveTo>
                  <a:lnTo>
                    <a:pt x="260349" y="0"/>
                  </a:lnTo>
                </a:path>
              </a:pathLst>
            </a:custGeom>
            <a:ln w="28574">
              <a:solidFill>
                <a:srgbClr val="ECEBEB"/>
              </a:solidFill>
            </a:ln>
          </p:spPr>
          <p:txBody>
            <a:bodyPr wrap="square" lIns="0" tIns="0" rIns="0" bIns="0" rtlCol="0"/>
            <a:lstStyle/>
            <a:p>
              <a:endParaRPr/>
            </a:p>
          </p:txBody>
        </p:sp>
        <p:sp>
          <p:nvSpPr>
            <p:cNvPr id="47" name="object 47"/>
            <p:cNvSpPr/>
            <p:nvPr/>
          </p:nvSpPr>
          <p:spPr>
            <a:xfrm>
              <a:off x="9253262" y="4466843"/>
              <a:ext cx="156845" cy="107950"/>
            </a:xfrm>
            <a:custGeom>
              <a:avLst/>
              <a:gdLst/>
              <a:ahLst/>
              <a:cxnLst/>
              <a:rect l="l" t="t" r="r" b="b"/>
              <a:pathLst>
                <a:path w="156845" h="107950">
                  <a:moveTo>
                    <a:pt x="156633" y="107949"/>
                  </a:moveTo>
                  <a:lnTo>
                    <a:pt x="0" y="0"/>
                  </a:lnTo>
                </a:path>
              </a:pathLst>
            </a:custGeom>
            <a:ln w="28574">
              <a:solidFill>
                <a:srgbClr val="ECEBEB"/>
              </a:solidFill>
            </a:ln>
          </p:spPr>
          <p:txBody>
            <a:bodyPr wrap="square" lIns="0" tIns="0" rIns="0" bIns="0" rtlCol="0"/>
            <a:lstStyle/>
            <a:p>
              <a:endParaRPr/>
            </a:p>
          </p:txBody>
        </p:sp>
        <p:sp>
          <p:nvSpPr>
            <p:cNvPr id="48" name="object 48"/>
            <p:cNvSpPr/>
            <p:nvPr/>
          </p:nvSpPr>
          <p:spPr>
            <a:xfrm>
              <a:off x="9096629" y="4466843"/>
              <a:ext cx="156845" cy="107950"/>
            </a:xfrm>
            <a:custGeom>
              <a:avLst/>
              <a:gdLst/>
              <a:ahLst/>
              <a:cxnLst/>
              <a:rect l="l" t="t" r="r" b="b"/>
              <a:pathLst>
                <a:path w="156845" h="107950">
                  <a:moveTo>
                    <a:pt x="0" y="107949"/>
                  </a:moveTo>
                  <a:lnTo>
                    <a:pt x="156633" y="0"/>
                  </a:lnTo>
                </a:path>
              </a:pathLst>
            </a:custGeom>
            <a:ln w="28574">
              <a:solidFill>
                <a:srgbClr val="ECEBEB"/>
              </a:solidFill>
            </a:ln>
          </p:spPr>
          <p:txBody>
            <a:bodyPr wrap="square" lIns="0" tIns="0" rIns="0" bIns="0" rtlCol="0"/>
            <a:lstStyle/>
            <a:p>
              <a:endParaRPr/>
            </a:p>
          </p:txBody>
        </p:sp>
        <p:sp>
          <p:nvSpPr>
            <p:cNvPr id="49" name="object 49"/>
            <p:cNvSpPr/>
            <p:nvPr/>
          </p:nvSpPr>
          <p:spPr>
            <a:xfrm>
              <a:off x="7128130" y="5216142"/>
              <a:ext cx="1780539" cy="0"/>
            </a:xfrm>
            <a:custGeom>
              <a:avLst/>
              <a:gdLst/>
              <a:ahLst/>
              <a:cxnLst/>
              <a:rect l="l" t="t" r="r" b="b"/>
              <a:pathLst>
                <a:path w="1780540">
                  <a:moveTo>
                    <a:pt x="0" y="0"/>
                  </a:moveTo>
                  <a:lnTo>
                    <a:pt x="1780115" y="0"/>
                  </a:lnTo>
                </a:path>
              </a:pathLst>
            </a:custGeom>
            <a:ln w="28574">
              <a:solidFill>
                <a:srgbClr val="FFFFFF"/>
              </a:solidFill>
            </a:ln>
          </p:spPr>
          <p:txBody>
            <a:bodyPr wrap="square" lIns="0" tIns="0" rIns="0" bIns="0" rtlCol="0"/>
            <a:lstStyle/>
            <a:p>
              <a:endParaRPr/>
            </a:p>
          </p:txBody>
        </p:sp>
        <p:sp>
          <p:nvSpPr>
            <p:cNvPr id="50" name="object 50"/>
            <p:cNvSpPr/>
            <p:nvPr/>
          </p:nvSpPr>
          <p:spPr>
            <a:xfrm>
              <a:off x="6901647" y="4373179"/>
              <a:ext cx="1896745" cy="643255"/>
            </a:xfrm>
            <a:custGeom>
              <a:avLst/>
              <a:gdLst/>
              <a:ahLst/>
              <a:cxnLst/>
              <a:rect l="l" t="t" r="r" b="b"/>
              <a:pathLst>
                <a:path w="1896745" h="643254">
                  <a:moveTo>
                    <a:pt x="1896532" y="0"/>
                  </a:moveTo>
                  <a:lnTo>
                    <a:pt x="0" y="642937"/>
                  </a:lnTo>
                </a:path>
              </a:pathLst>
            </a:custGeom>
            <a:ln w="28574">
              <a:solidFill>
                <a:srgbClr val="FFFFFF"/>
              </a:solidFill>
            </a:ln>
          </p:spPr>
          <p:txBody>
            <a:bodyPr wrap="square" lIns="0" tIns="0" rIns="0" bIns="0" rtlCol="0"/>
            <a:lstStyle/>
            <a:p>
              <a:endParaRPr/>
            </a:p>
          </p:txBody>
        </p:sp>
        <p:sp>
          <p:nvSpPr>
            <p:cNvPr id="51" name="object 51"/>
            <p:cNvSpPr/>
            <p:nvPr/>
          </p:nvSpPr>
          <p:spPr>
            <a:xfrm>
              <a:off x="9186058" y="5798754"/>
              <a:ext cx="180974" cy="261937"/>
            </a:xfrm>
            <a:prstGeom prst="rect">
              <a:avLst/>
            </a:prstGeom>
            <a:blipFill>
              <a:blip r:embed="rId8" cstate="print"/>
              <a:stretch>
                <a:fillRect/>
              </a:stretch>
            </a:blipFill>
          </p:spPr>
          <p:txBody>
            <a:bodyPr wrap="square" lIns="0" tIns="0" rIns="0" bIns="0" rtlCol="0"/>
            <a:lstStyle/>
            <a:p>
              <a:endParaRPr/>
            </a:p>
          </p:txBody>
        </p:sp>
        <p:sp>
          <p:nvSpPr>
            <p:cNvPr id="52" name="object 52"/>
            <p:cNvSpPr/>
            <p:nvPr/>
          </p:nvSpPr>
          <p:spPr>
            <a:xfrm>
              <a:off x="9147431" y="5968616"/>
              <a:ext cx="260350" cy="0"/>
            </a:xfrm>
            <a:custGeom>
              <a:avLst/>
              <a:gdLst/>
              <a:ahLst/>
              <a:cxnLst/>
              <a:rect l="l" t="t" r="r" b="b"/>
              <a:pathLst>
                <a:path w="260350">
                  <a:moveTo>
                    <a:pt x="0" y="0"/>
                  </a:moveTo>
                  <a:lnTo>
                    <a:pt x="260350" y="0"/>
                  </a:lnTo>
                </a:path>
              </a:pathLst>
            </a:custGeom>
            <a:ln w="28574">
              <a:solidFill>
                <a:srgbClr val="ECEBEB"/>
              </a:solidFill>
            </a:ln>
          </p:spPr>
          <p:txBody>
            <a:bodyPr wrap="square" lIns="0" tIns="0" rIns="0" bIns="0" rtlCol="0"/>
            <a:lstStyle/>
            <a:p>
              <a:endParaRPr/>
            </a:p>
          </p:txBody>
        </p:sp>
        <p:sp>
          <p:nvSpPr>
            <p:cNvPr id="53" name="object 53"/>
            <p:cNvSpPr/>
            <p:nvPr/>
          </p:nvSpPr>
          <p:spPr>
            <a:xfrm>
              <a:off x="9270196" y="6060691"/>
              <a:ext cx="156845" cy="107950"/>
            </a:xfrm>
            <a:custGeom>
              <a:avLst/>
              <a:gdLst/>
              <a:ahLst/>
              <a:cxnLst/>
              <a:rect l="l" t="t" r="r" b="b"/>
              <a:pathLst>
                <a:path w="156845" h="107950">
                  <a:moveTo>
                    <a:pt x="156633" y="107949"/>
                  </a:moveTo>
                  <a:lnTo>
                    <a:pt x="0" y="0"/>
                  </a:lnTo>
                </a:path>
              </a:pathLst>
            </a:custGeom>
            <a:ln w="28574">
              <a:solidFill>
                <a:srgbClr val="ECEBEB"/>
              </a:solidFill>
            </a:ln>
          </p:spPr>
          <p:txBody>
            <a:bodyPr wrap="square" lIns="0" tIns="0" rIns="0" bIns="0" rtlCol="0"/>
            <a:lstStyle/>
            <a:p>
              <a:endParaRPr/>
            </a:p>
          </p:txBody>
        </p:sp>
        <p:sp>
          <p:nvSpPr>
            <p:cNvPr id="54" name="object 54"/>
            <p:cNvSpPr/>
            <p:nvPr/>
          </p:nvSpPr>
          <p:spPr>
            <a:xfrm>
              <a:off x="9113563" y="6060691"/>
              <a:ext cx="156845" cy="107950"/>
            </a:xfrm>
            <a:custGeom>
              <a:avLst/>
              <a:gdLst/>
              <a:ahLst/>
              <a:cxnLst/>
              <a:rect l="l" t="t" r="r" b="b"/>
              <a:pathLst>
                <a:path w="156845" h="107950">
                  <a:moveTo>
                    <a:pt x="0" y="107949"/>
                  </a:moveTo>
                  <a:lnTo>
                    <a:pt x="156633" y="0"/>
                  </a:lnTo>
                </a:path>
              </a:pathLst>
            </a:custGeom>
            <a:ln w="28574">
              <a:solidFill>
                <a:srgbClr val="ECEBEB"/>
              </a:solidFill>
            </a:ln>
          </p:spPr>
          <p:txBody>
            <a:bodyPr wrap="square" lIns="0" tIns="0" rIns="0" bIns="0" rtlCol="0"/>
            <a:lstStyle/>
            <a:p>
              <a:endParaRPr/>
            </a:p>
          </p:txBody>
        </p:sp>
        <p:sp>
          <p:nvSpPr>
            <p:cNvPr id="55" name="object 55"/>
            <p:cNvSpPr/>
            <p:nvPr/>
          </p:nvSpPr>
          <p:spPr>
            <a:xfrm>
              <a:off x="6950329" y="5444742"/>
              <a:ext cx="1913889" cy="443230"/>
            </a:xfrm>
            <a:custGeom>
              <a:avLst/>
              <a:gdLst/>
              <a:ahLst/>
              <a:cxnLst/>
              <a:rect l="l" t="t" r="r" b="b"/>
              <a:pathLst>
                <a:path w="1913890" h="443229">
                  <a:moveTo>
                    <a:pt x="1913466" y="442912"/>
                  </a:moveTo>
                  <a:lnTo>
                    <a:pt x="0" y="0"/>
                  </a:lnTo>
                </a:path>
              </a:pathLst>
            </a:custGeom>
            <a:ln w="28574">
              <a:solidFill>
                <a:srgbClr val="FFFFFF"/>
              </a:solidFill>
            </a:ln>
          </p:spPr>
          <p:txBody>
            <a:bodyPr wrap="square" lIns="0" tIns="0" rIns="0" bIns="0" rtlCol="0"/>
            <a:lstStyle/>
            <a:p>
              <a:endParaRPr/>
            </a:p>
          </p:txBody>
        </p:sp>
        <p:sp>
          <p:nvSpPr>
            <p:cNvPr id="56" name="object 56"/>
            <p:cNvSpPr txBox="1"/>
            <p:nvPr/>
          </p:nvSpPr>
          <p:spPr>
            <a:xfrm>
              <a:off x="8494968" y="6189282"/>
              <a:ext cx="18034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混合传感器</a:t>
              </a:r>
            </a:p>
          </p:txBody>
        </p:sp>
        <p:sp>
          <p:nvSpPr>
            <p:cNvPr id="57" name="object 57"/>
            <p:cNvSpPr txBox="1"/>
            <p:nvPr/>
          </p:nvSpPr>
          <p:spPr>
            <a:xfrm>
              <a:off x="8331984" y="5389182"/>
              <a:ext cx="18034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主动传感器</a:t>
              </a:r>
              <a:endParaRPr sz="2800">
                <a:latin typeface="华文新魏" panose="02010800040101010101" charset="-122"/>
                <a:cs typeface="华文新魏" panose="02010800040101010101" charset="-122"/>
              </a:endParaRPr>
            </a:p>
          </p:txBody>
        </p:sp>
        <p:sp>
          <p:nvSpPr>
            <p:cNvPr id="58" name="object 58"/>
            <p:cNvSpPr/>
            <p:nvPr/>
          </p:nvSpPr>
          <p:spPr>
            <a:xfrm>
              <a:off x="9152191" y="5043105"/>
              <a:ext cx="180975" cy="261936"/>
            </a:xfrm>
            <a:prstGeom prst="rect">
              <a:avLst/>
            </a:prstGeom>
            <a:blipFill>
              <a:blip r:embed="rId8" cstate="print"/>
              <a:stretch>
                <a:fillRect/>
              </a:stretch>
            </a:blipFill>
          </p:spPr>
          <p:txBody>
            <a:bodyPr wrap="square" lIns="0" tIns="0" rIns="0" bIns="0" rtlCol="0"/>
            <a:lstStyle/>
            <a:p>
              <a:endParaRPr/>
            </a:p>
          </p:txBody>
        </p:sp>
        <p:sp>
          <p:nvSpPr>
            <p:cNvPr id="59" name="object 59"/>
            <p:cNvSpPr/>
            <p:nvPr/>
          </p:nvSpPr>
          <p:spPr>
            <a:xfrm>
              <a:off x="9113563" y="5212966"/>
              <a:ext cx="260350" cy="0"/>
            </a:xfrm>
            <a:custGeom>
              <a:avLst/>
              <a:gdLst/>
              <a:ahLst/>
              <a:cxnLst/>
              <a:rect l="l" t="t" r="r" b="b"/>
              <a:pathLst>
                <a:path w="260350">
                  <a:moveTo>
                    <a:pt x="0" y="0"/>
                  </a:moveTo>
                  <a:lnTo>
                    <a:pt x="260349" y="0"/>
                  </a:lnTo>
                </a:path>
              </a:pathLst>
            </a:custGeom>
            <a:ln w="28574">
              <a:solidFill>
                <a:srgbClr val="ECEBEB"/>
              </a:solidFill>
            </a:ln>
          </p:spPr>
          <p:txBody>
            <a:bodyPr wrap="square" lIns="0" tIns="0" rIns="0" bIns="0" rtlCol="0"/>
            <a:lstStyle/>
            <a:p>
              <a:endParaRPr/>
            </a:p>
          </p:txBody>
        </p:sp>
        <p:sp>
          <p:nvSpPr>
            <p:cNvPr id="60" name="object 60"/>
            <p:cNvSpPr/>
            <p:nvPr/>
          </p:nvSpPr>
          <p:spPr>
            <a:xfrm>
              <a:off x="9236331" y="5305041"/>
              <a:ext cx="156845" cy="107950"/>
            </a:xfrm>
            <a:custGeom>
              <a:avLst/>
              <a:gdLst/>
              <a:ahLst/>
              <a:cxnLst/>
              <a:rect l="l" t="t" r="r" b="b"/>
              <a:pathLst>
                <a:path w="156845" h="107950">
                  <a:moveTo>
                    <a:pt x="156633" y="107950"/>
                  </a:moveTo>
                  <a:lnTo>
                    <a:pt x="0" y="0"/>
                  </a:lnTo>
                </a:path>
              </a:pathLst>
            </a:custGeom>
            <a:ln w="28574">
              <a:solidFill>
                <a:srgbClr val="ECEBEB"/>
              </a:solidFill>
            </a:ln>
          </p:spPr>
          <p:txBody>
            <a:bodyPr wrap="square" lIns="0" tIns="0" rIns="0" bIns="0" rtlCol="0"/>
            <a:lstStyle/>
            <a:p>
              <a:endParaRPr/>
            </a:p>
          </p:txBody>
        </p:sp>
        <p:sp>
          <p:nvSpPr>
            <p:cNvPr id="61" name="object 61"/>
            <p:cNvSpPr/>
            <p:nvPr/>
          </p:nvSpPr>
          <p:spPr>
            <a:xfrm>
              <a:off x="9079696" y="5305041"/>
              <a:ext cx="156845" cy="107950"/>
            </a:xfrm>
            <a:custGeom>
              <a:avLst/>
              <a:gdLst/>
              <a:ahLst/>
              <a:cxnLst/>
              <a:rect l="l" t="t" r="r" b="b"/>
              <a:pathLst>
                <a:path w="156845" h="107950">
                  <a:moveTo>
                    <a:pt x="0" y="107950"/>
                  </a:moveTo>
                  <a:lnTo>
                    <a:pt x="156633" y="0"/>
                  </a:lnTo>
                </a:path>
              </a:pathLst>
            </a:custGeom>
            <a:ln w="28574">
              <a:solidFill>
                <a:srgbClr val="ECEBEB"/>
              </a:solidFill>
            </a:ln>
          </p:spPr>
          <p:txBody>
            <a:bodyPr wrap="square" lIns="0" tIns="0" rIns="0" bIns="0" rtlCol="0"/>
            <a:lstStyle/>
            <a:p>
              <a:endParaRPr/>
            </a:p>
          </p:txBody>
        </p:sp>
        <p:sp>
          <p:nvSpPr>
            <p:cNvPr id="62" name="object 62"/>
            <p:cNvSpPr/>
            <p:nvPr/>
          </p:nvSpPr>
          <p:spPr>
            <a:xfrm>
              <a:off x="4257774" y="1950656"/>
              <a:ext cx="2884805" cy="853440"/>
            </a:xfrm>
            <a:custGeom>
              <a:avLst/>
              <a:gdLst/>
              <a:ahLst/>
              <a:cxnLst/>
              <a:rect l="l" t="t" r="r" b="b"/>
              <a:pathLst>
                <a:path w="2884804" h="853439">
                  <a:moveTo>
                    <a:pt x="1442399" y="0"/>
                  </a:moveTo>
                  <a:lnTo>
                    <a:pt x="1372514" y="491"/>
                  </a:lnTo>
                  <a:lnTo>
                    <a:pt x="1303487" y="1952"/>
                  </a:lnTo>
                  <a:lnTo>
                    <a:pt x="1235394" y="4359"/>
                  </a:lnTo>
                  <a:lnTo>
                    <a:pt x="1168310" y="7689"/>
                  </a:lnTo>
                  <a:lnTo>
                    <a:pt x="1102311" y="11922"/>
                  </a:lnTo>
                  <a:lnTo>
                    <a:pt x="1037474" y="17034"/>
                  </a:lnTo>
                  <a:lnTo>
                    <a:pt x="973872" y="23003"/>
                  </a:lnTo>
                  <a:lnTo>
                    <a:pt x="911582" y="29806"/>
                  </a:lnTo>
                  <a:lnTo>
                    <a:pt x="850679" y="37422"/>
                  </a:lnTo>
                  <a:lnTo>
                    <a:pt x="791240" y="45828"/>
                  </a:lnTo>
                  <a:lnTo>
                    <a:pt x="733338" y="55001"/>
                  </a:lnTo>
                  <a:lnTo>
                    <a:pt x="677051" y="64920"/>
                  </a:lnTo>
                  <a:lnTo>
                    <a:pt x="622453" y="75561"/>
                  </a:lnTo>
                  <a:lnTo>
                    <a:pt x="569621" y="86903"/>
                  </a:lnTo>
                  <a:lnTo>
                    <a:pt x="518629" y="98924"/>
                  </a:lnTo>
                  <a:lnTo>
                    <a:pt x="469553" y="111600"/>
                  </a:lnTo>
                  <a:lnTo>
                    <a:pt x="422469" y="124910"/>
                  </a:lnTo>
                  <a:lnTo>
                    <a:pt x="377452" y="138831"/>
                  </a:lnTo>
                  <a:lnTo>
                    <a:pt x="334578" y="153342"/>
                  </a:lnTo>
                  <a:lnTo>
                    <a:pt x="293923" y="168418"/>
                  </a:lnTo>
                  <a:lnTo>
                    <a:pt x="255562" y="184039"/>
                  </a:lnTo>
                  <a:lnTo>
                    <a:pt x="219570" y="200182"/>
                  </a:lnTo>
                  <a:lnTo>
                    <a:pt x="154998" y="233944"/>
                  </a:lnTo>
                  <a:lnTo>
                    <a:pt x="100810" y="269525"/>
                  </a:lnTo>
                  <a:lnTo>
                    <a:pt x="57612" y="306747"/>
                  </a:lnTo>
                  <a:lnTo>
                    <a:pt x="26008" y="345431"/>
                  </a:lnTo>
                  <a:lnTo>
                    <a:pt x="6602" y="385399"/>
                  </a:lnTo>
                  <a:lnTo>
                    <a:pt x="0" y="426471"/>
                  </a:lnTo>
                  <a:lnTo>
                    <a:pt x="1663" y="447133"/>
                  </a:lnTo>
                  <a:lnTo>
                    <a:pt x="14743" y="487675"/>
                  </a:lnTo>
                  <a:lnTo>
                    <a:pt x="40323" y="527023"/>
                  </a:lnTo>
                  <a:lnTo>
                    <a:pt x="77800" y="564999"/>
                  </a:lnTo>
                  <a:lnTo>
                    <a:pt x="126568" y="601423"/>
                  </a:lnTo>
                  <a:lnTo>
                    <a:pt x="186024" y="636117"/>
                  </a:lnTo>
                  <a:lnTo>
                    <a:pt x="255562" y="668902"/>
                  </a:lnTo>
                  <a:lnTo>
                    <a:pt x="293923" y="684523"/>
                  </a:lnTo>
                  <a:lnTo>
                    <a:pt x="334578" y="699600"/>
                  </a:lnTo>
                  <a:lnTo>
                    <a:pt x="377452" y="714110"/>
                  </a:lnTo>
                  <a:lnTo>
                    <a:pt x="422469" y="728031"/>
                  </a:lnTo>
                  <a:lnTo>
                    <a:pt x="469553" y="741341"/>
                  </a:lnTo>
                  <a:lnTo>
                    <a:pt x="518629" y="754017"/>
                  </a:lnTo>
                  <a:lnTo>
                    <a:pt x="569621" y="766038"/>
                  </a:lnTo>
                  <a:lnTo>
                    <a:pt x="622453" y="777380"/>
                  </a:lnTo>
                  <a:lnTo>
                    <a:pt x="677051" y="788022"/>
                  </a:lnTo>
                  <a:lnTo>
                    <a:pt x="733338" y="797940"/>
                  </a:lnTo>
                  <a:lnTo>
                    <a:pt x="791240" y="807114"/>
                  </a:lnTo>
                  <a:lnTo>
                    <a:pt x="850679" y="815519"/>
                  </a:lnTo>
                  <a:lnTo>
                    <a:pt x="911582" y="823135"/>
                  </a:lnTo>
                  <a:lnTo>
                    <a:pt x="973872" y="829939"/>
                  </a:lnTo>
                  <a:lnTo>
                    <a:pt x="1037474" y="835907"/>
                  </a:lnTo>
                  <a:lnTo>
                    <a:pt x="1102311" y="841019"/>
                  </a:lnTo>
                  <a:lnTo>
                    <a:pt x="1168310" y="845252"/>
                  </a:lnTo>
                  <a:lnTo>
                    <a:pt x="1235394" y="848583"/>
                  </a:lnTo>
                  <a:lnTo>
                    <a:pt x="1303487" y="850989"/>
                  </a:lnTo>
                  <a:lnTo>
                    <a:pt x="1372514" y="852450"/>
                  </a:lnTo>
                  <a:lnTo>
                    <a:pt x="1442399" y="852942"/>
                  </a:lnTo>
                  <a:lnTo>
                    <a:pt x="1512285" y="852450"/>
                  </a:lnTo>
                  <a:lnTo>
                    <a:pt x="1581312" y="850989"/>
                  </a:lnTo>
                  <a:lnTo>
                    <a:pt x="1649405" y="848583"/>
                  </a:lnTo>
                  <a:lnTo>
                    <a:pt x="1716488" y="845252"/>
                  </a:lnTo>
                  <a:lnTo>
                    <a:pt x="1782487" y="841019"/>
                  </a:lnTo>
                  <a:lnTo>
                    <a:pt x="1847325" y="835907"/>
                  </a:lnTo>
                  <a:lnTo>
                    <a:pt x="1910926" y="829939"/>
                  </a:lnTo>
                  <a:lnTo>
                    <a:pt x="1973216" y="823135"/>
                  </a:lnTo>
                  <a:lnTo>
                    <a:pt x="2034119" y="815519"/>
                  </a:lnTo>
                  <a:lnTo>
                    <a:pt x="2093558" y="807114"/>
                  </a:lnTo>
                  <a:lnTo>
                    <a:pt x="2151459" y="797940"/>
                  </a:lnTo>
                  <a:lnTo>
                    <a:pt x="2207747" y="788022"/>
                  </a:lnTo>
                  <a:lnTo>
                    <a:pt x="2262344" y="777380"/>
                  </a:lnTo>
                  <a:lnTo>
                    <a:pt x="2315177" y="766038"/>
                  </a:lnTo>
                  <a:lnTo>
                    <a:pt x="2366169" y="754017"/>
                  </a:lnTo>
                  <a:lnTo>
                    <a:pt x="2415244" y="741341"/>
                  </a:lnTo>
                  <a:lnTo>
                    <a:pt x="2462328" y="728031"/>
                  </a:lnTo>
                  <a:lnTo>
                    <a:pt x="2507345" y="714110"/>
                  </a:lnTo>
                  <a:lnTo>
                    <a:pt x="2550219" y="699600"/>
                  </a:lnTo>
                  <a:lnTo>
                    <a:pt x="2590874" y="684523"/>
                  </a:lnTo>
                  <a:lnTo>
                    <a:pt x="2629235" y="668902"/>
                  </a:lnTo>
                  <a:lnTo>
                    <a:pt x="2665227" y="652759"/>
                  </a:lnTo>
                  <a:lnTo>
                    <a:pt x="2729799" y="618997"/>
                  </a:lnTo>
                  <a:lnTo>
                    <a:pt x="2783986" y="583416"/>
                  </a:lnTo>
                  <a:lnTo>
                    <a:pt x="2827184" y="546194"/>
                  </a:lnTo>
                  <a:lnTo>
                    <a:pt x="2858788" y="507510"/>
                  </a:lnTo>
                  <a:lnTo>
                    <a:pt x="2878194" y="467543"/>
                  </a:lnTo>
                  <a:lnTo>
                    <a:pt x="2884797" y="426471"/>
                  </a:lnTo>
                  <a:lnTo>
                    <a:pt x="2883134" y="405808"/>
                  </a:lnTo>
                  <a:lnTo>
                    <a:pt x="2870054" y="365266"/>
                  </a:lnTo>
                  <a:lnTo>
                    <a:pt x="2844473" y="325918"/>
                  </a:lnTo>
                  <a:lnTo>
                    <a:pt x="2806997" y="287942"/>
                  </a:lnTo>
                  <a:lnTo>
                    <a:pt x="2758229" y="251518"/>
                  </a:lnTo>
                  <a:lnTo>
                    <a:pt x="2698773" y="216824"/>
                  </a:lnTo>
                  <a:lnTo>
                    <a:pt x="2629235" y="184039"/>
                  </a:lnTo>
                  <a:lnTo>
                    <a:pt x="2590874" y="168418"/>
                  </a:lnTo>
                  <a:lnTo>
                    <a:pt x="2550219" y="153342"/>
                  </a:lnTo>
                  <a:lnTo>
                    <a:pt x="2507345" y="138831"/>
                  </a:lnTo>
                  <a:lnTo>
                    <a:pt x="2462328" y="124910"/>
                  </a:lnTo>
                  <a:lnTo>
                    <a:pt x="2415244" y="111600"/>
                  </a:lnTo>
                  <a:lnTo>
                    <a:pt x="2366169" y="98924"/>
                  </a:lnTo>
                  <a:lnTo>
                    <a:pt x="2315177" y="86903"/>
                  </a:lnTo>
                  <a:lnTo>
                    <a:pt x="2262344" y="75561"/>
                  </a:lnTo>
                  <a:lnTo>
                    <a:pt x="2207747" y="64920"/>
                  </a:lnTo>
                  <a:lnTo>
                    <a:pt x="2151459" y="55001"/>
                  </a:lnTo>
                  <a:lnTo>
                    <a:pt x="2093558" y="45828"/>
                  </a:lnTo>
                  <a:lnTo>
                    <a:pt x="2034119" y="37422"/>
                  </a:lnTo>
                  <a:lnTo>
                    <a:pt x="1973216" y="29806"/>
                  </a:lnTo>
                  <a:lnTo>
                    <a:pt x="1910926" y="23003"/>
                  </a:lnTo>
                  <a:lnTo>
                    <a:pt x="1847325" y="17034"/>
                  </a:lnTo>
                  <a:lnTo>
                    <a:pt x="1782487" y="11922"/>
                  </a:lnTo>
                  <a:lnTo>
                    <a:pt x="1716488" y="7689"/>
                  </a:lnTo>
                  <a:lnTo>
                    <a:pt x="1649405" y="4359"/>
                  </a:lnTo>
                  <a:lnTo>
                    <a:pt x="1581312" y="1952"/>
                  </a:lnTo>
                  <a:lnTo>
                    <a:pt x="1512285" y="491"/>
                  </a:lnTo>
                  <a:lnTo>
                    <a:pt x="1442399" y="0"/>
                  </a:lnTo>
                  <a:close/>
                </a:path>
              </a:pathLst>
            </a:custGeom>
            <a:solidFill>
              <a:srgbClr val="F2913F"/>
            </a:solidFill>
          </p:spPr>
          <p:txBody>
            <a:bodyPr wrap="square" lIns="0" tIns="0" rIns="0" bIns="0" rtlCol="0"/>
            <a:lstStyle/>
            <a:p>
              <a:endParaRPr/>
            </a:p>
          </p:txBody>
        </p:sp>
        <p:sp>
          <p:nvSpPr>
            <p:cNvPr id="63" name="object 63"/>
            <p:cNvSpPr/>
            <p:nvPr/>
          </p:nvSpPr>
          <p:spPr>
            <a:xfrm>
              <a:off x="4257774" y="1950656"/>
              <a:ext cx="2884805" cy="853440"/>
            </a:xfrm>
            <a:custGeom>
              <a:avLst/>
              <a:gdLst/>
              <a:ahLst/>
              <a:cxnLst/>
              <a:rect l="l" t="t" r="r" b="b"/>
              <a:pathLst>
                <a:path w="2884804" h="853439">
                  <a:moveTo>
                    <a:pt x="0" y="426470"/>
                  </a:moveTo>
                  <a:lnTo>
                    <a:pt x="6602" y="385398"/>
                  </a:lnTo>
                  <a:lnTo>
                    <a:pt x="26008" y="345431"/>
                  </a:lnTo>
                  <a:lnTo>
                    <a:pt x="57612" y="306747"/>
                  </a:lnTo>
                  <a:lnTo>
                    <a:pt x="100810" y="269525"/>
                  </a:lnTo>
                  <a:lnTo>
                    <a:pt x="154998" y="233943"/>
                  </a:lnTo>
                  <a:lnTo>
                    <a:pt x="219570" y="200182"/>
                  </a:lnTo>
                  <a:lnTo>
                    <a:pt x="255562" y="184039"/>
                  </a:lnTo>
                  <a:lnTo>
                    <a:pt x="293923" y="168418"/>
                  </a:lnTo>
                  <a:lnTo>
                    <a:pt x="334578" y="153341"/>
                  </a:lnTo>
                  <a:lnTo>
                    <a:pt x="377452" y="138831"/>
                  </a:lnTo>
                  <a:lnTo>
                    <a:pt x="422468" y="124910"/>
                  </a:lnTo>
                  <a:lnTo>
                    <a:pt x="469552" y="111600"/>
                  </a:lnTo>
                  <a:lnTo>
                    <a:pt x="518628" y="98924"/>
                  </a:lnTo>
                  <a:lnTo>
                    <a:pt x="569620" y="86903"/>
                  </a:lnTo>
                  <a:lnTo>
                    <a:pt x="622452" y="75561"/>
                  </a:lnTo>
                  <a:lnTo>
                    <a:pt x="677050" y="64919"/>
                  </a:lnTo>
                  <a:lnTo>
                    <a:pt x="733337" y="55001"/>
                  </a:lnTo>
                  <a:lnTo>
                    <a:pt x="791239" y="45827"/>
                  </a:lnTo>
                  <a:lnTo>
                    <a:pt x="850678" y="37422"/>
                  </a:lnTo>
                  <a:lnTo>
                    <a:pt x="911581" y="29806"/>
                  </a:lnTo>
                  <a:lnTo>
                    <a:pt x="973871" y="23003"/>
                  </a:lnTo>
                  <a:lnTo>
                    <a:pt x="1037472" y="17034"/>
                  </a:lnTo>
                  <a:lnTo>
                    <a:pt x="1102310" y="11922"/>
                  </a:lnTo>
                  <a:lnTo>
                    <a:pt x="1168309" y="7689"/>
                  </a:lnTo>
                  <a:lnTo>
                    <a:pt x="1235392" y="4359"/>
                  </a:lnTo>
                  <a:lnTo>
                    <a:pt x="1303486" y="1952"/>
                  </a:lnTo>
                  <a:lnTo>
                    <a:pt x="1372513" y="491"/>
                  </a:lnTo>
                  <a:lnTo>
                    <a:pt x="1442398" y="0"/>
                  </a:lnTo>
                  <a:lnTo>
                    <a:pt x="1512284" y="491"/>
                  </a:lnTo>
                  <a:lnTo>
                    <a:pt x="1581311" y="1952"/>
                  </a:lnTo>
                  <a:lnTo>
                    <a:pt x="1649404" y="4359"/>
                  </a:lnTo>
                  <a:lnTo>
                    <a:pt x="1716488" y="7689"/>
                  </a:lnTo>
                  <a:lnTo>
                    <a:pt x="1782486" y="11922"/>
                  </a:lnTo>
                  <a:lnTo>
                    <a:pt x="1847324" y="17034"/>
                  </a:lnTo>
                  <a:lnTo>
                    <a:pt x="1910926" y="23003"/>
                  </a:lnTo>
                  <a:lnTo>
                    <a:pt x="1973215" y="29806"/>
                  </a:lnTo>
                  <a:lnTo>
                    <a:pt x="2034118" y="37422"/>
                  </a:lnTo>
                  <a:lnTo>
                    <a:pt x="2093558" y="45827"/>
                  </a:lnTo>
                  <a:lnTo>
                    <a:pt x="2151459" y="55001"/>
                  </a:lnTo>
                  <a:lnTo>
                    <a:pt x="2207746" y="64919"/>
                  </a:lnTo>
                  <a:lnTo>
                    <a:pt x="2262344" y="75561"/>
                  </a:lnTo>
                  <a:lnTo>
                    <a:pt x="2315177" y="86903"/>
                  </a:lnTo>
                  <a:lnTo>
                    <a:pt x="2366168" y="98924"/>
                  </a:lnTo>
                  <a:lnTo>
                    <a:pt x="2415244" y="111600"/>
                  </a:lnTo>
                  <a:lnTo>
                    <a:pt x="2462328" y="124910"/>
                  </a:lnTo>
                  <a:lnTo>
                    <a:pt x="2507345" y="138831"/>
                  </a:lnTo>
                  <a:lnTo>
                    <a:pt x="2550218" y="153341"/>
                  </a:lnTo>
                  <a:lnTo>
                    <a:pt x="2590874" y="168418"/>
                  </a:lnTo>
                  <a:lnTo>
                    <a:pt x="2629235" y="184039"/>
                  </a:lnTo>
                  <a:lnTo>
                    <a:pt x="2665226" y="200182"/>
                  </a:lnTo>
                  <a:lnTo>
                    <a:pt x="2729799" y="233943"/>
                  </a:lnTo>
                  <a:lnTo>
                    <a:pt x="2783986" y="269525"/>
                  </a:lnTo>
                  <a:lnTo>
                    <a:pt x="2827184" y="306747"/>
                  </a:lnTo>
                  <a:lnTo>
                    <a:pt x="2858788" y="345431"/>
                  </a:lnTo>
                  <a:lnTo>
                    <a:pt x="2878194" y="385398"/>
                  </a:lnTo>
                  <a:lnTo>
                    <a:pt x="2884797" y="426470"/>
                  </a:lnTo>
                  <a:lnTo>
                    <a:pt x="2883134" y="447133"/>
                  </a:lnTo>
                  <a:lnTo>
                    <a:pt x="2870054" y="487675"/>
                  </a:lnTo>
                  <a:lnTo>
                    <a:pt x="2844473" y="527023"/>
                  </a:lnTo>
                  <a:lnTo>
                    <a:pt x="2806997" y="564999"/>
                  </a:lnTo>
                  <a:lnTo>
                    <a:pt x="2758228" y="601423"/>
                  </a:lnTo>
                  <a:lnTo>
                    <a:pt x="2698773" y="636117"/>
                  </a:lnTo>
                  <a:lnTo>
                    <a:pt x="2629235" y="668902"/>
                  </a:lnTo>
                  <a:lnTo>
                    <a:pt x="2590874" y="684523"/>
                  </a:lnTo>
                  <a:lnTo>
                    <a:pt x="2550218" y="699599"/>
                  </a:lnTo>
                  <a:lnTo>
                    <a:pt x="2507345" y="714110"/>
                  </a:lnTo>
                  <a:lnTo>
                    <a:pt x="2462328" y="728031"/>
                  </a:lnTo>
                  <a:lnTo>
                    <a:pt x="2415244" y="741341"/>
                  </a:lnTo>
                  <a:lnTo>
                    <a:pt x="2366168" y="754017"/>
                  </a:lnTo>
                  <a:lnTo>
                    <a:pt x="2315177" y="766037"/>
                  </a:lnTo>
                  <a:lnTo>
                    <a:pt x="2262344" y="777380"/>
                  </a:lnTo>
                  <a:lnTo>
                    <a:pt x="2207746" y="788021"/>
                  </a:lnTo>
                  <a:lnTo>
                    <a:pt x="2151459" y="797940"/>
                  </a:lnTo>
                  <a:lnTo>
                    <a:pt x="2093558" y="807113"/>
                  </a:lnTo>
                  <a:lnTo>
                    <a:pt x="2034118" y="815519"/>
                  </a:lnTo>
                  <a:lnTo>
                    <a:pt x="1973215" y="823135"/>
                  </a:lnTo>
                  <a:lnTo>
                    <a:pt x="1910926" y="829938"/>
                  </a:lnTo>
                  <a:lnTo>
                    <a:pt x="1847324" y="835907"/>
                  </a:lnTo>
                  <a:lnTo>
                    <a:pt x="1782486" y="841019"/>
                  </a:lnTo>
                  <a:lnTo>
                    <a:pt x="1716488" y="845251"/>
                  </a:lnTo>
                  <a:lnTo>
                    <a:pt x="1649404" y="848582"/>
                  </a:lnTo>
                  <a:lnTo>
                    <a:pt x="1581311" y="850989"/>
                  </a:lnTo>
                  <a:lnTo>
                    <a:pt x="1512284" y="852449"/>
                  </a:lnTo>
                  <a:lnTo>
                    <a:pt x="1442398" y="852941"/>
                  </a:lnTo>
                  <a:lnTo>
                    <a:pt x="1372513" y="852449"/>
                  </a:lnTo>
                  <a:lnTo>
                    <a:pt x="1303486" y="850989"/>
                  </a:lnTo>
                  <a:lnTo>
                    <a:pt x="1235392" y="848582"/>
                  </a:lnTo>
                  <a:lnTo>
                    <a:pt x="1168309" y="845251"/>
                  </a:lnTo>
                  <a:lnTo>
                    <a:pt x="1102310" y="841019"/>
                  </a:lnTo>
                  <a:lnTo>
                    <a:pt x="1037472" y="835907"/>
                  </a:lnTo>
                  <a:lnTo>
                    <a:pt x="973871" y="829938"/>
                  </a:lnTo>
                  <a:lnTo>
                    <a:pt x="911581" y="823135"/>
                  </a:lnTo>
                  <a:lnTo>
                    <a:pt x="850678" y="815519"/>
                  </a:lnTo>
                  <a:lnTo>
                    <a:pt x="791239" y="807113"/>
                  </a:lnTo>
                  <a:lnTo>
                    <a:pt x="733337" y="797940"/>
                  </a:lnTo>
                  <a:lnTo>
                    <a:pt x="677050" y="788021"/>
                  </a:lnTo>
                  <a:lnTo>
                    <a:pt x="622452" y="777380"/>
                  </a:lnTo>
                  <a:lnTo>
                    <a:pt x="569620" y="766037"/>
                  </a:lnTo>
                  <a:lnTo>
                    <a:pt x="518628" y="754017"/>
                  </a:lnTo>
                  <a:lnTo>
                    <a:pt x="469552" y="741341"/>
                  </a:lnTo>
                  <a:lnTo>
                    <a:pt x="422468" y="728031"/>
                  </a:lnTo>
                  <a:lnTo>
                    <a:pt x="377452" y="714110"/>
                  </a:lnTo>
                  <a:lnTo>
                    <a:pt x="334578" y="699599"/>
                  </a:lnTo>
                  <a:lnTo>
                    <a:pt x="293923" y="684523"/>
                  </a:lnTo>
                  <a:lnTo>
                    <a:pt x="255562" y="668902"/>
                  </a:lnTo>
                  <a:lnTo>
                    <a:pt x="219570" y="652759"/>
                  </a:lnTo>
                  <a:lnTo>
                    <a:pt x="154998" y="618997"/>
                  </a:lnTo>
                  <a:lnTo>
                    <a:pt x="100810" y="583416"/>
                  </a:lnTo>
                  <a:lnTo>
                    <a:pt x="57612" y="546194"/>
                  </a:lnTo>
                  <a:lnTo>
                    <a:pt x="26008" y="507510"/>
                  </a:lnTo>
                  <a:lnTo>
                    <a:pt x="6602" y="467542"/>
                  </a:lnTo>
                  <a:lnTo>
                    <a:pt x="0" y="426470"/>
                  </a:lnTo>
                  <a:close/>
                </a:path>
              </a:pathLst>
            </a:custGeom>
            <a:ln w="28574">
              <a:solidFill>
                <a:srgbClr val="ECEBEB"/>
              </a:solidFill>
            </a:ln>
          </p:spPr>
          <p:txBody>
            <a:bodyPr wrap="square" lIns="0" tIns="0" rIns="0" bIns="0" rtlCol="0"/>
            <a:lstStyle/>
            <a:p>
              <a:endParaRPr/>
            </a:p>
          </p:txBody>
        </p:sp>
        <p:sp>
          <p:nvSpPr>
            <p:cNvPr id="64" name="object 64"/>
            <p:cNvSpPr txBox="1"/>
            <p:nvPr/>
          </p:nvSpPr>
          <p:spPr>
            <a:xfrm>
              <a:off x="4813594" y="2151066"/>
              <a:ext cx="1790700" cy="452120"/>
            </a:xfrm>
            <a:prstGeom prst="rect">
              <a:avLst/>
            </a:prstGeom>
          </p:spPr>
          <p:txBody>
            <a:bodyPr vert="horz" wrap="square" lIns="0" tIns="12700" rIns="0" bIns="0" rtlCol="0">
              <a:spAutoFit/>
            </a:bodyPr>
            <a:lstStyle/>
            <a:p>
              <a:pPr>
                <a:lnSpc>
                  <a:spcPct val="100000"/>
                </a:lnSpc>
                <a:spcBef>
                  <a:spcPts val="100"/>
                </a:spcBef>
              </a:pPr>
              <a:r>
                <a:rPr sz="2800" dirty="0">
                  <a:latin typeface="华文新魏" panose="02010800040101010101" charset="-122"/>
                  <a:cs typeface="华文新魏" panose="02010800040101010101" charset="-122"/>
                </a:rPr>
                <a:t>监控警报器</a:t>
              </a:r>
            </a:p>
          </p:txBody>
        </p:sp>
        <p:sp>
          <p:nvSpPr>
            <p:cNvPr id="65" name="object 65"/>
            <p:cNvSpPr/>
            <p:nvPr/>
          </p:nvSpPr>
          <p:spPr>
            <a:xfrm>
              <a:off x="3475308" y="5254243"/>
              <a:ext cx="754380" cy="10160"/>
            </a:xfrm>
            <a:custGeom>
              <a:avLst/>
              <a:gdLst/>
              <a:ahLst/>
              <a:cxnLst/>
              <a:rect l="l" t="t" r="r" b="b"/>
              <a:pathLst>
                <a:path w="754379" h="10160">
                  <a:moveTo>
                    <a:pt x="754112" y="9833"/>
                  </a:moveTo>
                  <a:lnTo>
                    <a:pt x="0" y="0"/>
                  </a:lnTo>
                </a:path>
              </a:pathLst>
            </a:custGeom>
            <a:ln w="28574">
              <a:solidFill>
                <a:srgbClr val="000000"/>
              </a:solidFill>
            </a:ln>
          </p:spPr>
          <p:txBody>
            <a:bodyPr wrap="square" lIns="0" tIns="0" rIns="0" bIns="0" rtlCol="0"/>
            <a:lstStyle/>
            <a:p>
              <a:endParaRPr/>
            </a:p>
          </p:txBody>
        </p:sp>
        <p:sp>
          <p:nvSpPr>
            <p:cNvPr id="66" name="object 66"/>
            <p:cNvSpPr/>
            <p:nvPr/>
          </p:nvSpPr>
          <p:spPr>
            <a:xfrm>
              <a:off x="4126732" y="5196644"/>
              <a:ext cx="131042" cy="132636"/>
            </a:xfrm>
            <a:prstGeom prst="rect">
              <a:avLst/>
            </a:prstGeom>
            <a:blipFill>
              <a:blip r:embed="rId9" cstate="print"/>
              <a:stretch>
                <a:fillRect/>
              </a:stretch>
            </a:blipFill>
          </p:spPr>
          <p:txBody>
            <a:bodyPr wrap="square" lIns="0" tIns="0" rIns="0" bIns="0" rtlCol="0"/>
            <a:lstStyle/>
            <a:p>
              <a:endParaRPr/>
            </a:p>
          </p:txBody>
        </p:sp>
        <p:sp>
          <p:nvSpPr>
            <p:cNvPr id="67" name="object 67"/>
            <p:cNvSpPr/>
            <p:nvPr/>
          </p:nvSpPr>
          <p:spPr>
            <a:xfrm>
              <a:off x="4211878" y="4857935"/>
              <a:ext cx="2931160" cy="853440"/>
            </a:xfrm>
            <a:custGeom>
              <a:avLst/>
              <a:gdLst/>
              <a:ahLst/>
              <a:cxnLst/>
              <a:rect l="l" t="t" r="r" b="b"/>
              <a:pathLst>
                <a:path w="2931159" h="853439">
                  <a:moveTo>
                    <a:pt x="1465347" y="0"/>
                  </a:moveTo>
                  <a:lnTo>
                    <a:pt x="1394350" y="491"/>
                  </a:lnTo>
                  <a:lnTo>
                    <a:pt x="1324224" y="1952"/>
                  </a:lnTo>
                  <a:lnTo>
                    <a:pt x="1255048" y="4359"/>
                  </a:lnTo>
                  <a:lnTo>
                    <a:pt x="1186897" y="7689"/>
                  </a:lnTo>
                  <a:lnTo>
                    <a:pt x="1119849" y="11922"/>
                  </a:lnTo>
                  <a:lnTo>
                    <a:pt x="1053979" y="17034"/>
                  </a:lnTo>
                  <a:lnTo>
                    <a:pt x="989366" y="23003"/>
                  </a:lnTo>
                  <a:lnTo>
                    <a:pt x="926085" y="29806"/>
                  </a:lnTo>
                  <a:lnTo>
                    <a:pt x="864213" y="37422"/>
                  </a:lnTo>
                  <a:lnTo>
                    <a:pt x="803828" y="45828"/>
                  </a:lnTo>
                  <a:lnTo>
                    <a:pt x="745005" y="55001"/>
                  </a:lnTo>
                  <a:lnTo>
                    <a:pt x="687823" y="64920"/>
                  </a:lnTo>
                  <a:lnTo>
                    <a:pt x="632356" y="75561"/>
                  </a:lnTo>
                  <a:lnTo>
                    <a:pt x="578683" y="86903"/>
                  </a:lnTo>
                  <a:lnTo>
                    <a:pt x="526880" y="98924"/>
                  </a:lnTo>
                  <a:lnTo>
                    <a:pt x="477023" y="111600"/>
                  </a:lnTo>
                  <a:lnTo>
                    <a:pt x="429190" y="124910"/>
                  </a:lnTo>
                  <a:lnTo>
                    <a:pt x="383457" y="138831"/>
                  </a:lnTo>
                  <a:lnTo>
                    <a:pt x="339901" y="153342"/>
                  </a:lnTo>
                  <a:lnTo>
                    <a:pt x="298599" y="168418"/>
                  </a:lnTo>
                  <a:lnTo>
                    <a:pt x="259628" y="184039"/>
                  </a:lnTo>
                  <a:lnTo>
                    <a:pt x="223063" y="200182"/>
                  </a:lnTo>
                  <a:lnTo>
                    <a:pt x="157464" y="233944"/>
                  </a:lnTo>
                  <a:lnTo>
                    <a:pt x="102414" y="269525"/>
                  </a:lnTo>
                  <a:lnTo>
                    <a:pt x="58529" y="306747"/>
                  </a:lnTo>
                  <a:lnTo>
                    <a:pt x="26422" y="345431"/>
                  </a:lnTo>
                  <a:lnTo>
                    <a:pt x="6707" y="385399"/>
                  </a:lnTo>
                  <a:lnTo>
                    <a:pt x="0" y="426471"/>
                  </a:lnTo>
                  <a:lnTo>
                    <a:pt x="1689" y="447134"/>
                  </a:lnTo>
                  <a:lnTo>
                    <a:pt x="14977" y="487676"/>
                  </a:lnTo>
                  <a:lnTo>
                    <a:pt x="40965" y="527024"/>
                  </a:lnTo>
                  <a:lnTo>
                    <a:pt x="79038" y="564999"/>
                  </a:lnTo>
                  <a:lnTo>
                    <a:pt x="128582" y="601423"/>
                  </a:lnTo>
                  <a:lnTo>
                    <a:pt x="188983" y="636117"/>
                  </a:lnTo>
                  <a:lnTo>
                    <a:pt x="259628" y="668903"/>
                  </a:lnTo>
                  <a:lnTo>
                    <a:pt x="298599" y="684523"/>
                  </a:lnTo>
                  <a:lnTo>
                    <a:pt x="339901" y="699600"/>
                  </a:lnTo>
                  <a:lnTo>
                    <a:pt x="383457" y="714110"/>
                  </a:lnTo>
                  <a:lnTo>
                    <a:pt x="429190" y="728031"/>
                  </a:lnTo>
                  <a:lnTo>
                    <a:pt x="477023" y="741341"/>
                  </a:lnTo>
                  <a:lnTo>
                    <a:pt x="526880" y="754018"/>
                  </a:lnTo>
                  <a:lnTo>
                    <a:pt x="578683" y="766038"/>
                  </a:lnTo>
                  <a:lnTo>
                    <a:pt x="632356" y="777380"/>
                  </a:lnTo>
                  <a:lnTo>
                    <a:pt x="687823" y="788022"/>
                  </a:lnTo>
                  <a:lnTo>
                    <a:pt x="745005" y="797941"/>
                  </a:lnTo>
                  <a:lnTo>
                    <a:pt x="803828" y="807114"/>
                  </a:lnTo>
                  <a:lnTo>
                    <a:pt x="864213" y="815520"/>
                  </a:lnTo>
                  <a:lnTo>
                    <a:pt x="926085" y="823135"/>
                  </a:lnTo>
                  <a:lnTo>
                    <a:pt x="989366" y="829939"/>
                  </a:lnTo>
                  <a:lnTo>
                    <a:pt x="1053979" y="835907"/>
                  </a:lnTo>
                  <a:lnTo>
                    <a:pt x="1119849" y="841019"/>
                  </a:lnTo>
                  <a:lnTo>
                    <a:pt x="1186897" y="845252"/>
                  </a:lnTo>
                  <a:lnTo>
                    <a:pt x="1255048" y="848583"/>
                  </a:lnTo>
                  <a:lnTo>
                    <a:pt x="1324224" y="850989"/>
                  </a:lnTo>
                  <a:lnTo>
                    <a:pt x="1394350" y="852450"/>
                  </a:lnTo>
                  <a:lnTo>
                    <a:pt x="1465347" y="852942"/>
                  </a:lnTo>
                  <a:lnTo>
                    <a:pt x="1536345" y="852450"/>
                  </a:lnTo>
                  <a:lnTo>
                    <a:pt x="1606470" y="850989"/>
                  </a:lnTo>
                  <a:lnTo>
                    <a:pt x="1675647" y="848583"/>
                  </a:lnTo>
                  <a:lnTo>
                    <a:pt x="1743797" y="845252"/>
                  </a:lnTo>
                  <a:lnTo>
                    <a:pt x="1810846" y="841019"/>
                  </a:lnTo>
                  <a:lnTo>
                    <a:pt x="1876716" y="835907"/>
                  </a:lnTo>
                  <a:lnTo>
                    <a:pt x="1941329" y="829939"/>
                  </a:lnTo>
                  <a:lnTo>
                    <a:pt x="2004610" y="823135"/>
                  </a:lnTo>
                  <a:lnTo>
                    <a:pt x="2066482" y="815520"/>
                  </a:lnTo>
                  <a:lnTo>
                    <a:pt x="2126867" y="807114"/>
                  </a:lnTo>
                  <a:lnTo>
                    <a:pt x="2185690" y="797941"/>
                  </a:lnTo>
                  <a:lnTo>
                    <a:pt x="2242873" y="788022"/>
                  </a:lnTo>
                  <a:lnTo>
                    <a:pt x="2298339" y="777380"/>
                  </a:lnTo>
                  <a:lnTo>
                    <a:pt x="2352012" y="766038"/>
                  </a:lnTo>
                  <a:lnTo>
                    <a:pt x="2403816" y="754018"/>
                  </a:lnTo>
                  <a:lnTo>
                    <a:pt x="2453672" y="741341"/>
                  </a:lnTo>
                  <a:lnTo>
                    <a:pt x="2501505" y="728031"/>
                  </a:lnTo>
                  <a:lnTo>
                    <a:pt x="2547238" y="714110"/>
                  </a:lnTo>
                  <a:lnTo>
                    <a:pt x="2590794" y="699600"/>
                  </a:lnTo>
                  <a:lnTo>
                    <a:pt x="2632096" y="684523"/>
                  </a:lnTo>
                  <a:lnTo>
                    <a:pt x="2671068" y="668903"/>
                  </a:lnTo>
                  <a:lnTo>
                    <a:pt x="2707632" y="652760"/>
                  </a:lnTo>
                  <a:lnTo>
                    <a:pt x="2773232" y="618998"/>
                  </a:lnTo>
                  <a:lnTo>
                    <a:pt x="2828281" y="583417"/>
                  </a:lnTo>
                  <a:lnTo>
                    <a:pt x="2872167" y="546194"/>
                  </a:lnTo>
                  <a:lnTo>
                    <a:pt x="2904274" y="507510"/>
                  </a:lnTo>
                  <a:lnTo>
                    <a:pt x="2923988" y="467543"/>
                  </a:lnTo>
                  <a:lnTo>
                    <a:pt x="2930696" y="426471"/>
                  </a:lnTo>
                  <a:lnTo>
                    <a:pt x="2929006" y="405808"/>
                  </a:lnTo>
                  <a:lnTo>
                    <a:pt x="2915718" y="365266"/>
                  </a:lnTo>
                  <a:lnTo>
                    <a:pt x="2889731" y="325918"/>
                  </a:lnTo>
                  <a:lnTo>
                    <a:pt x="2851658" y="287942"/>
                  </a:lnTo>
                  <a:lnTo>
                    <a:pt x="2802114" y="251518"/>
                  </a:lnTo>
                  <a:lnTo>
                    <a:pt x="2741712" y="216824"/>
                  </a:lnTo>
                  <a:lnTo>
                    <a:pt x="2671068" y="184039"/>
                  </a:lnTo>
                  <a:lnTo>
                    <a:pt x="2632096" y="168418"/>
                  </a:lnTo>
                  <a:lnTo>
                    <a:pt x="2590794" y="153342"/>
                  </a:lnTo>
                  <a:lnTo>
                    <a:pt x="2547238" y="138831"/>
                  </a:lnTo>
                  <a:lnTo>
                    <a:pt x="2501505" y="124910"/>
                  </a:lnTo>
                  <a:lnTo>
                    <a:pt x="2453672" y="111600"/>
                  </a:lnTo>
                  <a:lnTo>
                    <a:pt x="2403816" y="98924"/>
                  </a:lnTo>
                  <a:lnTo>
                    <a:pt x="2352012" y="86903"/>
                  </a:lnTo>
                  <a:lnTo>
                    <a:pt x="2298339" y="75561"/>
                  </a:lnTo>
                  <a:lnTo>
                    <a:pt x="2242873" y="64920"/>
                  </a:lnTo>
                  <a:lnTo>
                    <a:pt x="2185690" y="55001"/>
                  </a:lnTo>
                  <a:lnTo>
                    <a:pt x="2126867" y="45828"/>
                  </a:lnTo>
                  <a:lnTo>
                    <a:pt x="2066482" y="37422"/>
                  </a:lnTo>
                  <a:lnTo>
                    <a:pt x="2004610" y="29806"/>
                  </a:lnTo>
                  <a:lnTo>
                    <a:pt x="1941329" y="23003"/>
                  </a:lnTo>
                  <a:lnTo>
                    <a:pt x="1876716" y="17034"/>
                  </a:lnTo>
                  <a:lnTo>
                    <a:pt x="1810846" y="11922"/>
                  </a:lnTo>
                  <a:lnTo>
                    <a:pt x="1743797" y="7689"/>
                  </a:lnTo>
                  <a:lnTo>
                    <a:pt x="1675647" y="4359"/>
                  </a:lnTo>
                  <a:lnTo>
                    <a:pt x="1606470" y="1952"/>
                  </a:lnTo>
                  <a:lnTo>
                    <a:pt x="1536345" y="491"/>
                  </a:lnTo>
                  <a:lnTo>
                    <a:pt x="1465347" y="0"/>
                  </a:lnTo>
                  <a:close/>
                </a:path>
              </a:pathLst>
            </a:custGeom>
            <a:solidFill>
              <a:srgbClr val="F2913F"/>
            </a:solidFill>
          </p:spPr>
          <p:txBody>
            <a:bodyPr wrap="square" lIns="0" tIns="0" rIns="0" bIns="0" rtlCol="0"/>
            <a:lstStyle/>
            <a:p>
              <a:endParaRPr/>
            </a:p>
          </p:txBody>
        </p:sp>
        <p:sp>
          <p:nvSpPr>
            <p:cNvPr id="68" name="object 68"/>
            <p:cNvSpPr/>
            <p:nvPr/>
          </p:nvSpPr>
          <p:spPr>
            <a:xfrm>
              <a:off x="4211878" y="4857935"/>
              <a:ext cx="2931160" cy="853440"/>
            </a:xfrm>
            <a:custGeom>
              <a:avLst/>
              <a:gdLst/>
              <a:ahLst/>
              <a:cxnLst/>
              <a:rect l="l" t="t" r="r" b="b"/>
              <a:pathLst>
                <a:path w="2931159" h="853439">
                  <a:moveTo>
                    <a:pt x="0" y="426470"/>
                  </a:moveTo>
                  <a:lnTo>
                    <a:pt x="6707" y="385398"/>
                  </a:lnTo>
                  <a:lnTo>
                    <a:pt x="26422" y="345431"/>
                  </a:lnTo>
                  <a:lnTo>
                    <a:pt x="58529" y="306747"/>
                  </a:lnTo>
                  <a:lnTo>
                    <a:pt x="102414" y="269525"/>
                  </a:lnTo>
                  <a:lnTo>
                    <a:pt x="157464" y="233943"/>
                  </a:lnTo>
                  <a:lnTo>
                    <a:pt x="223063" y="200182"/>
                  </a:lnTo>
                  <a:lnTo>
                    <a:pt x="259628" y="184039"/>
                  </a:lnTo>
                  <a:lnTo>
                    <a:pt x="298599" y="168418"/>
                  </a:lnTo>
                  <a:lnTo>
                    <a:pt x="339901" y="153341"/>
                  </a:lnTo>
                  <a:lnTo>
                    <a:pt x="383457" y="138831"/>
                  </a:lnTo>
                  <a:lnTo>
                    <a:pt x="429190" y="124910"/>
                  </a:lnTo>
                  <a:lnTo>
                    <a:pt x="477023" y="111600"/>
                  </a:lnTo>
                  <a:lnTo>
                    <a:pt x="526879" y="98924"/>
                  </a:lnTo>
                  <a:lnTo>
                    <a:pt x="578683" y="86903"/>
                  </a:lnTo>
                  <a:lnTo>
                    <a:pt x="632356" y="75561"/>
                  </a:lnTo>
                  <a:lnTo>
                    <a:pt x="687822" y="64919"/>
                  </a:lnTo>
                  <a:lnTo>
                    <a:pt x="745005" y="55001"/>
                  </a:lnTo>
                  <a:lnTo>
                    <a:pt x="803827" y="45827"/>
                  </a:lnTo>
                  <a:lnTo>
                    <a:pt x="864213" y="37422"/>
                  </a:lnTo>
                  <a:lnTo>
                    <a:pt x="926084" y="29806"/>
                  </a:lnTo>
                  <a:lnTo>
                    <a:pt x="989365" y="23003"/>
                  </a:lnTo>
                  <a:lnTo>
                    <a:pt x="1053979" y="17034"/>
                  </a:lnTo>
                  <a:lnTo>
                    <a:pt x="1119848" y="11922"/>
                  </a:lnTo>
                  <a:lnTo>
                    <a:pt x="1186897" y="7689"/>
                  </a:lnTo>
                  <a:lnTo>
                    <a:pt x="1255048" y="4359"/>
                  </a:lnTo>
                  <a:lnTo>
                    <a:pt x="1324224" y="1952"/>
                  </a:lnTo>
                  <a:lnTo>
                    <a:pt x="1394350" y="491"/>
                  </a:lnTo>
                  <a:lnTo>
                    <a:pt x="1465347" y="0"/>
                  </a:lnTo>
                  <a:lnTo>
                    <a:pt x="1536345" y="491"/>
                  </a:lnTo>
                  <a:lnTo>
                    <a:pt x="1606470" y="1952"/>
                  </a:lnTo>
                  <a:lnTo>
                    <a:pt x="1675646" y="4359"/>
                  </a:lnTo>
                  <a:lnTo>
                    <a:pt x="1743797" y="7689"/>
                  </a:lnTo>
                  <a:lnTo>
                    <a:pt x="1810846" y="11922"/>
                  </a:lnTo>
                  <a:lnTo>
                    <a:pt x="1876715" y="17034"/>
                  </a:lnTo>
                  <a:lnTo>
                    <a:pt x="1941329" y="23003"/>
                  </a:lnTo>
                  <a:lnTo>
                    <a:pt x="2004610" y="29806"/>
                  </a:lnTo>
                  <a:lnTo>
                    <a:pt x="2066481" y="37422"/>
                  </a:lnTo>
                  <a:lnTo>
                    <a:pt x="2126867" y="45827"/>
                  </a:lnTo>
                  <a:lnTo>
                    <a:pt x="2185689" y="55001"/>
                  </a:lnTo>
                  <a:lnTo>
                    <a:pt x="2242872" y="64919"/>
                  </a:lnTo>
                  <a:lnTo>
                    <a:pt x="2298338" y="75561"/>
                  </a:lnTo>
                  <a:lnTo>
                    <a:pt x="2352012" y="86903"/>
                  </a:lnTo>
                  <a:lnTo>
                    <a:pt x="2403815" y="98924"/>
                  </a:lnTo>
                  <a:lnTo>
                    <a:pt x="2453671" y="111600"/>
                  </a:lnTo>
                  <a:lnTo>
                    <a:pt x="2501504" y="124910"/>
                  </a:lnTo>
                  <a:lnTo>
                    <a:pt x="2547237" y="138831"/>
                  </a:lnTo>
                  <a:lnTo>
                    <a:pt x="2590793" y="153341"/>
                  </a:lnTo>
                  <a:lnTo>
                    <a:pt x="2632095" y="168418"/>
                  </a:lnTo>
                  <a:lnTo>
                    <a:pt x="2671067" y="184039"/>
                  </a:lnTo>
                  <a:lnTo>
                    <a:pt x="2707631" y="200182"/>
                  </a:lnTo>
                  <a:lnTo>
                    <a:pt x="2773231" y="233943"/>
                  </a:lnTo>
                  <a:lnTo>
                    <a:pt x="2828280" y="269525"/>
                  </a:lnTo>
                  <a:lnTo>
                    <a:pt x="2872166" y="306747"/>
                  </a:lnTo>
                  <a:lnTo>
                    <a:pt x="2904272" y="345431"/>
                  </a:lnTo>
                  <a:lnTo>
                    <a:pt x="2923987" y="385398"/>
                  </a:lnTo>
                  <a:lnTo>
                    <a:pt x="2930695" y="426470"/>
                  </a:lnTo>
                  <a:lnTo>
                    <a:pt x="2929005" y="447133"/>
                  </a:lnTo>
                  <a:lnTo>
                    <a:pt x="2915717" y="487675"/>
                  </a:lnTo>
                  <a:lnTo>
                    <a:pt x="2889730" y="527023"/>
                  </a:lnTo>
                  <a:lnTo>
                    <a:pt x="2851657" y="564999"/>
                  </a:lnTo>
                  <a:lnTo>
                    <a:pt x="2802113" y="601423"/>
                  </a:lnTo>
                  <a:lnTo>
                    <a:pt x="2741711" y="636117"/>
                  </a:lnTo>
                  <a:lnTo>
                    <a:pt x="2671067" y="668902"/>
                  </a:lnTo>
                  <a:lnTo>
                    <a:pt x="2632095" y="684523"/>
                  </a:lnTo>
                  <a:lnTo>
                    <a:pt x="2590793" y="699600"/>
                  </a:lnTo>
                  <a:lnTo>
                    <a:pt x="2547237" y="714110"/>
                  </a:lnTo>
                  <a:lnTo>
                    <a:pt x="2501504" y="728031"/>
                  </a:lnTo>
                  <a:lnTo>
                    <a:pt x="2453671" y="741341"/>
                  </a:lnTo>
                  <a:lnTo>
                    <a:pt x="2403815" y="754017"/>
                  </a:lnTo>
                  <a:lnTo>
                    <a:pt x="2352012" y="766038"/>
                  </a:lnTo>
                  <a:lnTo>
                    <a:pt x="2298338" y="777380"/>
                  </a:lnTo>
                  <a:lnTo>
                    <a:pt x="2242872" y="788021"/>
                  </a:lnTo>
                  <a:lnTo>
                    <a:pt x="2185689" y="797940"/>
                  </a:lnTo>
                  <a:lnTo>
                    <a:pt x="2126867" y="807113"/>
                  </a:lnTo>
                  <a:lnTo>
                    <a:pt x="2066481" y="815519"/>
                  </a:lnTo>
                  <a:lnTo>
                    <a:pt x="2004610" y="823135"/>
                  </a:lnTo>
                  <a:lnTo>
                    <a:pt x="1941329" y="829938"/>
                  </a:lnTo>
                  <a:lnTo>
                    <a:pt x="1876715" y="835907"/>
                  </a:lnTo>
                  <a:lnTo>
                    <a:pt x="1810846" y="841019"/>
                  </a:lnTo>
                  <a:lnTo>
                    <a:pt x="1743797" y="845251"/>
                  </a:lnTo>
                  <a:lnTo>
                    <a:pt x="1675646" y="848582"/>
                  </a:lnTo>
                  <a:lnTo>
                    <a:pt x="1606470" y="850989"/>
                  </a:lnTo>
                  <a:lnTo>
                    <a:pt x="1536345" y="852449"/>
                  </a:lnTo>
                  <a:lnTo>
                    <a:pt x="1465347" y="852941"/>
                  </a:lnTo>
                  <a:lnTo>
                    <a:pt x="1394350" y="852449"/>
                  </a:lnTo>
                  <a:lnTo>
                    <a:pt x="1324224" y="850989"/>
                  </a:lnTo>
                  <a:lnTo>
                    <a:pt x="1255048" y="848582"/>
                  </a:lnTo>
                  <a:lnTo>
                    <a:pt x="1186897" y="845251"/>
                  </a:lnTo>
                  <a:lnTo>
                    <a:pt x="1119848" y="841019"/>
                  </a:lnTo>
                  <a:lnTo>
                    <a:pt x="1053979" y="835907"/>
                  </a:lnTo>
                  <a:lnTo>
                    <a:pt x="989365" y="829938"/>
                  </a:lnTo>
                  <a:lnTo>
                    <a:pt x="926084" y="823135"/>
                  </a:lnTo>
                  <a:lnTo>
                    <a:pt x="864213" y="815519"/>
                  </a:lnTo>
                  <a:lnTo>
                    <a:pt x="803827" y="807113"/>
                  </a:lnTo>
                  <a:lnTo>
                    <a:pt x="745005" y="797940"/>
                  </a:lnTo>
                  <a:lnTo>
                    <a:pt x="687822" y="788021"/>
                  </a:lnTo>
                  <a:lnTo>
                    <a:pt x="632356" y="777380"/>
                  </a:lnTo>
                  <a:lnTo>
                    <a:pt x="578683" y="766038"/>
                  </a:lnTo>
                  <a:lnTo>
                    <a:pt x="526879" y="754017"/>
                  </a:lnTo>
                  <a:lnTo>
                    <a:pt x="477023" y="741341"/>
                  </a:lnTo>
                  <a:lnTo>
                    <a:pt x="429190" y="728031"/>
                  </a:lnTo>
                  <a:lnTo>
                    <a:pt x="383457" y="714110"/>
                  </a:lnTo>
                  <a:lnTo>
                    <a:pt x="339901" y="699600"/>
                  </a:lnTo>
                  <a:lnTo>
                    <a:pt x="298599" y="684523"/>
                  </a:lnTo>
                  <a:lnTo>
                    <a:pt x="259628" y="668902"/>
                  </a:lnTo>
                  <a:lnTo>
                    <a:pt x="223063" y="652759"/>
                  </a:lnTo>
                  <a:lnTo>
                    <a:pt x="157464" y="618997"/>
                  </a:lnTo>
                  <a:lnTo>
                    <a:pt x="102414" y="583416"/>
                  </a:lnTo>
                  <a:lnTo>
                    <a:pt x="58529" y="546194"/>
                  </a:lnTo>
                  <a:lnTo>
                    <a:pt x="26422" y="507510"/>
                  </a:lnTo>
                  <a:lnTo>
                    <a:pt x="6707" y="467542"/>
                  </a:lnTo>
                  <a:lnTo>
                    <a:pt x="0" y="426470"/>
                  </a:lnTo>
                  <a:close/>
                </a:path>
              </a:pathLst>
            </a:custGeom>
            <a:ln w="28574">
              <a:solidFill>
                <a:srgbClr val="ECEBEB"/>
              </a:solidFill>
            </a:ln>
          </p:spPr>
          <p:txBody>
            <a:bodyPr wrap="square" lIns="0" tIns="0" rIns="0" bIns="0" rtlCol="0"/>
            <a:lstStyle/>
            <a:p>
              <a:endParaRPr/>
            </a:p>
          </p:txBody>
        </p:sp>
        <p:sp>
          <p:nvSpPr>
            <p:cNvPr id="75" name="object 64"/>
            <p:cNvSpPr txBox="1"/>
            <p:nvPr/>
          </p:nvSpPr>
          <p:spPr>
            <a:xfrm>
              <a:off x="4813594" y="5121494"/>
              <a:ext cx="1790700" cy="452120"/>
            </a:xfrm>
            <a:prstGeom prst="rect">
              <a:avLst/>
            </a:prstGeom>
          </p:spPr>
          <p:txBody>
            <a:bodyPr vert="horz" wrap="square" lIns="0" tIns="12700" rIns="0" bIns="0" rtlCol="0">
              <a:spAutoFit/>
            </a:bodyPr>
            <a:lstStyle/>
            <a:p>
              <a:pPr>
                <a:lnSpc>
                  <a:spcPct val="100000"/>
                </a:lnSpc>
                <a:spcBef>
                  <a:spcPts val="100"/>
                </a:spcBef>
              </a:pPr>
              <a:r>
                <a:rPr sz="2800" dirty="0">
                  <a:latin typeface="华文新魏" panose="02010800040101010101" charset="-122"/>
                  <a:cs typeface="华文新魏" panose="02010800040101010101" charset="-122"/>
                </a:rPr>
                <a:t>监控警报器</a:t>
              </a:r>
            </a:p>
          </p:txBody>
        </p:sp>
        <p:sp>
          <p:nvSpPr>
            <p:cNvPr id="76" name="object 56"/>
            <p:cNvSpPr txBox="1"/>
            <p:nvPr/>
          </p:nvSpPr>
          <p:spPr>
            <a:xfrm>
              <a:off x="8340453" y="3421594"/>
              <a:ext cx="18034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混合传感器</a:t>
              </a:r>
            </a:p>
          </p:txBody>
        </p:sp>
        <p:sp>
          <p:nvSpPr>
            <p:cNvPr id="77" name="object 26"/>
            <p:cNvSpPr txBox="1"/>
            <p:nvPr/>
          </p:nvSpPr>
          <p:spPr>
            <a:xfrm>
              <a:off x="8409672" y="4607653"/>
              <a:ext cx="1790700" cy="452120"/>
            </a:xfrm>
            <a:prstGeom prst="rect">
              <a:avLst/>
            </a:prstGeom>
          </p:spPr>
          <p:txBody>
            <a:bodyPr vert="horz" wrap="square" lIns="0" tIns="12700" rIns="0" bIns="0" rtlCol="0">
              <a:spAutoFit/>
            </a:bodyPr>
            <a:lstStyle/>
            <a:p>
              <a:pPr>
                <a:lnSpc>
                  <a:spcPct val="100000"/>
                </a:lnSpc>
                <a:spcBef>
                  <a:spcPts val="100"/>
                </a:spcBef>
              </a:pPr>
              <a:r>
                <a:rPr sz="2800" dirty="0">
                  <a:latin typeface="华文新魏" panose="02010800040101010101" charset="-122"/>
                  <a:cs typeface="华文新魏" panose="02010800040101010101" charset="-122"/>
                </a:rPr>
                <a:t>被动传感器</a:t>
              </a:r>
            </a:p>
          </p:txBody>
        </p:sp>
      </p:grpSp>
      <p:sp>
        <p:nvSpPr>
          <p:cNvPr id="79" name="灯片编号占位符 78"/>
          <p:cNvSpPr>
            <a:spLocks noGrp="1"/>
          </p:cNvSpPr>
          <p:nvPr>
            <p:ph type="sldNum" sz="quarter" idx="12"/>
          </p:nvPr>
        </p:nvSpPr>
        <p:spPr/>
        <p:txBody>
          <a:bodyPr/>
          <a:lstStyle/>
          <a:p>
            <a:fld id="{74D2AB8B-5816-41F2-8B4B-CA5C3E4E6A65}" type="slidenum">
              <a:rPr lang="zh-CN" altLang="en-US" smtClean="0"/>
              <a:t>31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8677"/>
    </mc:Choice>
    <mc:Fallback xmlns="">
      <p:transition spd="slow" advTm="158677"/>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场景是用例的实例</a:t>
            </a:r>
          </a:p>
        </p:txBody>
      </p:sp>
      <p:sp>
        <p:nvSpPr>
          <p:cNvPr id="5" name="object 3"/>
          <p:cNvSpPr/>
          <p:nvPr/>
        </p:nvSpPr>
        <p:spPr>
          <a:xfrm>
            <a:off x="1141792" y="2995438"/>
            <a:ext cx="4779507" cy="3043624"/>
          </a:xfrm>
          <a:custGeom>
            <a:avLst/>
            <a:gdLst/>
            <a:ahLst/>
            <a:cxnLst/>
            <a:rect l="l" t="t" r="r" b="b"/>
            <a:pathLst>
              <a:path w="4430395" h="4081779">
                <a:moveTo>
                  <a:pt x="0" y="0"/>
                </a:moveTo>
                <a:lnTo>
                  <a:pt x="4429892" y="0"/>
                </a:lnTo>
                <a:lnTo>
                  <a:pt x="4429892" y="4081757"/>
                </a:lnTo>
                <a:lnTo>
                  <a:pt x="0" y="4081757"/>
                </a:lnTo>
                <a:lnTo>
                  <a:pt x="0" y="0"/>
                </a:lnTo>
                <a:close/>
              </a:path>
            </a:pathLst>
          </a:custGeom>
          <a:solidFill>
            <a:srgbClr val="E4E4E4"/>
          </a:solidFill>
        </p:spPr>
        <p:txBody>
          <a:bodyPr wrap="square" lIns="0" tIns="0" rIns="0" bIns="0" rtlCol="0"/>
          <a:lstStyle/>
          <a:p>
            <a:endParaRPr/>
          </a:p>
        </p:txBody>
      </p:sp>
      <p:sp>
        <p:nvSpPr>
          <p:cNvPr id="6" name="object 4"/>
          <p:cNvSpPr/>
          <p:nvPr/>
        </p:nvSpPr>
        <p:spPr>
          <a:xfrm>
            <a:off x="1141792" y="2995438"/>
            <a:ext cx="4430395" cy="2749726"/>
          </a:xfrm>
          <a:custGeom>
            <a:avLst/>
            <a:gdLst/>
            <a:ahLst/>
            <a:cxnLst/>
            <a:rect l="l" t="t" r="r" b="b"/>
            <a:pathLst>
              <a:path w="4430395" h="4081779">
                <a:moveTo>
                  <a:pt x="0" y="0"/>
                </a:moveTo>
                <a:lnTo>
                  <a:pt x="4429891" y="0"/>
                </a:lnTo>
                <a:lnTo>
                  <a:pt x="4429891" y="4081757"/>
                </a:lnTo>
                <a:lnTo>
                  <a:pt x="0" y="4081757"/>
                </a:lnTo>
                <a:lnTo>
                  <a:pt x="0" y="0"/>
                </a:lnTo>
                <a:close/>
              </a:path>
            </a:pathLst>
          </a:custGeom>
          <a:ln w="9524">
            <a:solidFill>
              <a:srgbClr val="CBCBCB"/>
            </a:solidFill>
          </a:ln>
        </p:spPr>
        <p:txBody>
          <a:bodyPr wrap="square" lIns="0" tIns="0" rIns="0" bIns="0" rtlCol="0"/>
          <a:lstStyle/>
          <a:p>
            <a:endParaRPr/>
          </a:p>
        </p:txBody>
      </p:sp>
      <p:sp>
        <p:nvSpPr>
          <p:cNvPr id="7" name="object 5"/>
          <p:cNvSpPr txBox="1"/>
          <p:nvPr/>
        </p:nvSpPr>
        <p:spPr>
          <a:xfrm>
            <a:off x="1221166" y="3023695"/>
            <a:ext cx="5560835" cy="2333972"/>
          </a:xfrm>
          <a:prstGeom prst="rect">
            <a:avLst/>
          </a:prstGeom>
        </p:spPr>
        <p:txBody>
          <a:bodyPr vert="horz" wrap="square" lIns="0" tIns="787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a:lnSpc>
                <a:spcPct val="100000"/>
              </a:lnSpc>
              <a:spcBef>
                <a:spcPts val="620"/>
              </a:spcBef>
            </a:pPr>
            <a:r>
              <a:rPr lang="zh-CN" altLang="en-US" sz="2000" dirty="0">
                <a:latin typeface="微软雅黑" panose="020B0503020204020204" pitchFamily="34" charset="-122"/>
                <a:ea typeface="微软雅黑" panose="020B0503020204020204" pitchFamily="34" charset="-122"/>
              </a:rPr>
              <a:t>场景</a:t>
            </a:r>
            <a:r>
              <a:rPr lang="en-US" altLang="zh-CN" sz="2000" dirty="0">
                <a:latin typeface="微软雅黑" panose="020B0503020204020204" pitchFamily="34" charset="-122"/>
                <a:ea typeface="微软雅黑" panose="020B0503020204020204" pitchFamily="34" charset="-122"/>
                <a:cs typeface="Calibri" panose="020F0502020204030204"/>
              </a:rPr>
              <a:t>1</a:t>
            </a:r>
          </a:p>
          <a:p>
            <a:pPr marL="12700" marR="1529080">
              <a:lnSpc>
                <a:spcPts val="3500"/>
              </a:lnSpc>
              <a:spcBef>
                <a:spcPts val="120"/>
              </a:spcBef>
            </a:pPr>
            <a:r>
              <a:rPr lang="zh-CN" altLang="en-US" sz="2000" dirty="0">
                <a:latin typeface="微软雅黑" panose="020B0503020204020204" pitchFamily="34" charset="-122"/>
                <a:ea typeface="微软雅黑" panose="020B0503020204020204" pitchFamily="34" charset="-122"/>
              </a:rPr>
              <a:t>登录系统 </a:t>
            </a:r>
            <a:r>
              <a:rPr lang="zh-CN" altLang="en-US" sz="2000" dirty="0">
                <a:solidFill>
                  <a:srgbClr val="7030A0"/>
                </a:solidFill>
                <a:latin typeface="微软雅黑" panose="020B0503020204020204" pitchFamily="34" charset="-122"/>
                <a:ea typeface="微软雅黑" panose="020B0503020204020204" pitchFamily="34" charset="-122"/>
              </a:rPr>
              <a:t>认证登录</a:t>
            </a:r>
          </a:p>
          <a:p>
            <a:pPr marL="12700">
              <a:lnSpc>
                <a:spcPct val="100000"/>
              </a:lnSpc>
              <a:spcBef>
                <a:spcPts val="300"/>
              </a:spcBef>
            </a:pPr>
            <a:r>
              <a:rPr lang="zh-CN" altLang="en-US" sz="2000" dirty="0">
                <a:latin typeface="微软雅黑" panose="020B0503020204020204" pitchFamily="34" charset="-122"/>
                <a:ea typeface="微软雅黑" panose="020B0503020204020204" pitchFamily="34" charset="-122"/>
              </a:rPr>
              <a:t>输入主题词进行查询</a:t>
            </a:r>
          </a:p>
          <a:p>
            <a:pPr marL="12700" marR="919480" algn="just">
              <a:lnSpc>
                <a:spcPct val="120000"/>
              </a:lnSpc>
              <a:spcBef>
                <a:spcPts val="50"/>
              </a:spcBef>
            </a:pPr>
            <a:r>
              <a:rPr lang="zh-CN" altLang="en-US" sz="2000" dirty="0">
                <a:solidFill>
                  <a:srgbClr val="7030A0"/>
                </a:solidFill>
                <a:latin typeface="微软雅黑" panose="020B0503020204020204" pitchFamily="34" charset="-122"/>
                <a:ea typeface="微软雅黑" panose="020B0503020204020204" pitchFamily="34" charset="-122"/>
              </a:rPr>
              <a:t>获取课程列表 显示课程列表 </a:t>
            </a:r>
            <a:r>
              <a:rPr lang="zh-CN" altLang="en-US" sz="2000" dirty="0">
                <a:latin typeface="微软雅黑" panose="020B0503020204020204" pitchFamily="34" charset="-122"/>
                <a:ea typeface="微软雅黑" panose="020B0503020204020204" pitchFamily="34" charset="-122"/>
              </a:rPr>
              <a:t>选择课程</a:t>
            </a:r>
          </a:p>
          <a:p>
            <a:pPr marL="12700">
              <a:lnSpc>
                <a:spcPct val="100000"/>
              </a:lnSpc>
              <a:spcBef>
                <a:spcPts val="520"/>
              </a:spcBef>
            </a:pPr>
            <a:r>
              <a:rPr lang="zh-CN" altLang="en-US" sz="2000" dirty="0">
                <a:solidFill>
                  <a:srgbClr val="7030A0"/>
                </a:solidFill>
                <a:latin typeface="微软雅黑" panose="020B0503020204020204" pitchFamily="34" charset="-122"/>
                <a:ea typeface="微软雅黑" panose="020B0503020204020204" pitchFamily="34" charset="-122"/>
              </a:rPr>
              <a:t>确认课程可选</a:t>
            </a:r>
          </a:p>
          <a:p>
            <a:pPr marL="12700">
              <a:lnSpc>
                <a:spcPct val="100000"/>
              </a:lnSpc>
              <a:spcBef>
                <a:spcPts val="620"/>
              </a:spcBef>
            </a:pPr>
            <a:r>
              <a:rPr lang="zh-CN" altLang="en-US" sz="2000" dirty="0">
                <a:solidFill>
                  <a:srgbClr val="7030A0"/>
                </a:solidFill>
                <a:latin typeface="微软雅黑" panose="020B0503020204020204" pitchFamily="34" charset="-122"/>
                <a:ea typeface="微软雅黑" panose="020B0503020204020204" pitchFamily="34" charset="-122"/>
              </a:rPr>
              <a:t>显示最终的课程表</a:t>
            </a:r>
          </a:p>
        </p:txBody>
      </p:sp>
      <p:sp>
        <p:nvSpPr>
          <p:cNvPr id="8" name="object 6"/>
          <p:cNvSpPr/>
          <p:nvPr/>
        </p:nvSpPr>
        <p:spPr>
          <a:xfrm>
            <a:off x="6939835" y="2974974"/>
            <a:ext cx="4103724" cy="3064088"/>
          </a:xfrm>
          <a:custGeom>
            <a:avLst/>
            <a:gdLst/>
            <a:ahLst/>
            <a:cxnLst/>
            <a:rect l="l" t="t" r="r" b="b"/>
            <a:pathLst>
              <a:path w="3945890" h="4673600">
                <a:moveTo>
                  <a:pt x="0" y="4673598"/>
                </a:moveTo>
                <a:lnTo>
                  <a:pt x="3945467" y="4673598"/>
                </a:lnTo>
                <a:lnTo>
                  <a:pt x="3945467" y="0"/>
                </a:lnTo>
                <a:lnTo>
                  <a:pt x="0" y="0"/>
                </a:lnTo>
                <a:lnTo>
                  <a:pt x="0" y="4673598"/>
                </a:lnTo>
                <a:close/>
              </a:path>
            </a:pathLst>
          </a:custGeom>
          <a:solidFill>
            <a:srgbClr val="E4E4E4"/>
          </a:solidFill>
        </p:spPr>
        <p:txBody>
          <a:bodyPr wrap="square" lIns="0" tIns="0" rIns="0" bIns="0" rtlCol="0"/>
          <a:lstStyle/>
          <a:p>
            <a:endParaRPr/>
          </a:p>
        </p:txBody>
      </p:sp>
      <p:sp>
        <p:nvSpPr>
          <p:cNvPr id="9" name="object 7"/>
          <p:cNvSpPr/>
          <p:nvPr/>
        </p:nvSpPr>
        <p:spPr>
          <a:xfrm>
            <a:off x="6939835" y="2923430"/>
            <a:ext cx="3945890" cy="3115632"/>
          </a:xfrm>
          <a:custGeom>
            <a:avLst/>
            <a:gdLst/>
            <a:ahLst/>
            <a:cxnLst/>
            <a:rect l="l" t="t" r="r" b="b"/>
            <a:pathLst>
              <a:path w="3945890" h="4725670">
                <a:moveTo>
                  <a:pt x="0" y="0"/>
                </a:moveTo>
                <a:lnTo>
                  <a:pt x="3945465" y="0"/>
                </a:lnTo>
                <a:lnTo>
                  <a:pt x="3945465" y="4725143"/>
                </a:lnTo>
              </a:path>
            </a:pathLst>
          </a:custGeom>
          <a:ln w="9524">
            <a:solidFill>
              <a:srgbClr val="CBCBCB"/>
            </a:solidFill>
          </a:ln>
        </p:spPr>
        <p:txBody>
          <a:bodyPr wrap="square" lIns="0" tIns="0" rIns="0" bIns="0" rtlCol="0"/>
          <a:lstStyle/>
          <a:p>
            <a:endParaRPr/>
          </a:p>
        </p:txBody>
      </p:sp>
      <p:sp>
        <p:nvSpPr>
          <p:cNvPr id="11" name="object 9"/>
          <p:cNvSpPr txBox="1"/>
          <p:nvPr/>
        </p:nvSpPr>
        <p:spPr>
          <a:xfrm>
            <a:off x="7019211" y="2959307"/>
            <a:ext cx="4376645" cy="3020314"/>
          </a:xfrm>
          <a:prstGeom prst="rect">
            <a:avLst/>
          </a:prstGeom>
        </p:spPr>
        <p:txBody>
          <a:bodyPr vert="horz" wrap="square" lIns="0" tIns="406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a:lnSpc>
                <a:spcPct val="100000"/>
              </a:lnSpc>
              <a:spcBef>
                <a:spcPts val="320"/>
              </a:spcBef>
            </a:pPr>
            <a:r>
              <a:rPr lang="zh-CN" altLang="en-US" sz="2000" dirty="0"/>
              <a:t>场景</a:t>
            </a:r>
            <a:r>
              <a:rPr lang="en-US" altLang="zh-CN" sz="2000" dirty="0">
                <a:latin typeface="Calibri" panose="020F0502020204030204"/>
                <a:cs typeface="Calibri" panose="020F0502020204030204"/>
              </a:rPr>
              <a:t>2</a:t>
            </a:r>
          </a:p>
          <a:p>
            <a:pPr marL="12700" marR="1529080">
              <a:lnSpc>
                <a:spcPts val="3200"/>
              </a:lnSpc>
              <a:spcBef>
                <a:spcPts val="60"/>
              </a:spcBef>
            </a:pPr>
            <a:r>
              <a:rPr lang="zh-CN" altLang="en-US" sz="2000" dirty="0"/>
              <a:t>登录系统 </a:t>
            </a:r>
            <a:r>
              <a:rPr lang="zh-CN" altLang="en-US" sz="2000" dirty="0">
                <a:solidFill>
                  <a:srgbClr val="7030A0"/>
                </a:solidFill>
              </a:rPr>
              <a:t>认证登录</a:t>
            </a:r>
          </a:p>
          <a:p>
            <a:pPr marL="12700" marR="5080">
              <a:lnSpc>
                <a:spcPts val="3100"/>
              </a:lnSpc>
              <a:spcBef>
                <a:spcPts val="80"/>
              </a:spcBef>
            </a:pPr>
            <a:r>
              <a:rPr lang="zh-CN" altLang="en-US" sz="2000" dirty="0"/>
              <a:t>输入主题词进行查询 </a:t>
            </a:r>
            <a:r>
              <a:rPr lang="zh-CN" altLang="en-US" sz="2000" dirty="0">
                <a:solidFill>
                  <a:srgbClr val="FF0000"/>
                </a:solidFill>
              </a:rPr>
              <a:t>无效主题词</a:t>
            </a:r>
          </a:p>
          <a:p>
            <a:pPr marL="12700">
              <a:lnSpc>
                <a:spcPct val="100000"/>
              </a:lnSpc>
              <a:spcBef>
                <a:spcPts val="180"/>
              </a:spcBef>
            </a:pPr>
            <a:r>
              <a:rPr lang="zh-CN" altLang="en-US" sz="2000" dirty="0">
                <a:solidFill>
                  <a:srgbClr val="FF0000"/>
                </a:solidFill>
              </a:rPr>
              <a:t>再次输入课程</a:t>
            </a:r>
          </a:p>
          <a:p>
            <a:pPr marL="12700" marR="919480">
              <a:lnSpc>
                <a:spcPct val="118000"/>
              </a:lnSpc>
              <a:spcBef>
                <a:spcPts val="35"/>
              </a:spcBef>
            </a:pPr>
            <a:r>
              <a:rPr lang="zh-CN" altLang="en-US" sz="2000" dirty="0">
                <a:solidFill>
                  <a:srgbClr val="7030A0"/>
                </a:solidFill>
              </a:rPr>
              <a:t>获取课程列表 显示课程列表</a:t>
            </a:r>
          </a:p>
          <a:p>
            <a:pPr marL="12700">
              <a:lnSpc>
                <a:spcPct val="100000"/>
              </a:lnSpc>
              <a:spcBef>
                <a:spcPts val="620"/>
              </a:spcBef>
            </a:pPr>
            <a:r>
              <a:rPr lang="zh-CN" altLang="en-US" sz="2000" dirty="0"/>
              <a:t>选择课程</a:t>
            </a:r>
          </a:p>
          <a:p>
            <a:pPr marL="12700">
              <a:lnSpc>
                <a:spcPct val="100000"/>
              </a:lnSpc>
              <a:spcBef>
                <a:spcPts val="520"/>
              </a:spcBef>
            </a:pPr>
            <a:r>
              <a:rPr lang="zh-CN" altLang="en-US" sz="2000" dirty="0">
                <a:solidFill>
                  <a:srgbClr val="7030A0"/>
                </a:solidFill>
              </a:rPr>
              <a:t>确认课程可选</a:t>
            </a:r>
          </a:p>
          <a:p>
            <a:pPr marL="12700">
              <a:lnSpc>
                <a:spcPct val="100000"/>
              </a:lnSpc>
              <a:spcBef>
                <a:spcPts val="620"/>
              </a:spcBef>
            </a:pPr>
            <a:r>
              <a:rPr lang="zh-CN" altLang="en-US" sz="2000" dirty="0">
                <a:solidFill>
                  <a:srgbClr val="7030A0"/>
                </a:solidFill>
              </a:rPr>
              <a:t>显示最终的课程表</a:t>
            </a:r>
          </a:p>
        </p:txBody>
      </p:sp>
      <p:sp>
        <p:nvSpPr>
          <p:cNvPr id="12" name="object 10"/>
          <p:cNvSpPr/>
          <p:nvPr/>
        </p:nvSpPr>
        <p:spPr>
          <a:xfrm>
            <a:off x="1131208" y="1690688"/>
            <a:ext cx="9912350" cy="1284605"/>
          </a:xfrm>
          <a:custGeom>
            <a:avLst/>
            <a:gdLst/>
            <a:ahLst/>
            <a:cxnLst/>
            <a:rect l="l" t="t" r="r" b="b"/>
            <a:pathLst>
              <a:path w="9912350" h="1284605">
                <a:moveTo>
                  <a:pt x="0" y="0"/>
                </a:moveTo>
                <a:lnTo>
                  <a:pt x="9912348" y="0"/>
                </a:lnTo>
                <a:lnTo>
                  <a:pt x="9912348" y="1284286"/>
                </a:lnTo>
                <a:lnTo>
                  <a:pt x="0" y="1284286"/>
                </a:lnTo>
                <a:lnTo>
                  <a:pt x="0" y="0"/>
                </a:lnTo>
                <a:close/>
              </a:path>
            </a:pathLst>
          </a:custGeom>
          <a:solidFill>
            <a:srgbClr val="F2913F"/>
          </a:solidFill>
        </p:spPr>
        <p:txBody>
          <a:bodyPr wrap="square" lIns="0" tIns="0" rIns="0" bIns="0" rtlCol="0"/>
          <a:lstStyle/>
          <a:p>
            <a:endParaRPr/>
          </a:p>
        </p:txBody>
      </p:sp>
      <p:sp>
        <p:nvSpPr>
          <p:cNvPr id="13" name="object 11"/>
          <p:cNvSpPr/>
          <p:nvPr/>
        </p:nvSpPr>
        <p:spPr>
          <a:xfrm>
            <a:off x="7675940" y="2108302"/>
            <a:ext cx="1294765" cy="151130"/>
          </a:xfrm>
          <a:custGeom>
            <a:avLst/>
            <a:gdLst/>
            <a:ahLst/>
            <a:cxnLst/>
            <a:rect l="l" t="t" r="r" b="b"/>
            <a:pathLst>
              <a:path w="1294765" h="151130">
                <a:moveTo>
                  <a:pt x="1294752" y="0"/>
                </a:moveTo>
                <a:lnTo>
                  <a:pt x="0" y="150709"/>
                </a:lnTo>
              </a:path>
            </a:pathLst>
          </a:custGeom>
          <a:ln w="28574">
            <a:solidFill>
              <a:srgbClr val="000000"/>
            </a:solidFill>
          </a:ln>
        </p:spPr>
        <p:txBody>
          <a:bodyPr wrap="square" lIns="0" tIns="0" rIns="0" bIns="0" rtlCol="0"/>
          <a:lstStyle/>
          <a:p>
            <a:endParaRPr/>
          </a:p>
        </p:txBody>
      </p:sp>
      <p:sp>
        <p:nvSpPr>
          <p:cNvPr id="14" name="object 12"/>
          <p:cNvSpPr/>
          <p:nvPr/>
        </p:nvSpPr>
        <p:spPr>
          <a:xfrm>
            <a:off x="8863509" y="2052291"/>
            <a:ext cx="135348" cy="131756"/>
          </a:xfrm>
          <a:prstGeom prst="rect">
            <a:avLst/>
          </a:prstGeom>
          <a:blipFill>
            <a:blip r:embed="rId3" cstate="print"/>
            <a:stretch>
              <a:fillRect/>
            </a:stretch>
          </a:blipFill>
        </p:spPr>
        <p:txBody>
          <a:bodyPr wrap="square" lIns="0" tIns="0" rIns="0" bIns="0" rtlCol="0"/>
          <a:lstStyle/>
          <a:p>
            <a:endParaRPr/>
          </a:p>
        </p:txBody>
      </p:sp>
      <p:sp>
        <p:nvSpPr>
          <p:cNvPr id="15" name="object 13"/>
          <p:cNvSpPr/>
          <p:nvPr/>
        </p:nvSpPr>
        <p:spPr>
          <a:xfrm>
            <a:off x="2452755" y="1897063"/>
            <a:ext cx="258445" cy="150495"/>
          </a:xfrm>
          <a:custGeom>
            <a:avLst/>
            <a:gdLst/>
            <a:ahLst/>
            <a:cxnLst/>
            <a:rect l="l" t="t" r="r" b="b"/>
            <a:pathLst>
              <a:path w="258444" h="150494">
                <a:moveTo>
                  <a:pt x="0" y="75182"/>
                </a:moveTo>
                <a:lnTo>
                  <a:pt x="10151" y="45918"/>
                </a:lnTo>
                <a:lnTo>
                  <a:pt x="37835" y="22020"/>
                </a:lnTo>
                <a:lnTo>
                  <a:pt x="78896" y="5908"/>
                </a:lnTo>
                <a:lnTo>
                  <a:pt x="129178" y="0"/>
                </a:lnTo>
                <a:lnTo>
                  <a:pt x="179461" y="5908"/>
                </a:lnTo>
                <a:lnTo>
                  <a:pt x="220522" y="22020"/>
                </a:lnTo>
                <a:lnTo>
                  <a:pt x="248206" y="45918"/>
                </a:lnTo>
                <a:lnTo>
                  <a:pt x="258357" y="75182"/>
                </a:lnTo>
                <a:lnTo>
                  <a:pt x="248206" y="104447"/>
                </a:lnTo>
                <a:lnTo>
                  <a:pt x="220522" y="128345"/>
                </a:lnTo>
                <a:lnTo>
                  <a:pt x="179461" y="144457"/>
                </a:lnTo>
                <a:lnTo>
                  <a:pt x="129178" y="150366"/>
                </a:lnTo>
                <a:lnTo>
                  <a:pt x="78896" y="144457"/>
                </a:lnTo>
                <a:lnTo>
                  <a:pt x="37835" y="128345"/>
                </a:lnTo>
                <a:lnTo>
                  <a:pt x="10151" y="104447"/>
                </a:lnTo>
                <a:lnTo>
                  <a:pt x="0" y="75182"/>
                </a:lnTo>
                <a:close/>
              </a:path>
            </a:pathLst>
          </a:custGeom>
          <a:ln w="28574">
            <a:solidFill>
              <a:srgbClr val="ECEBEB"/>
            </a:solidFill>
          </a:ln>
        </p:spPr>
        <p:txBody>
          <a:bodyPr wrap="square" lIns="0" tIns="0" rIns="0" bIns="0" rtlCol="0"/>
          <a:lstStyle/>
          <a:p>
            <a:endParaRPr/>
          </a:p>
        </p:txBody>
      </p:sp>
      <p:sp>
        <p:nvSpPr>
          <p:cNvPr id="16" name="object 14"/>
          <p:cNvSpPr/>
          <p:nvPr/>
        </p:nvSpPr>
        <p:spPr>
          <a:xfrm>
            <a:off x="2587101" y="2045370"/>
            <a:ext cx="0" cy="200025"/>
          </a:xfrm>
          <a:custGeom>
            <a:avLst/>
            <a:gdLst/>
            <a:ahLst/>
            <a:cxnLst/>
            <a:rect l="l" t="t" r="r" b="b"/>
            <a:pathLst>
              <a:path h="200025">
                <a:moveTo>
                  <a:pt x="0" y="0"/>
                </a:moveTo>
                <a:lnTo>
                  <a:pt x="0" y="199802"/>
                </a:lnTo>
              </a:path>
            </a:pathLst>
          </a:custGeom>
          <a:ln w="28574">
            <a:solidFill>
              <a:srgbClr val="ECEBEB"/>
            </a:solidFill>
          </a:ln>
        </p:spPr>
        <p:txBody>
          <a:bodyPr wrap="square" lIns="0" tIns="0" rIns="0" bIns="0" rtlCol="0"/>
          <a:lstStyle/>
          <a:p>
            <a:endParaRPr/>
          </a:p>
        </p:txBody>
      </p:sp>
      <p:sp>
        <p:nvSpPr>
          <p:cNvPr id="17" name="object 15"/>
          <p:cNvSpPr/>
          <p:nvPr/>
        </p:nvSpPr>
        <p:spPr>
          <a:xfrm>
            <a:off x="2366635" y="2115402"/>
            <a:ext cx="437515" cy="0"/>
          </a:xfrm>
          <a:custGeom>
            <a:avLst/>
            <a:gdLst/>
            <a:ahLst/>
            <a:cxnLst/>
            <a:rect l="l" t="t" r="r" b="b"/>
            <a:pathLst>
              <a:path w="437514">
                <a:moveTo>
                  <a:pt x="0" y="0"/>
                </a:moveTo>
                <a:lnTo>
                  <a:pt x="437486" y="1"/>
                </a:lnTo>
              </a:path>
            </a:pathLst>
          </a:custGeom>
          <a:ln w="28574">
            <a:solidFill>
              <a:srgbClr val="ECEBEB"/>
            </a:solidFill>
          </a:ln>
        </p:spPr>
        <p:txBody>
          <a:bodyPr wrap="square" lIns="0" tIns="0" rIns="0" bIns="0" rtlCol="0"/>
          <a:lstStyle/>
          <a:p>
            <a:endParaRPr/>
          </a:p>
        </p:txBody>
      </p:sp>
      <p:sp>
        <p:nvSpPr>
          <p:cNvPr id="18" name="object 16"/>
          <p:cNvSpPr/>
          <p:nvPr/>
        </p:nvSpPr>
        <p:spPr>
          <a:xfrm>
            <a:off x="2573323" y="2245172"/>
            <a:ext cx="262255" cy="150495"/>
          </a:xfrm>
          <a:custGeom>
            <a:avLst/>
            <a:gdLst/>
            <a:ahLst/>
            <a:cxnLst/>
            <a:rect l="l" t="t" r="r" b="b"/>
            <a:pathLst>
              <a:path w="262255" h="150494">
                <a:moveTo>
                  <a:pt x="261802" y="150365"/>
                </a:moveTo>
                <a:lnTo>
                  <a:pt x="0" y="0"/>
                </a:lnTo>
              </a:path>
            </a:pathLst>
          </a:custGeom>
          <a:ln w="28574">
            <a:solidFill>
              <a:srgbClr val="ECEBEB"/>
            </a:solidFill>
          </a:ln>
        </p:spPr>
        <p:txBody>
          <a:bodyPr wrap="square" lIns="0" tIns="0" rIns="0" bIns="0" rtlCol="0"/>
          <a:lstStyle/>
          <a:p>
            <a:endParaRPr/>
          </a:p>
        </p:txBody>
      </p:sp>
      <p:sp>
        <p:nvSpPr>
          <p:cNvPr id="19" name="object 17"/>
          <p:cNvSpPr/>
          <p:nvPr/>
        </p:nvSpPr>
        <p:spPr>
          <a:xfrm>
            <a:off x="2308074" y="2245172"/>
            <a:ext cx="265430" cy="150495"/>
          </a:xfrm>
          <a:custGeom>
            <a:avLst/>
            <a:gdLst/>
            <a:ahLst/>
            <a:cxnLst/>
            <a:rect l="l" t="t" r="r" b="b"/>
            <a:pathLst>
              <a:path w="265430" h="150494">
                <a:moveTo>
                  <a:pt x="0" y="150365"/>
                </a:moveTo>
                <a:lnTo>
                  <a:pt x="265247" y="0"/>
                </a:lnTo>
              </a:path>
            </a:pathLst>
          </a:custGeom>
          <a:ln w="28574">
            <a:solidFill>
              <a:srgbClr val="ECEBEB"/>
            </a:solidFill>
          </a:ln>
        </p:spPr>
        <p:txBody>
          <a:bodyPr wrap="square" lIns="0" tIns="0" rIns="0" bIns="0" rtlCol="0"/>
          <a:lstStyle/>
          <a:p>
            <a:endParaRPr/>
          </a:p>
        </p:txBody>
      </p:sp>
      <p:sp>
        <p:nvSpPr>
          <p:cNvPr id="20" name="object 18"/>
          <p:cNvSpPr txBox="1"/>
          <p:nvPr/>
        </p:nvSpPr>
        <p:spPr>
          <a:xfrm>
            <a:off x="2045080" y="2381249"/>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学生</a:t>
            </a:r>
            <a:endParaRPr sz="2800">
              <a:latin typeface="华文新魏" panose="02010800040101010101" charset="-122"/>
              <a:cs typeface="华文新魏" panose="02010800040101010101" charset="-122"/>
            </a:endParaRPr>
          </a:p>
        </p:txBody>
      </p:sp>
      <p:sp>
        <p:nvSpPr>
          <p:cNvPr id="21" name="object 19"/>
          <p:cNvSpPr txBox="1"/>
          <p:nvPr/>
        </p:nvSpPr>
        <p:spPr>
          <a:xfrm>
            <a:off x="8398256" y="2249486"/>
            <a:ext cx="21590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课程注册系统</a:t>
            </a:r>
            <a:endParaRPr sz="2800">
              <a:latin typeface="华文新魏" panose="02010800040101010101" charset="-122"/>
              <a:cs typeface="华文新魏" panose="02010800040101010101" charset="-122"/>
            </a:endParaRPr>
          </a:p>
        </p:txBody>
      </p:sp>
      <p:sp>
        <p:nvSpPr>
          <p:cNvPr id="22" name="object 20"/>
          <p:cNvSpPr/>
          <p:nvPr/>
        </p:nvSpPr>
        <p:spPr>
          <a:xfrm>
            <a:off x="3048908" y="2247933"/>
            <a:ext cx="1240155" cy="1905"/>
          </a:xfrm>
          <a:custGeom>
            <a:avLst/>
            <a:gdLst/>
            <a:ahLst/>
            <a:cxnLst/>
            <a:rect l="l" t="t" r="r" b="b"/>
            <a:pathLst>
              <a:path w="1240154" h="1905">
                <a:moveTo>
                  <a:pt x="1239528" y="0"/>
                </a:moveTo>
                <a:lnTo>
                  <a:pt x="0" y="1552"/>
                </a:lnTo>
              </a:path>
            </a:pathLst>
          </a:custGeom>
          <a:ln w="28574">
            <a:solidFill>
              <a:srgbClr val="000000"/>
            </a:solidFill>
          </a:ln>
        </p:spPr>
        <p:txBody>
          <a:bodyPr wrap="square" lIns="0" tIns="0" rIns="0" bIns="0" rtlCol="0"/>
          <a:lstStyle/>
          <a:p>
            <a:endParaRPr/>
          </a:p>
        </p:txBody>
      </p:sp>
      <p:sp>
        <p:nvSpPr>
          <p:cNvPr id="23" name="object 21"/>
          <p:cNvSpPr/>
          <p:nvPr/>
        </p:nvSpPr>
        <p:spPr>
          <a:xfrm>
            <a:off x="4186331" y="2181717"/>
            <a:ext cx="130460" cy="132647"/>
          </a:xfrm>
          <a:prstGeom prst="rect">
            <a:avLst/>
          </a:prstGeom>
          <a:blipFill>
            <a:blip r:embed="rId4" cstate="print"/>
            <a:stretch>
              <a:fillRect/>
            </a:stretch>
          </a:blipFill>
        </p:spPr>
        <p:txBody>
          <a:bodyPr wrap="square" lIns="0" tIns="0" rIns="0" bIns="0" rtlCol="0"/>
          <a:lstStyle/>
          <a:p>
            <a:endParaRPr/>
          </a:p>
        </p:txBody>
      </p:sp>
      <p:sp>
        <p:nvSpPr>
          <p:cNvPr id="24" name="object 22"/>
          <p:cNvSpPr/>
          <p:nvPr/>
        </p:nvSpPr>
        <p:spPr>
          <a:xfrm>
            <a:off x="4424742" y="1946273"/>
            <a:ext cx="3136900" cy="666750"/>
          </a:xfrm>
          <a:custGeom>
            <a:avLst/>
            <a:gdLst/>
            <a:ahLst/>
            <a:cxnLst/>
            <a:rect l="l" t="t" r="r" b="b"/>
            <a:pathLst>
              <a:path w="3136900" h="666750">
                <a:moveTo>
                  <a:pt x="1568450" y="0"/>
                </a:moveTo>
                <a:lnTo>
                  <a:pt x="1494615" y="362"/>
                </a:lnTo>
                <a:lnTo>
                  <a:pt x="1421660" y="1440"/>
                </a:lnTo>
                <a:lnTo>
                  <a:pt x="1278686" y="5677"/>
                </a:lnTo>
                <a:lnTo>
                  <a:pt x="1208818" y="8804"/>
                </a:lnTo>
                <a:lnTo>
                  <a:pt x="1140130" y="12582"/>
                </a:lnTo>
                <a:lnTo>
                  <a:pt x="1072698" y="16995"/>
                </a:lnTo>
                <a:lnTo>
                  <a:pt x="1006596" y="22027"/>
                </a:lnTo>
                <a:lnTo>
                  <a:pt x="941900" y="27662"/>
                </a:lnTo>
                <a:lnTo>
                  <a:pt x="878685" y="33884"/>
                </a:lnTo>
                <a:lnTo>
                  <a:pt x="817026" y="40677"/>
                </a:lnTo>
                <a:lnTo>
                  <a:pt x="757000" y="48025"/>
                </a:lnTo>
                <a:lnTo>
                  <a:pt x="698680" y="55912"/>
                </a:lnTo>
                <a:lnTo>
                  <a:pt x="642143" y="64322"/>
                </a:lnTo>
                <a:lnTo>
                  <a:pt x="587464" y="73239"/>
                </a:lnTo>
                <a:lnTo>
                  <a:pt x="534718" y="82646"/>
                </a:lnTo>
                <a:lnTo>
                  <a:pt x="483980" y="92529"/>
                </a:lnTo>
                <a:lnTo>
                  <a:pt x="435326" y="102870"/>
                </a:lnTo>
                <a:lnTo>
                  <a:pt x="388831" y="113655"/>
                </a:lnTo>
                <a:lnTo>
                  <a:pt x="344570" y="124866"/>
                </a:lnTo>
                <a:lnTo>
                  <a:pt x="302619" y="136488"/>
                </a:lnTo>
                <a:lnTo>
                  <a:pt x="263053" y="148505"/>
                </a:lnTo>
                <a:lnTo>
                  <a:pt x="225948" y="160901"/>
                </a:lnTo>
                <a:lnTo>
                  <a:pt x="159418" y="186765"/>
                </a:lnTo>
                <a:lnTo>
                  <a:pt x="103634" y="213953"/>
                </a:lnTo>
                <a:lnTo>
                  <a:pt x="59198" y="242335"/>
                </a:lnTo>
                <a:lnTo>
                  <a:pt x="26712" y="271785"/>
                </a:lnTo>
                <a:lnTo>
                  <a:pt x="1707" y="317681"/>
                </a:lnTo>
                <a:lnTo>
                  <a:pt x="0" y="333375"/>
                </a:lnTo>
                <a:lnTo>
                  <a:pt x="1707" y="349068"/>
                </a:lnTo>
                <a:lnTo>
                  <a:pt x="26712" y="394964"/>
                </a:lnTo>
                <a:lnTo>
                  <a:pt x="59198" y="424414"/>
                </a:lnTo>
                <a:lnTo>
                  <a:pt x="103634" y="452797"/>
                </a:lnTo>
                <a:lnTo>
                  <a:pt x="159418" y="479985"/>
                </a:lnTo>
                <a:lnTo>
                  <a:pt x="225948" y="505849"/>
                </a:lnTo>
                <a:lnTo>
                  <a:pt x="263053" y="518245"/>
                </a:lnTo>
                <a:lnTo>
                  <a:pt x="302619" y="530262"/>
                </a:lnTo>
                <a:lnTo>
                  <a:pt x="344570" y="541884"/>
                </a:lnTo>
                <a:lnTo>
                  <a:pt x="388831" y="553095"/>
                </a:lnTo>
                <a:lnTo>
                  <a:pt x="435326" y="563879"/>
                </a:lnTo>
                <a:lnTo>
                  <a:pt x="483980" y="574221"/>
                </a:lnTo>
                <a:lnTo>
                  <a:pt x="534718" y="584103"/>
                </a:lnTo>
                <a:lnTo>
                  <a:pt x="587464" y="593511"/>
                </a:lnTo>
                <a:lnTo>
                  <a:pt x="642143" y="602428"/>
                </a:lnTo>
                <a:lnTo>
                  <a:pt x="698680" y="610837"/>
                </a:lnTo>
                <a:lnTo>
                  <a:pt x="757000" y="618724"/>
                </a:lnTo>
                <a:lnTo>
                  <a:pt x="817026" y="626072"/>
                </a:lnTo>
                <a:lnTo>
                  <a:pt x="878685" y="632865"/>
                </a:lnTo>
                <a:lnTo>
                  <a:pt x="941900" y="639087"/>
                </a:lnTo>
                <a:lnTo>
                  <a:pt x="1006596" y="644722"/>
                </a:lnTo>
                <a:lnTo>
                  <a:pt x="1072698" y="649754"/>
                </a:lnTo>
                <a:lnTo>
                  <a:pt x="1140130" y="654167"/>
                </a:lnTo>
                <a:lnTo>
                  <a:pt x="1208818" y="657945"/>
                </a:lnTo>
                <a:lnTo>
                  <a:pt x="1278686" y="661072"/>
                </a:lnTo>
                <a:lnTo>
                  <a:pt x="1421660" y="665309"/>
                </a:lnTo>
                <a:lnTo>
                  <a:pt x="1568450" y="666750"/>
                </a:lnTo>
                <a:lnTo>
                  <a:pt x="1715239" y="665309"/>
                </a:lnTo>
                <a:lnTo>
                  <a:pt x="1858213" y="661072"/>
                </a:lnTo>
                <a:lnTo>
                  <a:pt x="1928081" y="657945"/>
                </a:lnTo>
                <a:lnTo>
                  <a:pt x="1996769" y="654167"/>
                </a:lnTo>
                <a:lnTo>
                  <a:pt x="2064201" y="649754"/>
                </a:lnTo>
                <a:lnTo>
                  <a:pt x="2130303" y="644722"/>
                </a:lnTo>
                <a:lnTo>
                  <a:pt x="2194999" y="639087"/>
                </a:lnTo>
                <a:lnTo>
                  <a:pt x="2258214" y="632865"/>
                </a:lnTo>
                <a:lnTo>
                  <a:pt x="2319873" y="626072"/>
                </a:lnTo>
                <a:lnTo>
                  <a:pt x="2379899" y="618724"/>
                </a:lnTo>
                <a:lnTo>
                  <a:pt x="2438219" y="610837"/>
                </a:lnTo>
                <a:lnTo>
                  <a:pt x="2494756" y="602428"/>
                </a:lnTo>
                <a:lnTo>
                  <a:pt x="2549435" y="593511"/>
                </a:lnTo>
                <a:lnTo>
                  <a:pt x="2602181" y="584103"/>
                </a:lnTo>
                <a:lnTo>
                  <a:pt x="2652919" y="574221"/>
                </a:lnTo>
                <a:lnTo>
                  <a:pt x="2701573" y="563879"/>
                </a:lnTo>
                <a:lnTo>
                  <a:pt x="2748068" y="553095"/>
                </a:lnTo>
                <a:lnTo>
                  <a:pt x="2792329" y="541884"/>
                </a:lnTo>
                <a:lnTo>
                  <a:pt x="2834280" y="530262"/>
                </a:lnTo>
                <a:lnTo>
                  <a:pt x="2873846" y="518245"/>
                </a:lnTo>
                <a:lnTo>
                  <a:pt x="2910951" y="505849"/>
                </a:lnTo>
                <a:lnTo>
                  <a:pt x="2977481" y="479985"/>
                </a:lnTo>
                <a:lnTo>
                  <a:pt x="3033265" y="452797"/>
                </a:lnTo>
                <a:lnTo>
                  <a:pt x="3077701" y="424414"/>
                </a:lnTo>
                <a:lnTo>
                  <a:pt x="3110187" y="394964"/>
                </a:lnTo>
                <a:lnTo>
                  <a:pt x="3135192" y="349068"/>
                </a:lnTo>
                <a:lnTo>
                  <a:pt x="3136900" y="333375"/>
                </a:lnTo>
                <a:lnTo>
                  <a:pt x="3135192" y="317681"/>
                </a:lnTo>
                <a:lnTo>
                  <a:pt x="3110187" y="271785"/>
                </a:lnTo>
                <a:lnTo>
                  <a:pt x="3077701" y="242335"/>
                </a:lnTo>
                <a:lnTo>
                  <a:pt x="3033265" y="213953"/>
                </a:lnTo>
                <a:lnTo>
                  <a:pt x="2977481" y="186765"/>
                </a:lnTo>
                <a:lnTo>
                  <a:pt x="2910951" y="160901"/>
                </a:lnTo>
                <a:lnTo>
                  <a:pt x="2873846" y="148505"/>
                </a:lnTo>
                <a:lnTo>
                  <a:pt x="2834280" y="136488"/>
                </a:lnTo>
                <a:lnTo>
                  <a:pt x="2792329" y="124866"/>
                </a:lnTo>
                <a:lnTo>
                  <a:pt x="2748068" y="113655"/>
                </a:lnTo>
                <a:lnTo>
                  <a:pt x="2701573" y="102870"/>
                </a:lnTo>
                <a:lnTo>
                  <a:pt x="2652919" y="92529"/>
                </a:lnTo>
                <a:lnTo>
                  <a:pt x="2602181" y="82646"/>
                </a:lnTo>
                <a:lnTo>
                  <a:pt x="2549435" y="73239"/>
                </a:lnTo>
                <a:lnTo>
                  <a:pt x="2494756" y="64322"/>
                </a:lnTo>
                <a:lnTo>
                  <a:pt x="2438219" y="55912"/>
                </a:lnTo>
                <a:lnTo>
                  <a:pt x="2379899" y="48025"/>
                </a:lnTo>
                <a:lnTo>
                  <a:pt x="2319873" y="40677"/>
                </a:lnTo>
                <a:lnTo>
                  <a:pt x="2258214" y="33884"/>
                </a:lnTo>
                <a:lnTo>
                  <a:pt x="2194999" y="27662"/>
                </a:lnTo>
                <a:lnTo>
                  <a:pt x="2130303" y="22027"/>
                </a:lnTo>
                <a:lnTo>
                  <a:pt x="2064201" y="16995"/>
                </a:lnTo>
                <a:lnTo>
                  <a:pt x="1996769" y="12582"/>
                </a:lnTo>
                <a:lnTo>
                  <a:pt x="1928081" y="8804"/>
                </a:lnTo>
                <a:lnTo>
                  <a:pt x="1858213" y="5677"/>
                </a:lnTo>
                <a:lnTo>
                  <a:pt x="1715239" y="1440"/>
                </a:lnTo>
                <a:lnTo>
                  <a:pt x="1568450" y="0"/>
                </a:lnTo>
                <a:close/>
              </a:path>
            </a:pathLst>
          </a:custGeom>
          <a:solidFill>
            <a:srgbClr val="F2913F"/>
          </a:solidFill>
        </p:spPr>
        <p:txBody>
          <a:bodyPr wrap="square" lIns="0" tIns="0" rIns="0" bIns="0" rtlCol="0"/>
          <a:lstStyle/>
          <a:p>
            <a:endParaRPr/>
          </a:p>
        </p:txBody>
      </p:sp>
      <p:sp>
        <p:nvSpPr>
          <p:cNvPr id="25" name="object 23"/>
          <p:cNvSpPr/>
          <p:nvPr/>
        </p:nvSpPr>
        <p:spPr>
          <a:xfrm>
            <a:off x="4424742" y="1946273"/>
            <a:ext cx="3136900" cy="666750"/>
          </a:xfrm>
          <a:custGeom>
            <a:avLst/>
            <a:gdLst/>
            <a:ahLst/>
            <a:cxnLst/>
            <a:rect l="l" t="t" r="r" b="b"/>
            <a:pathLst>
              <a:path w="3136900" h="666750">
                <a:moveTo>
                  <a:pt x="0" y="333375"/>
                </a:moveTo>
                <a:lnTo>
                  <a:pt x="15138" y="286870"/>
                </a:lnTo>
                <a:lnTo>
                  <a:pt x="41423" y="256935"/>
                </a:lnTo>
                <a:lnTo>
                  <a:pt x="79960" y="228002"/>
                </a:lnTo>
                <a:lnTo>
                  <a:pt x="130146" y="200201"/>
                </a:lnTo>
                <a:lnTo>
                  <a:pt x="191378" y="173659"/>
                </a:lnTo>
                <a:lnTo>
                  <a:pt x="263053" y="148505"/>
                </a:lnTo>
                <a:lnTo>
                  <a:pt x="302619" y="136488"/>
                </a:lnTo>
                <a:lnTo>
                  <a:pt x="344570" y="124865"/>
                </a:lnTo>
                <a:lnTo>
                  <a:pt x="388831" y="113654"/>
                </a:lnTo>
                <a:lnTo>
                  <a:pt x="435326" y="102870"/>
                </a:lnTo>
                <a:lnTo>
                  <a:pt x="483980" y="92528"/>
                </a:lnTo>
                <a:lnTo>
                  <a:pt x="534718" y="82646"/>
                </a:lnTo>
                <a:lnTo>
                  <a:pt x="587464" y="73238"/>
                </a:lnTo>
                <a:lnTo>
                  <a:pt x="642143" y="64322"/>
                </a:lnTo>
                <a:lnTo>
                  <a:pt x="698680" y="55912"/>
                </a:lnTo>
                <a:lnTo>
                  <a:pt x="757000" y="48025"/>
                </a:lnTo>
                <a:lnTo>
                  <a:pt x="817026" y="40677"/>
                </a:lnTo>
                <a:lnTo>
                  <a:pt x="878685" y="33884"/>
                </a:lnTo>
                <a:lnTo>
                  <a:pt x="941900" y="27662"/>
                </a:lnTo>
                <a:lnTo>
                  <a:pt x="1006596" y="22027"/>
                </a:lnTo>
                <a:lnTo>
                  <a:pt x="1072698" y="16995"/>
                </a:lnTo>
                <a:lnTo>
                  <a:pt x="1140130" y="12582"/>
                </a:lnTo>
                <a:lnTo>
                  <a:pt x="1208818" y="8804"/>
                </a:lnTo>
                <a:lnTo>
                  <a:pt x="1278686" y="5677"/>
                </a:lnTo>
                <a:lnTo>
                  <a:pt x="1349658" y="3217"/>
                </a:lnTo>
                <a:lnTo>
                  <a:pt x="1421659" y="1440"/>
                </a:lnTo>
                <a:lnTo>
                  <a:pt x="1494615" y="362"/>
                </a:lnTo>
                <a:lnTo>
                  <a:pt x="1568449" y="0"/>
                </a:lnTo>
                <a:lnTo>
                  <a:pt x="1642283" y="362"/>
                </a:lnTo>
                <a:lnTo>
                  <a:pt x="1715239" y="1440"/>
                </a:lnTo>
                <a:lnTo>
                  <a:pt x="1787240" y="3217"/>
                </a:lnTo>
                <a:lnTo>
                  <a:pt x="1858212" y="5677"/>
                </a:lnTo>
                <a:lnTo>
                  <a:pt x="1928080" y="8804"/>
                </a:lnTo>
                <a:lnTo>
                  <a:pt x="1996768" y="12582"/>
                </a:lnTo>
                <a:lnTo>
                  <a:pt x="2064200" y="16995"/>
                </a:lnTo>
                <a:lnTo>
                  <a:pt x="2130302" y="22027"/>
                </a:lnTo>
                <a:lnTo>
                  <a:pt x="2194998" y="27662"/>
                </a:lnTo>
                <a:lnTo>
                  <a:pt x="2258213" y="33884"/>
                </a:lnTo>
                <a:lnTo>
                  <a:pt x="2319872" y="40677"/>
                </a:lnTo>
                <a:lnTo>
                  <a:pt x="2379898" y="48025"/>
                </a:lnTo>
                <a:lnTo>
                  <a:pt x="2438218" y="55912"/>
                </a:lnTo>
                <a:lnTo>
                  <a:pt x="2494755" y="64322"/>
                </a:lnTo>
                <a:lnTo>
                  <a:pt x="2549434" y="73238"/>
                </a:lnTo>
                <a:lnTo>
                  <a:pt x="2602180" y="82646"/>
                </a:lnTo>
                <a:lnTo>
                  <a:pt x="2652918" y="92528"/>
                </a:lnTo>
                <a:lnTo>
                  <a:pt x="2701572" y="102870"/>
                </a:lnTo>
                <a:lnTo>
                  <a:pt x="2748067" y="113654"/>
                </a:lnTo>
                <a:lnTo>
                  <a:pt x="2792328" y="124865"/>
                </a:lnTo>
                <a:lnTo>
                  <a:pt x="2834279" y="136488"/>
                </a:lnTo>
                <a:lnTo>
                  <a:pt x="2873845" y="148505"/>
                </a:lnTo>
                <a:lnTo>
                  <a:pt x="2910950" y="160900"/>
                </a:lnTo>
                <a:lnTo>
                  <a:pt x="2977480" y="186765"/>
                </a:lnTo>
                <a:lnTo>
                  <a:pt x="3033264" y="213952"/>
                </a:lnTo>
                <a:lnTo>
                  <a:pt x="3077700" y="242335"/>
                </a:lnTo>
                <a:lnTo>
                  <a:pt x="3110186" y="271785"/>
                </a:lnTo>
                <a:lnTo>
                  <a:pt x="3135191" y="317681"/>
                </a:lnTo>
                <a:lnTo>
                  <a:pt x="3136899" y="333375"/>
                </a:lnTo>
                <a:lnTo>
                  <a:pt x="3135191" y="349068"/>
                </a:lnTo>
                <a:lnTo>
                  <a:pt x="3110186" y="394964"/>
                </a:lnTo>
                <a:lnTo>
                  <a:pt x="3077700" y="424414"/>
                </a:lnTo>
                <a:lnTo>
                  <a:pt x="3033264" y="452797"/>
                </a:lnTo>
                <a:lnTo>
                  <a:pt x="2977480" y="479984"/>
                </a:lnTo>
                <a:lnTo>
                  <a:pt x="2910950" y="505849"/>
                </a:lnTo>
                <a:lnTo>
                  <a:pt x="2873845" y="518244"/>
                </a:lnTo>
                <a:lnTo>
                  <a:pt x="2834279" y="530261"/>
                </a:lnTo>
                <a:lnTo>
                  <a:pt x="2792328" y="541883"/>
                </a:lnTo>
                <a:lnTo>
                  <a:pt x="2748067" y="553095"/>
                </a:lnTo>
                <a:lnTo>
                  <a:pt x="2701572" y="563879"/>
                </a:lnTo>
                <a:lnTo>
                  <a:pt x="2652918" y="574220"/>
                </a:lnTo>
                <a:lnTo>
                  <a:pt x="2602180" y="584103"/>
                </a:lnTo>
                <a:lnTo>
                  <a:pt x="2549434" y="593511"/>
                </a:lnTo>
                <a:lnTo>
                  <a:pt x="2494755" y="602427"/>
                </a:lnTo>
                <a:lnTo>
                  <a:pt x="2438218" y="610837"/>
                </a:lnTo>
                <a:lnTo>
                  <a:pt x="2379898" y="618724"/>
                </a:lnTo>
                <a:lnTo>
                  <a:pt x="2319872" y="626072"/>
                </a:lnTo>
                <a:lnTo>
                  <a:pt x="2258213" y="632865"/>
                </a:lnTo>
                <a:lnTo>
                  <a:pt x="2194998" y="639087"/>
                </a:lnTo>
                <a:lnTo>
                  <a:pt x="2130302" y="644722"/>
                </a:lnTo>
                <a:lnTo>
                  <a:pt x="2064200" y="649754"/>
                </a:lnTo>
                <a:lnTo>
                  <a:pt x="1996768" y="654167"/>
                </a:lnTo>
                <a:lnTo>
                  <a:pt x="1928080" y="657945"/>
                </a:lnTo>
                <a:lnTo>
                  <a:pt x="1858212" y="661072"/>
                </a:lnTo>
                <a:lnTo>
                  <a:pt x="1787240" y="663532"/>
                </a:lnTo>
                <a:lnTo>
                  <a:pt x="1715239" y="665309"/>
                </a:lnTo>
                <a:lnTo>
                  <a:pt x="1642283" y="666387"/>
                </a:lnTo>
                <a:lnTo>
                  <a:pt x="1568449" y="666749"/>
                </a:lnTo>
                <a:lnTo>
                  <a:pt x="1494615" y="666387"/>
                </a:lnTo>
                <a:lnTo>
                  <a:pt x="1421659" y="665309"/>
                </a:lnTo>
                <a:lnTo>
                  <a:pt x="1349658" y="663532"/>
                </a:lnTo>
                <a:lnTo>
                  <a:pt x="1278686" y="661072"/>
                </a:lnTo>
                <a:lnTo>
                  <a:pt x="1208818" y="657945"/>
                </a:lnTo>
                <a:lnTo>
                  <a:pt x="1140130" y="654167"/>
                </a:lnTo>
                <a:lnTo>
                  <a:pt x="1072698" y="649754"/>
                </a:lnTo>
                <a:lnTo>
                  <a:pt x="1006596" y="644722"/>
                </a:lnTo>
                <a:lnTo>
                  <a:pt x="941900" y="639087"/>
                </a:lnTo>
                <a:lnTo>
                  <a:pt x="878685" y="632865"/>
                </a:lnTo>
                <a:lnTo>
                  <a:pt x="817026" y="626072"/>
                </a:lnTo>
                <a:lnTo>
                  <a:pt x="757000" y="618724"/>
                </a:lnTo>
                <a:lnTo>
                  <a:pt x="698680" y="610837"/>
                </a:lnTo>
                <a:lnTo>
                  <a:pt x="642143" y="602427"/>
                </a:lnTo>
                <a:lnTo>
                  <a:pt x="587464" y="593511"/>
                </a:lnTo>
                <a:lnTo>
                  <a:pt x="534718" y="584103"/>
                </a:lnTo>
                <a:lnTo>
                  <a:pt x="483980" y="574220"/>
                </a:lnTo>
                <a:lnTo>
                  <a:pt x="435326" y="563879"/>
                </a:lnTo>
                <a:lnTo>
                  <a:pt x="388831" y="553095"/>
                </a:lnTo>
                <a:lnTo>
                  <a:pt x="344570" y="541883"/>
                </a:lnTo>
                <a:lnTo>
                  <a:pt x="302619" y="530261"/>
                </a:lnTo>
                <a:lnTo>
                  <a:pt x="263053" y="518244"/>
                </a:lnTo>
                <a:lnTo>
                  <a:pt x="225948" y="505849"/>
                </a:lnTo>
                <a:lnTo>
                  <a:pt x="159418" y="479984"/>
                </a:lnTo>
                <a:lnTo>
                  <a:pt x="103634" y="452797"/>
                </a:lnTo>
                <a:lnTo>
                  <a:pt x="59198" y="424414"/>
                </a:lnTo>
                <a:lnTo>
                  <a:pt x="26712" y="394964"/>
                </a:lnTo>
                <a:lnTo>
                  <a:pt x="1707" y="349068"/>
                </a:lnTo>
                <a:lnTo>
                  <a:pt x="0" y="333375"/>
                </a:lnTo>
                <a:close/>
              </a:path>
            </a:pathLst>
          </a:custGeom>
          <a:ln w="28574">
            <a:solidFill>
              <a:srgbClr val="ECEBEB"/>
            </a:solidFill>
          </a:ln>
        </p:spPr>
        <p:txBody>
          <a:bodyPr wrap="square" lIns="0" tIns="0" rIns="0" bIns="0" rtlCol="0"/>
          <a:lstStyle/>
          <a:p>
            <a:endParaRPr/>
          </a:p>
        </p:txBody>
      </p:sp>
      <p:sp>
        <p:nvSpPr>
          <p:cNvPr id="26" name="object 24"/>
          <p:cNvSpPr txBox="1"/>
          <p:nvPr/>
        </p:nvSpPr>
        <p:spPr>
          <a:xfrm>
            <a:off x="5272273" y="2053588"/>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注册课程</a:t>
            </a:r>
            <a:endParaRPr sz="2800">
              <a:latin typeface="华文新魏" panose="02010800040101010101" charset="-122"/>
              <a:cs typeface="华文新魏" panose="02010800040101010101" charset="-122"/>
            </a:endParaRPr>
          </a:p>
        </p:txBody>
      </p:sp>
      <p:sp>
        <p:nvSpPr>
          <p:cNvPr id="27" name="object 25"/>
          <p:cNvSpPr/>
          <p:nvPr/>
        </p:nvSpPr>
        <p:spPr>
          <a:xfrm>
            <a:off x="9327688" y="1770063"/>
            <a:ext cx="258445" cy="150495"/>
          </a:xfrm>
          <a:custGeom>
            <a:avLst/>
            <a:gdLst/>
            <a:ahLst/>
            <a:cxnLst/>
            <a:rect l="l" t="t" r="r" b="b"/>
            <a:pathLst>
              <a:path w="258445" h="150494">
                <a:moveTo>
                  <a:pt x="0" y="75182"/>
                </a:moveTo>
                <a:lnTo>
                  <a:pt x="10151" y="45918"/>
                </a:lnTo>
                <a:lnTo>
                  <a:pt x="37835" y="22020"/>
                </a:lnTo>
                <a:lnTo>
                  <a:pt x="78896" y="5908"/>
                </a:lnTo>
                <a:lnTo>
                  <a:pt x="129178" y="0"/>
                </a:lnTo>
                <a:lnTo>
                  <a:pt x="179461" y="5908"/>
                </a:lnTo>
                <a:lnTo>
                  <a:pt x="220522" y="22020"/>
                </a:lnTo>
                <a:lnTo>
                  <a:pt x="248206" y="45918"/>
                </a:lnTo>
                <a:lnTo>
                  <a:pt x="258357" y="75182"/>
                </a:lnTo>
                <a:lnTo>
                  <a:pt x="248206" y="104447"/>
                </a:lnTo>
                <a:lnTo>
                  <a:pt x="220522" y="128345"/>
                </a:lnTo>
                <a:lnTo>
                  <a:pt x="179461" y="144457"/>
                </a:lnTo>
                <a:lnTo>
                  <a:pt x="129178" y="150366"/>
                </a:lnTo>
                <a:lnTo>
                  <a:pt x="78896" y="144457"/>
                </a:lnTo>
                <a:lnTo>
                  <a:pt x="37835" y="128345"/>
                </a:lnTo>
                <a:lnTo>
                  <a:pt x="10151" y="104447"/>
                </a:lnTo>
                <a:lnTo>
                  <a:pt x="0" y="75182"/>
                </a:lnTo>
                <a:close/>
              </a:path>
            </a:pathLst>
          </a:custGeom>
          <a:ln w="28574">
            <a:solidFill>
              <a:srgbClr val="ECEBEB"/>
            </a:solidFill>
          </a:ln>
        </p:spPr>
        <p:txBody>
          <a:bodyPr wrap="square" lIns="0" tIns="0" rIns="0" bIns="0" rtlCol="0"/>
          <a:lstStyle/>
          <a:p>
            <a:endParaRPr/>
          </a:p>
        </p:txBody>
      </p:sp>
      <p:sp>
        <p:nvSpPr>
          <p:cNvPr id="28" name="object 26"/>
          <p:cNvSpPr/>
          <p:nvPr/>
        </p:nvSpPr>
        <p:spPr>
          <a:xfrm>
            <a:off x="9462034" y="1918370"/>
            <a:ext cx="0" cy="200025"/>
          </a:xfrm>
          <a:custGeom>
            <a:avLst/>
            <a:gdLst/>
            <a:ahLst/>
            <a:cxnLst/>
            <a:rect l="l" t="t" r="r" b="b"/>
            <a:pathLst>
              <a:path h="200025">
                <a:moveTo>
                  <a:pt x="0" y="0"/>
                </a:moveTo>
                <a:lnTo>
                  <a:pt x="0" y="199802"/>
                </a:lnTo>
              </a:path>
            </a:pathLst>
          </a:custGeom>
          <a:ln w="28574">
            <a:solidFill>
              <a:srgbClr val="ECEBEB"/>
            </a:solidFill>
          </a:ln>
        </p:spPr>
        <p:txBody>
          <a:bodyPr wrap="square" lIns="0" tIns="0" rIns="0" bIns="0" rtlCol="0"/>
          <a:lstStyle/>
          <a:p>
            <a:endParaRPr/>
          </a:p>
        </p:txBody>
      </p:sp>
      <p:sp>
        <p:nvSpPr>
          <p:cNvPr id="29" name="object 27"/>
          <p:cNvSpPr/>
          <p:nvPr/>
        </p:nvSpPr>
        <p:spPr>
          <a:xfrm>
            <a:off x="9241568" y="1988402"/>
            <a:ext cx="437515" cy="0"/>
          </a:xfrm>
          <a:custGeom>
            <a:avLst/>
            <a:gdLst/>
            <a:ahLst/>
            <a:cxnLst/>
            <a:rect l="l" t="t" r="r" b="b"/>
            <a:pathLst>
              <a:path w="437515">
                <a:moveTo>
                  <a:pt x="0" y="0"/>
                </a:moveTo>
                <a:lnTo>
                  <a:pt x="437487" y="1"/>
                </a:lnTo>
              </a:path>
            </a:pathLst>
          </a:custGeom>
          <a:ln w="28574">
            <a:solidFill>
              <a:srgbClr val="ECEBEB"/>
            </a:solidFill>
          </a:ln>
        </p:spPr>
        <p:txBody>
          <a:bodyPr wrap="square" lIns="0" tIns="0" rIns="0" bIns="0" rtlCol="0"/>
          <a:lstStyle/>
          <a:p>
            <a:endParaRPr/>
          </a:p>
        </p:txBody>
      </p:sp>
      <p:sp>
        <p:nvSpPr>
          <p:cNvPr id="30" name="object 28"/>
          <p:cNvSpPr/>
          <p:nvPr/>
        </p:nvSpPr>
        <p:spPr>
          <a:xfrm>
            <a:off x="9448256" y="2118172"/>
            <a:ext cx="262255" cy="150495"/>
          </a:xfrm>
          <a:custGeom>
            <a:avLst/>
            <a:gdLst/>
            <a:ahLst/>
            <a:cxnLst/>
            <a:rect l="l" t="t" r="r" b="b"/>
            <a:pathLst>
              <a:path w="262254" h="150494">
                <a:moveTo>
                  <a:pt x="261802" y="150365"/>
                </a:moveTo>
                <a:lnTo>
                  <a:pt x="0" y="0"/>
                </a:lnTo>
              </a:path>
            </a:pathLst>
          </a:custGeom>
          <a:ln w="28574">
            <a:solidFill>
              <a:srgbClr val="ECEBEB"/>
            </a:solidFill>
          </a:ln>
        </p:spPr>
        <p:txBody>
          <a:bodyPr wrap="square" lIns="0" tIns="0" rIns="0" bIns="0" rtlCol="0"/>
          <a:lstStyle/>
          <a:p>
            <a:endParaRPr/>
          </a:p>
        </p:txBody>
      </p:sp>
      <p:sp>
        <p:nvSpPr>
          <p:cNvPr id="31" name="object 29"/>
          <p:cNvSpPr/>
          <p:nvPr/>
        </p:nvSpPr>
        <p:spPr>
          <a:xfrm>
            <a:off x="9183007" y="2118172"/>
            <a:ext cx="265430" cy="150495"/>
          </a:xfrm>
          <a:custGeom>
            <a:avLst/>
            <a:gdLst/>
            <a:ahLst/>
            <a:cxnLst/>
            <a:rect l="l" t="t" r="r" b="b"/>
            <a:pathLst>
              <a:path w="265429" h="150494">
                <a:moveTo>
                  <a:pt x="0" y="150365"/>
                </a:moveTo>
                <a:lnTo>
                  <a:pt x="265248" y="0"/>
                </a:lnTo>
              </a:path>
            </a:pathLst>
          </a:custGeom>
          <a:ln w="28574">
            <a:solidFill>
              <a:srgbClr val="ECEBEB"/>
            </a:solidFill>
          </a:ln>
        </p:spPr>
        <p:txBody>
          <a:bodyPr wrap="square" lIns="0" tIns="0" rIns="0" bIns="0" rtlCol="0"/>
          <a:lstStyle/>
          <a:p>
            <a:endParaRPr/>
          </a:p>
        </p:txBody>
      </p:sp>
      <p:sp>
        <p:nvSpPr>
          <p:cNvPr id="32" name="灯片编号占位符 31"/>
          <p:cNvSpPr>
            <a:spLocks noGrp="1"/>
          </p:cNvSpPr>
          <p:nvPr>
            <p:ph type="sldNum" sz="quarter" idx="12"/>
          </p:nvPr>
        </p:nvSpPr>
        <p:spPr/>
        <p:txBody>
          <a:bodyPr/>
          <a:lstStyle/>
          <a:p>
            <a:fld id="{74D2AB8B-5816-41F2-8B4B-CA5C3E4E6A65}" type="slidenum">
              <a:rPr lang="zh-CN" altLang="en-US" smtClean="0"/>
              <a:t>32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21234"/>
    </mc:Choice>
    <mc:Fallback xmlns="">
      <p:transition spd="slow" advTm="121234"/>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45193" y="2985906"/>
            <a:ext cx="3093821" cy="289874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739139" y="1690688"/>
            <a:ext cx="6743700" cy="3888740"/>
          </a:xfrm>
          <a:prstGeom prst="rect">
            <a:avLst/>
          </a:prstGeom>
        </p:spPr>
        <p:txBody>
          <a:bodyPr vert="horz" wrap="square" lIns="0" tIns="132715" rIns="0" bIns="0" rtlCol="0">
            <a:spAutoFit/>
          </a:bodyPr>
          <a:lstStyle/>
          <a:p>
            <a:pPr marL="228600" marR="1160780" indent="-228600" algn="r">
              <a:lnSpc>
                <a:spcPct val="100000"/>
              </a:lnSpc>
              <a:spcBef>
                <a:spcPts val="1045"/>
              </a:spcBef>
              <a:buFont typeface="Arial" panose="020B0604020202020204"/>
              <a:buChar char="•"/>
              <a:tabLst>
                <a:tab pos="228600" algn="l"/>
              </a:tabLst>
            </a:pPr>
            <a:r>
              <a:rPr sz="2800" dirty="0">
                <a:latin typeface="微软雅黑" panose="020B0503020204020204" pitchFamily="34" charset="-122"/>
                <a:ea typeface="微软雅黑" panose="020B0503020204020204" pitchFamily="34" charset="-122"/>
                <a:cs typeface="华文新魏" panose="02010800040101010101" charset="-122"/>
              </a:rPr>
              <a:t>第一步：找到所有的参与者和用例</a:t>
            </a:r>
          </a:p>
          <a:p>
            <a:pPr marL="342265" marR="1071880" lvl="1" indent="-342265" algn="r">
              <a:lnSpc>
                <a:spcPct val="100000"/>
              </a:lnSpc>
              <a:spcBef>
                <a:spcPts val="950"/>
              </a:spcBef>
              <a:buFont typeface="Arial" panose="020B0604020202020204"/>
              <a:buChar char="•"/>
              <a:tabLst>
                <a:tab pos="342265" algn="l"/>
                <a:tab pos="342900" algn="l"/>
              </a:tabLst>
            </a:pPr>
            <a:r>
              <a:rPr sz="2800" dirty="0">
                <a:latin typeface="微软雅黑" panose="020B0503020204020204" pitchFamily="34" charset="-122"/>
                <a:ea typeface="微软雅黑" panose="020B0503020204020204" pitchFamily="34" charset="-122"/>
                <a:cs typeface="华文新魏" panose="02010800040101010101" charset="-122"/>
              </a:rPr>
              <a:t>识别出参与者并做简单的描述</a:t>
            </a:r>
          </a:p>
          <a:p>
            <a:pPr marL="1041400" lvl="1" indent="-342900">
              <a:lnSpc>
                <a:spcPct val="100000"/>
              </a:lnSpc>
              <a:spcBef>
                <a:spcPts val="1040"/>
              </a:spcBef>
              <a:buFont typeface="Arial" panose="020B0604020202020204"/>
              <a:buChar char="•"/>
              <a:tabLst>
                <a:tab pos="1040765" algn="l"/>
                <a:tab pos="1041400" algn="l"/>
              </a:tabLst>
            </a:pPr>
            <a:r>
              <a:rPr sz="2800" dirty="0">
                <a:latin typeface="微软雅黑" panose="020B0503020204020204" pitchFamily="34" charset="-122"/>
                <a:ea typeface="微软雅黑" panose="020B0503020204020204" pitchFamily="34" charset="-122"/>
                <a:cs typeface="华文新魏" panose="02010800040101010101" charset="-122"/>
              </a:rPr>
              <a:t>识别出用例并做简单的介绍</a:t>
            </a:r>
          </a:p>
          <a:p>
            <a:pPr marL="241300" indent="-228600">
              <a:lnSpc>
                <a:spcPct val="100000"/>
              </a:lnSpc>
              <a:spcBef>
                <a:spcPts val="940"/>
              </a:spcBef>
              <a:buClr>
                <a:srgbClr val="000000"/>
              </a:buClr>
              <a:buFont typeface="Arial" panose="020B0604020202020204"/>
              <a:buChar char="•"/>
              <a:tabLst>
                <a:tab pos="241300" algn="l"/>
              </a:tabLst>
            </a:pPr>
            <a:r>
              <a:rPr sz="2800" dirty="0">
                <a:solidFill>
                  <a:srgbClr val="A6A6A6"/>
                </a:solidFill>
                <a:latin typeface="微软雅黑" panose="020B0503020204020204" pitchFamily="34" charset="-122"/>
                <a:ea typeface="微软雅黑" panose="020B0503020204020204" pitchFamily="34" charset="-122"/>
                <a:cs typeface="华文新魏" panose="02010800040101010101" charset="-122"/>
              </a:rPr>
              <a:t>第二步</a:t>
            </a:r>
            <a:r>
              <a:rPr sz="2800" dirty="0">
                <a:solidFill>
                  <a:srgbClr val="B5B5B5"/>
                </a:solidFill>
                <a:latin typeface="微软雅黑" panose="020B0503020204020204" pitchFamily="34" charset="-122"/>
                <a:ea typeface="微软雅黑" panose="020B0503020204020204" pitchFamily="34" charset="-122"/>
                <a:cs typeface="华文新魏" panose="02010800040101010101" charset="-122"/>
              </a:rPr>
              <a:t>：</a:t>
            </a:r>
            <a:r>
              <a:rPr sz="2800" dirty="0">
                <a:solidFill>
                  <a:srgbClr val="A6A6A6"/>
                </a:solidFill>
                <a:latin typeface="微软雅黑" panose="020B0503020204020204" pitchFamily="34" charset="-122"/>
                <a:ea typeface="微软雅黑" panose="020B0503020204020204" pitchFamily="34" charset="-122"/>
                <a:cs typeface="华文新魏" panose="02010800040101010101" charset="-122"/>
              </a:rPr>
              <a:t>编写用例</a:t>
            </a:r>
            <a:endParaRPr sz="2800" dirty="0">
              <a:latin typeface="微软雅黑" panose="020B0503020204020204" pitchFamily="34" charset="-122"/>
              <a:ea typeface="微软雅黑" panose="020B0503020204020204" pitchFamily="34" charset="-122"/>
              <a:cs typeface="华文新魏" panose="02010800040101010101" charset="-122"/>
            </a:endParaRPr>
          </a:p>
          <a:p>
            <a:pPr marL="1041400" lvl="1" indent="-342900">
              <a:lnSpc>
                <a:spcPct val="100000"/>
              </a:lnSpc>
              <a:spcBef>
                <a:spcPts val="1040"/>
              </a:spcBef>
              <a:buClr>
                <a:srgbClr val="000000"/>
              </a:buClr>
              <a:buFont typeface="Arial" panose="020B0604020202020204"/>
              <a:buChar char="•"/>
              <a:tabLst>
                <a:tab pos="1040765" algn="l"/>
                <a:tab pos="1041400" algn="l"/>
              </a:tabLst>
            </a:pPr>
            <a:r>
              <a:rPr sz="2800" dirty="0">
                <a:solidFill>
                  <a:srgbClr val="A6A6A6"/>
                </a:solidFill>
                <a:latin typeface="微软雅黑" panose="020B0503020204020204" pitchFamily="34" charset="-122"/>
                <a:ea typeface="微软雅黑" panose="020B0503020204020204" pitchFamily="34" charset="-122"/>
                <a:cs typeface="华文新魏" panose="02010800040101010101" charset="-122"/>
              </a:rPr>
              <a:t>列出用例</a:t>
            </a:r>
            <a:endParaRPr sz="2800" dirty="0">
              <a:latin typeface="微软雅黑" panose="020B0503020204020204" pitchFamily="34" charset="-122"/>
              <a:ea typeface="微软雅黑" panose="020B0503020204020204" pitchFamily="34" charset="-122"/>
              <a:cs typeface="华文新魏" panose="02010800040101010101" charset="-122"/>
            </a:endParaRPr>
          </a:p>
          <a:p>
            <a:pPr marL="1041400" lvl="1" indent="-342900">
              <a:lnSpc>
                <a:spcPct val="100000"/>
              </a:lnSpc>
              <a:spcBef>
                <a:spcPts val="1040"/>
              </a:spcBef>
              <a:buClr>
                <a:srgbClr val="000000"/>
              </a:buClr>
              <a:buFont typeface="Arial" panose="020B0604020202020204"/>
              <a:buChar char="•"/>
              <a:tabLst>
                <a:tab pos="1040765" algn="l"/>
                <a:tab pos="1041400" algn="l"/>
              </a:tabLst>
            </a:pPr>
            <a:r>
              <a:rPr sz="2800" dirty="0">
                <a:solidFill>
                  <a:srgbClr val="A6A6A6"/>
                </a:solidFill>
                <a:latin typeface="微软雅黑" panose="020B0503020204020204" pitchFamily="34" charset="-122"/>
                <a:ea typeface="微软雅黑" panose="020B0503020204020204" pitchFamily="34" charset="-122"/>
                <a:cs typeface="华文新魏" panose="02010800040101010101" charset="-122"/>
              </a:rPr>
              <a:t>给用例事件流程划分重要等级</a:t>
            </a:r>
            <a:endParaRPr sz="2800" dirty="0">
              <a:latin typeface="微软雅黑" panose="020B0503020204020204" pitchFamily="34" charset="-122"/>
              <a:ea typeface="微软雅黑" panose="020B0503020204020204" pitchFamily="34" charset="-122"/>
              <a:cs typeface="华文新魏" panose="02010800040101010101" charset="-122"/>
            </a:endParaRPr>
          </a:p>
          <a:p>
            <a:pPr marL="1041400" lvl="1" indent="-342900">
              <a:lnSpc>
                <a:spcPct val="100000"/>
              </a:lnSpc>
              <a:spcBef>
                <a:spcPts val="940"/>
              </a:spcBef>
              <a:buClr>
                <a:srgbClr val="000000"/>
              </a:buClr>
              <a:buFont typeface="Arial" panose="020B0604020202020204"/>
              <a:buChar char="•"/>
              <a:tabLst>
                <a:tab pos="1040765" algn="l"/>
                <a:tab pos="1041400" algn="l"/>
              </a:tabLst>
            </a:pPr>
            <a:r>
              <a:rPr sz="2800" dirty="0">
                <a:solidFill>
                  <a:srgbClr val="A6A6A6"/>
                </a:solidFill>
                <a:latin typeface="微软雅黑" panose="020B0503020204020204" pitchFamily="34" charset="-122"/>
                <a:ea typeface="微软雅黑" panose="020B0503020204020204" pitchFamily="34" charset="-122"/>
                <a:cs typeface="华文新魏" panose="02010800040101010101" charset="-122"/>
              </a:rPr>
              <a:t>按照重要程度排序详细描述事件流程</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sp>
        <p:nvSpPr>
          <p:cNvPr id="6" name="标题 5"/>
          <p:cNvSpPr>
            <a:spLocks noGrp="1"/>
          </p:cNvSpPr>
          <p:nvPr>
            <p:ph type="title"/>
          </p:nvPr>
        </p:nvSpPr>
        <p:spPr/>
        <p:txBody>
          <a:bodyPr/>
          <a:lstStyle/>
          <a:p>
            <a:r>
              <a:rPr lang="zh-CN" altLang="en-US" spc="-5" dirty="0"/>
              <a:t>构建用例模型的步骤</a:t>
            </a:r>
            <a:endParaRPr lang="zh-CN" altLang="en-US" dirty="0"/>
          </a:p>
        </p:txBody>
      </p:sp>
      <p:sp>
        <p:nvSpPr>
          <p:cNvPr id="7" name="灯片编号占位符 6"/>
          <p:cNvSpPr>
            <a:spLocks noGrp="1"/>
          </p:cNvSpPr>
          <p:nvPr>
            <p:ph type="sldNum" sz="quarter" idx="12"/>
          </p:nvPr>
        </p:nvSpPr>
        <p:spPr/>
        <p:txBody>
          <a:bodyPr/>
          <a:lstStyle/>
          <a:p>
            <a:fld id="{74D2AB8B-5816-41F2-8B4B-CA5C3E4E6A65}" type="slidenum">
              <a:rPr lang="zh-CN" altLang="en-US" smtClean="0"/>
              <a:t>33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7206"/>
    </mc:Choice>
    <mc:Fallback xmlns="">
      <p:transition spd="slow" advTm="17206"/>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寻找参与者</a:t>
            </a:r>
          </a:p>
        </p:txBody>
      </p:sp>
      <p:sp>
        <p:nvSpPr>
          <p:cNvPr id="3" name="内容占位符 2"/>
          <p:cNvSpPr>
            <a:spLocks noGrp="1"/>
          </p:cNvSpPr>
          <p:nvPr>
            <p:ph idx="1"/>
          </p:nvPr>
        </p:nvSpPr>
        <p:spPr/>
        <p:txBody>
          <a:bodyPr/>
          <a:lstStyle/>
          <a:p>
            <a:pPr marL="241300">
              <a:lnSpc>
                <a:spcPct val="100000"/>
              </a:lnSpc>
              <a:buFont typeface="Arial" panose="020B0604020202020204"/>
              <a:buChar char="•"/>
              <a:tabLst>
                <a:tab pos="241300" algn="l"/>
              </a:tabLst>
            </a:pPr>
            <a:r>
              <a:rPr lang="zh-CN" altLang="en-US" dirty="0">
                <a:latin typeface="华文新魏" panose="02010800040101010101" charset="-122"/>
                <a:cs typeface="华文新魏" panose="02010800040101010101" charset="-122"/>
              </a:rPr>
              <a:t>谁</a:t>
            </a:r>
            <a:r>
              <a:rPr lang="en-US" altLang="zh-CN" dirty="0">
                <a:latin typeface="华文新魏" panose="02010800040101010101" charset="-122"/>
                <a:cs typeface="华文新魏" panose="02010800040101010101" charset="-122"/>
              </a:rPr>
              <a:t>/</a:t>
            </a:r>
            <a:r>
              <a:rPr lang="zh-CN" altLang="en-US" dirty="0">
                <a:latin typeface="华文新魏" panose="02010800040101010101" charset="-122"/>
                <a:cs typeface="华文新魏" panose="02010800040101010101" charset="-122"/>
              </a:rPr>
              <a:t>什么使用系统？</a:t>
            </a:r>
          </a:p>
          <a:p>
            <a:pPr marL="241300">
              <a:lnSpc>
                <a:spcPct val="100000"/>
              </a:lnSpc>
              <a:spcBef>
                <a:spcPts val="2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谁</a:t>
            </a:r>
            <a:r>
              <a:rPr lang="en-US" altLang="zh-CN" dirty="0">
                <a:latin typeface="华文新魏" panose="02010800040101010101" charset="-122"/>
                <a:cs typeface="华文新魏" panose="02010800040101010101" charset="-122"/>
              </a:rPr>
              <a:t>/</a:t>
            </a:r>
            <a:r>
              <a:rPr lang="zh-CN" altLang="en-US" dirty="0">
                <a:latin typeface="华文新魏" panose="02010800040101010101" charset="-122"/>
                <a:cs typeface="华文新魏" panose="02010800040101010101" charset="-122"/>
              </a:rPr>
              <a:t>什么从系统中获取信息？</a:t>
            </a:r>
          </a:p>
          <a:p>
            <a:pPr marL="241300">
              <a:lnSpc>
                <a:spcPct val="100000"/>
              </a:lnSpc>
              <a:spcBef>
                <a:spcPts val="2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谁</a:t>
            </a:r>
            <a:r>
              <a:rPr lang="en-US" altLang="zh-CN" dirty="0">
                <a:latin typeface="华文新魏" panose="02010800040101010101" charset="-122"/>
                <a:cs typeface="华文新魏" panose="02010800040101010101" charset="-122"/>
              </a:rPr>
              <a:t>/</a:t>
            </a:r>
            <a:r>
              <a:rPr lang="zh-CN" altLang="en-US" dirty="0">
                <a:latin typeface="华文新魏" panose="02010800040101010101" charset="-122"/>
                <a:cs typeface="华文新魏" panose="02010800040101010101" charset="-122"/>
              </a:rPr>
              <a:t>什么向系统提供信息？</a:t>
            </a:r>
          </a:p>
          <a:p>
            <a:pPr marL="241300">
              <a:lnSpc>
                <a:spcPct val="100000"/>
              </a:lnSpc>
              <a:spcBef>
                <a:spcPts val="27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公司的哪个部门会使用系统？</a:t>
            </a:r>
          </a:p>
          <a:p>
            <a:pPr marL="241300">
              <a:lnSpc>
                <a:spcPct val="100000"/>
              </a:lnSpc>
              <a:spcBef>
                <a:spcPts val="2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谁</a:t>
            </a:r>
            <a:r>
              <a:rPr lang="en-US" altLang="zh-CN" dirty="0">
                <a:latin typeface="华文新魏" panose="02010800040101010101" charset="-122"/>
                <a:cs typeface="华文新魏" panose="02010800040101010101" charset="-122"/>
              </a:rPr>
              <a:t>/</a:t>
            </a:r>
            <a:r>
              <a:rPr lang="zh-CN" altLang="en-US" dirty="0">
                <a:latin typeface="华文新魏" panose="02010800040101010101" charset="-122"/>
                <a:cs typeface="华文新魏" panose="02010800040101010101" charset="-122"/>
              </a:rPr>
              <a:t>什么负责系统的维护？</a:t>
            </a:r>
          </a:p>
          <a:p>
            <a:pPr marL="241300">
              <a:lnSpc>
                <a:spcPct val="100000"/>
              </a:lnSpc>
              <a:spcBef>
                <a:spcPts val="2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还有哪些其他系统会使用系统？</a:t>
            </a:r>
          </a:p>
          <a:p>
            <a:endParaRPr lang="zh-CN" altLang="en-US" dirty="0"/>
          </a:p>
        </p:txBody>
      </p:sp>
      <p:sp>
        <p:nvSpPr>
          <p:cNvPr id="5" name="object 3"/>
          <p:cNvSpPr/>
          <p:nvPr/>
        </p:nvSpPr>
        <p:spPr>
          <a:xfrm>
            <a:off x="6781800" y="2412033"/>
            <a:ext cx="4572000" cy="3102620"/>
          </a:xfrm>
          <a:prstGeom prst="rect">
            <a:avLst/>
          </a:prstGeom>
          <a:blipFill>
            <a:blip r:embed="rId3" cstate="print"/>
            <a:stretch>
              <a:fillRect/>
            </a:stretch>
          </a:blipFill>
        </p:spPr>
        <p:txBody>
          <a:bodyPr wrap="square" lIns="0" tIns="0" rIns="0" bIns="0" rtlCol="0"/>
          <a:lstStyle/>
          <a:p>
            <a:r>
              <a:rPr lang="en-US" altLang="zh-CN" dirty="0"/>
              <a:t>··</a:t>
            </a:r>
            <a:endParaRPr dirty="0"/>
          </a:p>
        </p:txBody>
      </p:sp>
      <p:sp>
        <p:nvSpPr>
          <p:cNvPr id="6" name="灯片编号占位符 5"/>
          <p:cNvSpPr>
            <a:spLocks noGrp="1"/>
          </p:cNvSpPr>
          <p:nvPr>
            <p:ph type="sldNum" sz="quarter" idx="12"/>
          </p:nvPr>
        </p:nvSpPr>
        <p:spPr/>
        <p:txBody>
          <a:bodyPr/>
          <a:lstStyle/>
          <a:p>
            <a:fld id="{74D2AB8B-5816-41F2-8B4B-CA5C3E4E6A65}" type="slidenum">
              <a:rPr lang="zh-CN" altLang="en-US" smtClean="0"/>
              <a:t>34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3158"/>
    </mc:Choice>
    <mc:Fallback xmlns="">
      <p:transition spd="slow" advTm="73158"/>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87003" y="2776538"/>
            <a:ext cx="4897120" cy="452120"/>
          </a:xfrm>
          <a:prstGeom prst="rect">
            <a:avLst/>
          </a:prstGeom>
        </p:spPr>
        <p:txBody>
          <a:bodyPr vert="horz" wrap="square" lIns="0" tIns="12700" rIns="0" bIns="0" rtlCol="0">
            <a:spAutoFit/>
          </a:bodyPr>
          <a:lstStyle/>
          <a:p>
            <a:pPr marL="12700">
              <a:lnSpc>
                <a:spcPct val="100000"/>
              </a:lnSpc>
              <a:spcBef>
                <a:spcPts val="100"/>
              </a:spcBef>
              <a:tabLst>
                <a:tab pos="3461385" algn="l"/>
              </a:tabLst>
            </a:pPr>
            <a:r>
              <a:rPr sz="2800" dirty="0">
                <a:latin typeface="微软雅黑" panose="020B0503020204020204" pitchFamily="34" charset="-122"/>
                <a:ea typeface="微软雅黑" panose="020B0503020204020204" pitchFamily="34" charset="-122"/>
                <a:cs typeface="华文新魏" panose="02010800040101010101" charset="-122"/>
              </a:rPr>
              <a:t>学生	教务人员</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3" name="object 3"/>
          <p:cNvSpPr txBox="1"/>
          <p:nvPr/>
        </p:nvSpPr>
        <p:spPr>
          <a:xfrm>
            <a:off x="8407622" y="2740371"/>
            <a:ext cx="21590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中心选课系统</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txBox="1"/>
          <p:nvPr/>
        </p:nvSpPr>
        <p:spPr>
          <a:xfrm>
            <a:off x="1185332" y="3397251"/>
            <a:ext cx="10007600" cy="913070"/>
          </a:xfrm>
          <a:prstGeom prst="rect">
            <a:avLst/>
          </a:prstGeom>
          <a:solidFill>
            <a:srgbClr val="D5F0FF"/>
          </a:solidFill>
          <a:ln w="12699">
            <a:solidFill>
              <a:srgbClr val="ECEBEB"/>
            </a:solidFill>
          </a:ln>
        </p:spPr>
        <p:txBody>
          <a:bodyPr vert="horz" wrap="square" lIns="0" tIns="66040" rIns="0" bIns="0" rtlCol="0">
            <a:spAutoFit/>
          </a:bodyPr>
          <a:lstStyle/>
          <a:p>
            <a:pPr marL="1984375" marR="726440" indent="-889000">
              <a:lnSpc>
                <a:spcPts val="3300"/>
              </a:lnSpc>
              <a:spcBef>
                <a:spcPts val="520"/>
              </a:spcBef>
            </a:pPr>
            <a:r>
              <a:rPr sz="2800" dirty="0">
                <a:latin typeface="微软雅黑" panose="020B0503020204020204" pitchFamily="34" charset="-122"/>
                <a:ea typeface="微软雅黑" panose="020B0503020204020204" pitchFamily="34" charset="-122"/>
                <a:cs typeface="华文新魏" panose="02010800040101010101" charset="-122"/>
              </a:rPr>
              <a:t>学生并不直接操作选课系统；是教务人员进行操作。 或者，构建一个基于浏览器的在线应用？</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txBox="1"/>
          <p:nvPr/>
        </p:nvSpPr>
        <p:spPr>
          <a:xfrm>
            <a:off x="5374282" y="5424488"/>
            <a:ext cx="3601085" cy="436017"/>
          </a:xfrm>
          <a:prstGeom prst="rect">
            <a:avLst/>
          </a:prstGeom>
        </p:spPr>
        <p:txBody>
          <a:bodyPr vert="horz" wrap="square" lIns="0" tIns="12700" rIns="0" bIns="0" rtlCol="0">
            <a:spAutoFit/>
          </a:bodyPr>
          <a:lstStyle/>
          <a:p>
            <a:pPr algn="ctr">
              <a:lnSpc>
                <a:spcPts val="3330"/>
              </a:lnSpc>
              <a:spcBef>
                <a:spcPts val="100"/>
              </a:spcBef>
            </a:pPr>
            <a:r>
              <a:rPr sz="2800" dirty="0" err="1">
                <a:latin typeface="微软雅黑" panose="020B0503020204020204" pitchFamily="34" charset="-122"/>
                <a:ea typeface="微软雅黑" panose="020B0503020204020204" pitchFamily="34" charset="-122"/>
                <a:cs typeface="华文新魏" panose="02010800040101010101" charset="-122"/>
              </a:rPr>
              <a:t>在线选课系统</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sp>
        <p:nvSpPr>
          <p:cNvPr id="6" name="object 6"/>
          <p:cNvSpPr/>
          <p:nvPr/>
        </p:nvSpPr>
        <p:spPr>
          <a:xfrm>
            <a:off x="3251199" y="5029200"/>
            <a:ext cx="2277745" cy="0"/>
          </a:xfrm>
          <a:custGeom>
            <a:avLst/>
            <a:gdLst/>
            <a:ahLst/>
            <a:cxnLst/>
            <a:rect l="l" t="t" r="r" b="b"/>
            <a:pathLst>
              <a:path w="2277745">
                <a:moveTo>
                  <a:pt x="0" y="0"/>
                </a:moveTo>
                <a:lnTo>
                  <a:pt x="2277532" y="0"/>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5359398" y="4953000"/>
            <a:ext cx="254000" cy="152400"/>
          </a:xfrm>
          <a:custGeom>
            <a:avLst/>
            <a:gdLst/>
            <a:ahLst/>
            <a:cxnLst/>
            <a:rect l="l" t="t" r="r" b="b"/>
            <a:pathLst>
              <a:path w="254000" h="152400">
                <a:moveTo>
                  <a:pt x="0" y="0"/>
                </a:moveTo>
                <a:lnTo>
                  <a:pt x="101600" y="76200"/>
                </a:lnTo>
                <a:lnTo>
                  <a:pt x="0" y="152400"/>
                </a:lnTo>
                <a:lnTo>
                  <a:pt x="254000" y="76200"/>
                </a:lnTo>
                <a:lnTo>
                  <a:pt x="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txBox="1"/>
          <p:nvPr/>
        </p:nvSpPr>
        <p:spPr>
          <a:xfrm>
            <a:off x="1490491" y="5596664"/>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学生</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9" name="object 9"/>
          <p:cNvSpPr/>
          <p:nvPr/>
        </p:nvSpPr>
        <p:spPr>
          <a:xfrm>
            <a:off x="6273798" y="2266950"/>
            <a:ext cx="1668145" cy="0"/>
          </a:xfrm>
          <a:custGeom>
            <a:avLst/>
            <a:gdLst/>
            <a:ahLst/>
            <a:cxnLst/>
            <a:rect l="l" t="t" r="r" b="b"/>
            <a:pathLst>
              <a:path w="1668145">
                <a:moveTo>
                  <a:pt x="0" y="0"/>
                </a:moveTo>
                <a:lnTo>
                  <a:pt x="1667932" y="0"/>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7772398" y="2190750"/>
            <a:ext cx="254000" cy="152400"/>
          </a:xfrm>
          <a:custGeom>
            <a:avLst/>
            <a:gdLst/>
            <a:ahLst/>
            <a:cxnLst/>
            <a:rect l="l" t="t" r="r" b="b"/>
            <a:pathLst>
              <a:path w="254000" h="152400">
                <a:moveTo>
                  <a:pt x="0" y="0"/>
                </a:moveTo>
                <a:lnTo>
                  <a:pt x="101600" y="76200"/>
                </a:lnTo>
                <a:lnTo>
                  <a:pt x="0" y="152400"/>
                </a:lnTo>
                <a:lnTo>
                  <a:pt x="254000" y="76200"/>
                </a:lnTo>
                <a:lnTo>
                  <a:pt x="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p:nvPr/>
        </p:nvSpPr>
        <p:spPr>
          <a:xfrm>
            <a:off x="5516033" y="1712913"/>
            <a:ext cx="298450" cy="220979"/>
          </a:xfrm>
          <a:custGeom>
            <a:avLst/>
            <a:gdLst/>
            <a:ahLst/>
            <a:cxnLst/>
            <a:rect l="l" t="t" r="r" b="b"/>
            <a:pathLst>
              <a:path w="298450" h="220980">
                <a:moveTo>
                  <a:pt x="259502" y="144710"/>
                </a:moveTo>
                <a:lnTo>
                  <a:pt x="71034" y="144710"/>
                </a:lnTo>
                <a:lnTo>
                  <a:pt x="67853" y="183885"/>
                </a:lnTo>
                <a:lnTo>
                  <a:pt x="81106" y="213467"/>
                </a:lnTo>
                <a:lnTo>
                  <a:pt x="97539" y="220662"/>
                </a:lnTo>
                <a:lnTo>
                  <a:pt x="133056" y="215465"/>
                </a:lnTo>
                <a:lnTo>
                  <a:pt x="175465" y="201075"/>
                </a:lnTo>
                <a:lnTo>
                  <a:pt x="214693" y="179089"/>
                </a:lnTo>
                <a:lnTo>
                  <a:pt x="250210" y="154703"/>
                </a:lnTo>
                <a:lnTo>
                  <a:pt x="259502" y="144710"/>
                </a:lnTo>
                <a:close/>
              </a:path>
              <a:path w="298450" h="220980">
                <a:moveTo>
                  <a:pt x="240137" y="0"/>
                </a:moveTo>
                <a:lnTo>
                  <a:pt x="210982" y="2399"/>
                </a:lnTo>
                <a:lnTo>
                  <a:pt x="175465" y="14790"/>
                </a:lnTo>
                <a:lnTo>
                  <a:pt x="145779" y="41574"/>
                </a:lnTo>
                <a:lnTo>
                  <a:pt x="117153" y="63560"/>
                </a:lnTo>
                <a:lnTo>
                  <a:pt x="90648" y="93141"/>
                </a:lnTo>
                <a:lnTo>
                  <a:pt x="74745" y="122323"/>
                </a:lnTo>
                <a:lnTo>
                  <a:pt x="9542" y="125121"/>
                </a:lnTo>
                <a:lnTo>
                  <a:pt x="0" y="139913"/>
                </a:lnTo>
                <a:lnTo>
                  <a:pt x="9542" y="147107"/>
                </a:lnTo>
                <a:lnTo>
                  <a:pt x="71034" y="144710"/>
                </a:lnTo>
                <a:lnTo>
                  <a:pt x="259502" y="144710"/>
                </a:lnTo>
                <a:lnTo>
                  <a:pt x="282547" y="119926"/>
                </a:lnTo>
                <a:lnTo>
                  <a:pt x="295269" y="90343"/>
                </a:lnTo>
                <a:lnTo>
                  <a:pt x="298450" y="56365"/>
                </a:lnTo>
                <a:lnTo>
                  <a:pt x="285727" y="24385"/>
                </a:lnTo>
                <a:lnTo>
                  <a:pt x="269824" y="7195"/>
                </a:lnTo>
                <a:lnTo>
                  <a:pt x="240137" y="0"/>
                </a:lnTo>
                <a:close/>
              </a:path>
            </a:pathLst>
          </a:custGeom>
          <a:solidFill>
            <a:srgbClr val="5567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2"/>
          <p:cNvSpPr/>
          <p:nvPr/>
        </p:nvSpPr>
        <p:spPr>
          <a:xfrm>
            <a:off x="5516032" y="1712913"/>
            <a:ext cx="298450" cy="220979"/>
          </a:xfrm>
          <a:custGeom>
            <a:avLst/>
            <a:gdLst/>
            <a:ahLst/>
            <a:cxnLst/>
            <a:rect l="l" t="t" r="r" b="b"/>
            <a:pathLst>
              <a:path w="298450" h="220980">
                <a:moveTo>
                  <a:pt x="90648" y="93141"/>
                </a:moveTo>
                <a:lnTo>
                  <a:pt x="117153" y="63560"/>
                </a:lnTo>
                <a:lnTo>
                  <a:pt x="145779" y="41574"/>
                </a:lnTo>
                <a:lnTo>
                  <a:pt x="175465" y="14790"/>
                </a:lnTo>
                <a:lnTo>
                  <a:pt x="210982" y="2398"/>
                </a:lnTo>
                <a:lnTo>
                  <a:pt x="240138" y="0"/>
                </a:lnTo>
                <a:lnTo>
                  <a:pt x="269824" y="7195"/>
                </a:lnTo>
                <a:lnTo>
                  <a:pt x="285727" y="24384"/>
                </a:lnTo>
                <a:lnTo>
                  <a:pt x="298449" y="56365"/>
                </a:lnTo>
                <a:lnTo>
                  <a:pt x="295269" y="90343"/>
                </a:lnTo>
                <a:lnTo>
                  <a:pt x="250210" y="154703"/>
                </a:lnTo>
                <a:lnTo>
                  <a:pt x="214693" y="179088"/>
                </a:lnTo>
                <a:lnTo>
                  <a:pt x="175465" y="201074"/>
                </a:lnTo>
                <a:lnTo>
                  <a:pt x="133056" y="215466"/>
                </a:lnTo>
                <a:lnTo>
                  <a:pt x="97539" y="220662"/>
                </a:lnTo>
                <a:lnTo>
                  <a:pt x="81106" y="213467"/>
                </a:lnTo>
                <a:lnTo>
                  <a:pt x="67853" y="183885"/>
                </a:lnTo>
                <a:lnTo>
                  <a:pt x="71034" y="144710"/>
                </a:lnTo>
                <a:lnTo>
                  <a:pt x="9542" y="147108"/>
                </a:lnTo>
                <a:lnTo>
                  <a:pt x="0" y="139913"/>
                </a:lnTo>
                <a:lnTo>
                  <a:pt x="9542" y="125122"/>
                </a:lnTo>
                <a:lnTo>
                  <a:pt x="74745" y="122323"/>
                </a:lnTo>
                <a:lnTo>
                  <a:pt x="90648" y="93141"/>
                </a:lnTo>
                <a:close/>
              </a:path>
            </a:pathLst>
          </a:custGeom>
          <a:ln w="9524">
            <a:solidFill>
              <a:srgbClr val="ECEBE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3"/>
          <p:cNvSpPr/>
          <p:nvPr/>
        </p:nvSpPr>
        <p:spPr>
          <a:xfrm>
            <a:off x="5501216" y="1944688"/>
            <a:ext cx="205740" cy="322580"/>
          </a:xfrm>
          <a:custGeom>
            <a:avLst/>
            <a:gdLst/>
            <a:ahLst/>
            <a:cxnLst/>
            <a:rect l="l" t="t" r="r" b="b"/>
            <a:pathLst>
              <a:path w="205739" h="322580">
                <a:moveTo>
                  <a:pt x="131801" y="0"/>
                </a:moveTo>
                <a:lnTo>
                  <a:pt x="86641" y="7548"/>
                </a:lnTo>
                <a:lnTo>
                  <a:pt x="38856" y="56027"/>
                </a:lnTo>
                <a:lnTo>
                  <a:pt x="19428" y="102519"/>
                </a:lnTo>
                <a:lnTo>
                  <a:pt x="6826" y="149011"/>
                </a:lnTo>
                <a:lnTo>
                  <a:pt x="0" y="193118"/>
                </a:lnTo>
                <a:lnTo>
                  <a:pt x="6826" y="241597"/>
                </a:lnTo>
                <a:lnTo>
                  <a:pt x="25730" y="273386"/>
                </a:lnTo>
                <a:lnTo>
                  <a:pt x="54610" y="309944"/>
                </a:lnTo>
                <a:lnTo>
                  <a:pt x="83491" y="322262"/>
                </a:lnTo>
                <a:lnTo>
                  <a:pt x="122349" y="322262"/>
                </a:lnTo>
                <a:lnTo>
                  <a:pt x="154381" y="319878"/>
                </a:lnTo>
                <a:lnTo>
                  <a:pt x="180111" y="307559"/>
                </a:lnTo>
                <a:lnTo>
                  <a:pt x="199015" y="285705"/>
                </a:lnTo>
                <a:lnTo>
                  <a:pt x="202166" y="258683"/>
                </a:lnTo>
                <a:lnTo>
                  <a:pt x="192713" y="229279"/>
                </a:lnTo>
                <a:lnTo>
                  <a:pt x="166983" y="199873"/>
                </a:lnTo>
                <a:lnTo>
                  <a:pt x="157532" y="168084"/>
                </a:lnTo>
                <a:lnTo>
                  <a:pt x="160681" y="139475"/>
                </a:lnTo>
                <a:lnTo>
                  <a:pt x="170134" y="104904"/>
                </a:lnTo>
                <a:lnTo>
                  <a:pt x="192713" y="75498"/>
                </a:lnTo>
                <a:lnTo>
                  <a:pt x="205315" y="58412"/>
                </a:lnTo>
                <a:lnTo>
                  <a:pt x="205315" y="39338"/>
                </a:lnTo>
                <a:lnTo>
                  <a:pt x="199015" y="24635"/>
                </a:lnTo>
                <a:lnTo>
                  <a:pt x="170134" y="4767"/>
                </a:lnTo>
                <a:lnTo>
                  <a:pt x="131801" y="0"/>
                </a:lnTo>
                <a:close/>
              </a:path>
            </a:pathLst>
          </a:custGeom>
          <a:solidFill>
            <a:srgbClr val="5567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p:nvPr/>
        </p:nvSpPr>
        <p:spPr>
          <a:xfrm>
            <a:off x="5501216" y="1944688"/>
            <a:ext cx="205740" cy="322580"/>
          </a:xfrm>
          <a:custGeom>
            <a:avLst/>
            <a:gdLst/>
            <a:ahLst/>
            <a:cxnLst/>
            <a:rect l="l" t="t" r="r" b="b"/>
            <a:pathLst>
              <a:path w="205739" h="322580">
                <a:moveTo>
                  <a:pt x="58286" y="27020"/>
                </a:moveTo>
                <a:lnTo>
                  <a:pt x="86642" y="7549"/>
                </a:lnTo>
                <a:lnTo>
                  <a:pt x="131801" y="0"/>
                </a:lnTo>
                <a:lnTo>
                  <a:pt x="170134" y="4768"/>
                </a:lnTo>
                <a:lnTo>
                  <a:pt x="199015" y="24636"/>
                </a:lnTo>
                <a:lnTo>
                  <a:pt x="205316" y="39339"/>
                </a:lnTo>
                <a:lnTo>
                  <a:pt x="205316" y="58412"/>
                </a:lnTo>
                <a:lnTo>
                  <a:pt x="192714" y="75499"/>
                </a:lnTo>
                <a:lnTo>
                  <a:pt x="170134" y="104904"/>
                </a:lnTo>
                <a:lnTo>
                  <a:pt x="160682" y="139475"/>
                </a:lnTo>
                <a:lnTo>
                  <a:pt x="157532" y="168085"/>
                </a:lnTo>
                <a:lnTo>
                  <a:pt x="166983" y="199874"/>
                </a:lnTo>
                <a:lnTo>
                  <a:pt x="192714" y="229279"/>
                </a:lnTo>
                <a:lnTo>
                  <a:pt x="202166" y="258684"/>
                </a:lnTo>
                <a:lnTo>
                  <a:pt x="199015" y="285705"/>
                </a:lnTo>
                <a:lnTo>
                  <a:pt x="180111" y="307560"/>
                </a:lnTo>
                <a:lnTo>
                  <a:pt x="154381" y="319878"/>
                </a:lnTo>
                <a:lnTo>
                  <a:pt x="122349" y="322262"/>
                </a:lnTo>
                <a:lnTo>
                  <a:pt x="83492" y="322262"/>
                </a:lnTo>
                <a:lnTo>
                  <a:pt x="54611" y="309944"/>
                </a:lnTo>
                <a:lnTo>
                  <a:pt x="25730" y="273387"/>
                </a:lnTo>
                <a:lnTo>
                  <a:pt x="6826" y="241598"/>
                </a:lnTo>
                <a:lnTo>
                  <a:pt x="0" y="193119"/>
                </a:lnTo>
                <a:lnTo>
                  <a:pt x="6826" y="149011"/>
                </a:lnTo>
                <a:lnTo>
                  <a:pt x="19429" y="102520"/>
                </a:lnTo>
                <a:lnTo>
                  <a:pt x="38858" y="56028"/>
                </a:lnTo>
                <a:lnTo>
                  <a:pt x="58286" y="27020"/>
                </a:lnTo>
                <a:close/>
              </a:path>
            </a:pathLst>
          </a:custGeom>
          <a:ln w="9524">
            <a:solidFill>
              <a:srgbClr val="ECEBE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5"/>
          <p:cNvSpPr/>
          <p:nvPr/>
        </p:nvSpPr>
        <p:spPr>
          <a:xfrm>
            <a:off x="5666315" y="1954213"/>
            <a:ext cx="228600" cy="290830"/>
          </a:xfrm>
          <a:custGeom>
            <a:avLst/>
            <a:gdLst/>
            <a:ahLst/>
            <a:cxnLst/>
            <a:rect l="l" t="t" r="r" b="b"/>
            <a:pathLst>
              <a:path w="228600" h="290830">
                <a:moveTo>
                  <a:pt x="37924" y="0"/>
                </a:moveTo>
                <a:lnTo>
                  <a:pt x="2633" y="1990"/>
                </a:lnTo>
                <a:lnTo>
                  <a:pt x="0" y="14326"/>
                </a:lnTo>
                <a:lnTo>
                  <a:pt x="2633" y="29051"/>
                </a:lnTo>
                <a:lnTo>
                  <a:pt x="18435" y="51337"/>
                </a:lnTo>
                <a:lnTo>
                  <a:pt x="63734" y="83174"/>
                </a:lnTo>
                <a:lnTo>
                  <a:pt x="105345" y="111827"/>
                </a:lnTo>
                <a:lnTo>
                  <a:pt x="150644" y="146450"/>
                </a:lnTo>
                <a:lnTo>
                  <a:pt x="179614" y="165950"/>
                </a:lnTo>
                <a:lnTo>
                  <a:pt x="182774" y="173113"/>
                </a:lnTo>
                <a:lnTo>
                  <a:pt x="173821" y="180277"/>
                </a:lnTo>
                <a:lnTo>
                  <a:pt x="154331" y="185450"/>
                </a:lnTo>
                <a:lnTo>
                  <a:pt x="115354" y="190624"/>
                </a:lnTo>
                <a:lnTo>
                  <a:pt x="83223" y="190624"/>
                </a:lnTo>
                <a:lnTo>
                  <a:pt x="54253" y="193012"/>
                </a:lnTo>
                <a:lnTo>
                  <a:pt x="34764" y="197389"/>
                </a:lnTo>
                <a:lnTo>
                  <a:pt x="22123" y="209726"/>
                </a:lnTo>
                <a:lnTo>
                  <a:pt x="22123" y="226838"/>
                </a:lnTo>
                <a:lnTo>
                  <a:pt x="41084" y="249124"/>
                </a:lnTo>
                <a:lnTo>
                  <a:pt x="73215" y="273400"/>
                </a:lnTo>
                <a:lnTo>
                  <a:pt x="112193" y="290512"/>
                </a:lnTo>
                <a:lnTo>
                  <a:pt x="141163" y="290512"/>
                </a:lnTo>
                <a:lnTo>
                  <a:pt x="154331" y="282952"/>
                </a:lnTo>
                <a:lnTo>
                  <a:pt x="147483" y="273400"/>
                </a:lnTo>
                <a:lnTo>
                  <a:pt x="115354" y="265838"/>
                </a:lnTo>
                <a:lnTo>
                  <a:pt x="70054" y="236390"/>
                </a:lnTo>
                <a:lnTo>
                  <a:pt x="57412" y="219675"/>
                </a:lnTo>
                <a:lnTo>
                  <a:pt x="63734" y="209726"/>
                </a:lnTo>
                <a:lnTo>
                  <a:pt x="83223" y="207736"/>
                </a:lnTo>
                <a:lnTo>
                  <a:pt x="138003" y="204951"/>
                </a:lnTo>
                <a:lnTo>
                  <a:pt x="182774" y="197389"/>
                </a:lnTo>
                <a:lnTo>
                  <a:pt x="214905" y="187838"/>
                </a:lnTo>
                <a:lnTo>
                  <a:pt x="228600" y="180277"/>
                </a:lnTo>
                <a:lnTo>
                  <a:pt x="224913" y="168338"/>
                </a:lnTo>
                <a:lnTo>
                  <a:pt x="124834" y="85163"/>
                </a:lnTo>
                <a:lnTo>
                  <a:pt x="86909" y="43775"/>
                </a:lnTo>
                <a:lnTo>
                  <a:pt x="57412" y="12336"/>
                </a:lnTo>
                <a:lnTo>
                  <a:pt x="37924" y="0"/>
                </a:lnTo>
                <a:close/>
              </a:path>
            </a:pathLst>
          </a:custGeom>
          <a:solidFill>
            <a:srgbClr val="5567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5666315" y="1954213"/>
            <a:ext cx="228600" cy="290830"/>
          </a:xfrm>
          <a:custGeom>
            <a:avLst/>
            <a:gdLst/>
            <a:ahLst/>
            <a:cxnLst/>
            <a:rect l="l" t="t" r="r" b="b"/>
            <a:pathLst>
              <a:path w="228600" h="290830">
                <a:moveTo>
                  <a:pt x="0" y="14326"/>
                </a:moveTo>
                <a:lnTo>
                  <a:pt x="2633" y="1989"/>
                </a:lnTo>
                <a:lnTo>
                  <a:pt x="37924" y="0"/>
                </a:lnTo>
                <a:lnTo>
                  <a:pt x="57413" y="12336"/>
                </a:lnTo>
                <a:lnTo>
                  <a:pt x="86910" y="43776"/>
                </a:lnTo>
                <a:lnTo>
                  <a:pt x="124834" y="85164"/>
                </a:lnTo>
                <a:lnTo>
                  <a:pt x="160125" y="114613"/>
                </a:lnTo>
                <a:lnTo>
                  <a:pt x="224913" y="168338"/>
                </a:lnTo>
                <a:lnTo>
                  <a:pt x="228600" y="180277"/>
                </a:lnTo>
                <a:lnTo>
                  <a:pt x="214905" y="187838"/>
                </a:lnTo>
                <a:lnTo>
                  <a:pt x="182774" y="197389"/>
                </a:lnTo>
                <a:lnTo>
                  <a:pt x="138002" y="204951"/>
                </a:lnTo>
                <a:lnTo>
                  <a:pt x="83223" y="207736"/>
                </a:lnTo>
                <a:lnTo>
                  <a:pt x="63734" y="209726"/>
                </a:lnTo>
                <a:lnTo>
                  <a:pt x="57413" y="219675"/>
                </a:lnTo>
                <a:lnTo>
                  <a:pt x="70054" y="236389"/>
                </a:lnTo>
                <a:lnTo>
                  <a:pt x="115353" y="265839"/>
                </a:lnTo>
                <a:lnTo>
                  <a:pt x="147484" y="273400"/>
                </a:lnTo>
                <a:lnTo>
                  <a:pt x="154331" y="282951"/>
                </a:lnTo>
                <a:lnTo>
                  <a:pt x="141163" y="290512"/>
                </a:lnTo>
                <a:lnTo>
                  <a:pt x="112193" y="290512"/>
                </a:lnTo>
                <a:lnTo>
                  <a:pt x="73215" y="273400"/>
                </a:lnTo>
                <a:lnTo>
                  <a:pt x="41084" y="249124"/>
                </a:lnTo>
                <a:lnTo>
                  <a:pt x="22122" y="226838"/>
                </a:lnTo>
                <a:lnTo>
                  <a:pt x="22122" y="209726"/>
                </a:lnTo>
                <a:lnTo>
                  <a:pt x="34764" y="197389"/>
                </a:lnTo>
                <a:lnTo>
                  <a:pt x="54252" y="193011"/>
                </a:lnTo>
                <a:lnTo>
                  <a:pt x="83223" y="190624"/>
                </a:lnTo>
                <a:lnTo>
                  <a:pt x="115353" y="190624"/>
                </a:lnTo>
                <a:lnTo>
                  <a:pt x="154331" y="185450"/>
                </a:lnTo>
                <a:lnTo>
                  <a:pt x="173820" y="180277"/>
                </a:lnTo>
                <a:lnTo>
                  <a:pt x="182774" y="173113"/>
                </a:lnTo>
                <a:lnTo>
                  <a:pt x="179614" y="165950"/>
                </a:lnTo>
                <a:lnTo>
                  <a:pt x="150644" y="146450"/>
                </a:lnTo>
                <a:lnTo>
                  <a:pt x="105345" y="111827"/>
                </a:lnTo>
                <a:lnTo>
                  <a:pt x="63734" y="83174"/>
                </a:lnTo>
                <a:lnTo>
                  <a:pt x="18435" y="51337"/>
                </a:lnTo>
                <a:lnTo>
                  <a:pt x="2633" y="29051"/>
                </a:lnTo>
                <a:lnTo>
                  <a:pt x="0" y="14326"/>
                </a:lnTo>
                <a:close/>
              </a:path>
            </a:pathLst>
          </a:custGeom>
          <a:ln w="9524">
            <a:solidFill>
              <a:srgbClr val="ECEBE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5516033" y="2198688"/>
            <a:ext cx="250190" cy="436880"/>
          </a:xfrm>
          <a:custGeom>
            <a:avLst/>
            <a:gdLst/>
            <a:ahLst/>
            <a:cxnLst/>
            <a:rect l="l" t="t" r="r" b="b"/>
            <a:pathLst>
              <a:path w="250189" h="436880">
                <a:moveTo>
                  <a:pt x="123027" y="0"/>
                </a:moveTo>
                <a:lnTo>
                  <a:pt x="113482" y="12687"/>
                </a:lnTo>
                <a:lnTo>
                  <a:pt x="100224" y="32117"/>
                </a:lnTo>
                <a:lnTo>
                  <a:pt x="100224" y="78508"/>
                </a:lnTo>
                <a:lnTo>
                  <a:pt x="103407" y="126884"/>
                </a:lnTo>
                <a:lnTo>
                  <a:pt x="116663" y="170501"/>
                </a:lnTo>
                <a:lnTo>
                  <a:pt x="145830" y="219668"/>
                </a:lnTo>
                <a:lnTo>
                  <a:pt x="181359" y="275577"/>
                </a:lnTo>
                <a:lnTo>
                  <a:pt x="204692" y="319590"/>
                </a:lnTo>
                <a:lnTo>
                  <a:pt x="213706" y="360828"/>
                </a:lnTo>
                <a:lnTo>
                  <a:pt x="207344" y="375499"/>
                </a:lnTo>
                <a:lnTo>
                  <a:pt x="178178" y="375499"/>
                </a:lnTo>
                <a:lnTo>
                  <a:pt x="129921" y="377878"/>
                </a:lnTo>
                <a:lnTo>
                  <a:pt x="62044" y="385015"/>
                </a:lnTo>
                <a:lnTo>
                  <a:pt x="3181" y="399686"/>
                </a:lnTo>
                <a:lnTo>
                  <a:pt x="0" y="404840"/>
                </a:lnTo>
                <a:lnTo>
                  <a:pt x="29166" y="436562"/>
                </a:lnTo>
                <a:lnTo>
                  <a:pt x="48256" y="436562"/>
                </a:lnTo>
                <a:lnTo>
                  <a:pt x="67877" y="426648"/>
                </a:lnTo>
                <a:lnTo>
                  <a:pt x="107119" y="409202"/>
                </a:lnTo>
                <a:lnTo>
                  <a:pt x="165450" y="399686"/>
                </a:lnTo>
                <a:lnTo>
                  <a:pt x="249064" y="399686"/>
                </a:lnTo>
                <a:lnTo>
                  <a:pt x="246054" y="387790"/>
                </a:lnTo>
                <a:lnTo>
                  <a:pt x="233328" y="373119"/>
                </a:lnTo>
                <a:lnTo>
                  <a:pt x="233328" y="358448"/>
                </a:lnTo>
                <a:lnTo>
                  <a:pt x="237040" y="319590"/>
                </a:lnTo>
                <a:lnTo>
                  <a:pt x="223252" y="275577"/>
                </a:lnTo>
                <a:lnTo>
                  <a:pt x="197798" y="231564"/>
                </a:lnTo>
                <a:lnTo>
                  <a:pt x="165450" y="170501"/>
                </a:lnTo>
                <a:lnTo>
                  <a:pt x="165450" y="119747"/>
                </a:lnTo>
                <a:lnTo>
                  <a:pt x="171814" y="70975"/>
                </a:lnTo>
                <a:lnTo>
                  <a:pt x="174995" y="24979"/>
                </a:lnTo>
                <a:lnTo>
                  <a:pt x="158556" y="5153"/>
                </a:lnTo>
                <a:lnTo>
                  <a:pt x="123027" y="0"/>
                </a:lnTo>
                <a:close/>
              </a:path>
              <a:path w="250189" h="436880">
                <a:moveTo>
                  <a:pt x="249064" y="399686"/>
                </a:moveTo>
                <a:lnTo>
                  <a:pt x="165450" y="399686"/>
                </a:lnTo>
                <a:lnTo>
                  <a:pt x="213706" y="404840"/>
                </a:lnTo>
                <a:lnTo>
                  <a:pt x="240221" y="409202"/>
                </a:lnTo>
                <a:lnTo>
                  <a:pt x="249767" y="402461"/>
                </a:lnTo>
                <a:lnTo>
                  <a:pt x="249064" y="399686"/>
                </a:lnTo>
                <a:close/>
              </a:path>
            </a:pathLst>
          </a:custGeom>
          <a:solidFill>
            <a:srgbClr val="5567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5516032" y="2198688"/>
            <a:ext cx="250190" cy="436880"/>
          </a:xfrm>
          <a:custGeom>
            <a:avLst/>
            <a:gdLst/>
            <a:ahLst/>
            <a:cxnLst/>
            <a:rect l="l" t="t" r="r" b="b"/>
            <a:pathLst>
              <a:path w="250189" h="436880">
                <a:moveTo>
                  <a:pt x="123027" y="0"/>
                </a:moveTo>
                <a:lnTo>
                  <a:pt x="158556" y="5154"/>
                </a:lnTo>
                <a:lnTo>
                  <a:pt x="174995" y="24980"/>
                </a:lnTo>
                <a:lnTo>
                  <a:pt x="171814" y="70976"/>
                </a:lnTo>
                <a:lnTo>
                  <a:pt x="165450" y="119747"/>
                </a:lnTo>
                <a:lnTo>
                  <a:pt x="165450" y="170501"/>
                </a:lnTo>
                <a:lnTo>
                  <a:pt x="197798" y="231564"/>
                </a:lnTo>
                <a:lnTo>
                  <a:pt x="223252" y="275577"/>
                </a:lnTo>
                <a:lnTo>
                  <a:pt x="237040" y="319590"/>
                </a:lnTo>
                <a:lnTo>
                  <a:pt x="233328" y="358449"/>
                </a:lnTo>
                <a:lnTo>
                  <a:pt x="233328" y="373120"/>
                </a:lnTo>
                <a:lnTo>
                  <a:pt x="246054" y="387791"/>
                </a:lnTo>
                <a:lnTo>
                  <a:pt x="249766" y="402462"/>
                </a:lnTo>
                <a:lnTo>
                  <a:pt x="240221" y="409203"/>
                </a:lnTo>
                <a:lnTo>
                  <a:pt x="213707" y="404841"/>
                </a:lnTo>
                <a:lnTo>
                  <a:pt x="165450" y="399686"/>
                </a:lnTo>
                <a:lnTo>
                  <a:pt x="107118" y="409203"/>
                </a:lnTo>
                <a:lnTo>
                  <a:pt x="67877" y="426649"/>
                </a:lnTo>
                <a:lnTo>
                  <a:pt x="48256" y="436562"/>
                </a:lnTo>
                <a:lnTo>
                  <a:pt x="29166" y="436562"/>
                </a:lnTo>
                <a:lnTo>
                  <a:pt x="0" y="404841"/>
                </a:lnTo>
                <a:lnTo>
                  <a:pt x="3181" y="399686"/>
                </a:lnTo>
                <a:lnTo>
                  <a:pt x="62043" y="385016"/>
                </a:lnTo>
                <a:lnTo>
                  <a:pt x="129921" y="377878"/>
                </a:lnTo>
                <a:lnTo>
                  <a:pt x="178177" y="375499"/>
                </a:lnTo>
                <a:lnTo>
                  <a:pt x="207343" y="375499"/>
                </a:lnTo>
                <a:lnTo>
                  <a:pt x="213707" y="360828"/>
                </a:lnTo>
                <a:lnTo>
                  <a:pt x="204692" y="319590"/>
                </a:lnTo>
                <a:lnTo>
                  <a:pt x="181359" y="275577"/>
                </a:lnTo>
                <a:lnTo>
                  <a:pt x="145829" y="219669"/>
                </a:lnTo>
                <a:lnTo>
                  <a:pt x="116663" y="170501"/>
                </a:lnTo>
                <a:lnTo>
                  <a:pt x="103406" y="126884"/>
                </a:lnTo>
                <a:lnTo>
                  <a:pt x="100224" y="78509"/>
                </a:lnTo>
                <a:lnTo>
                  <a:pt x="100224" y="32117"/>
                </a:lnTo>
                <a:lnTo>
                  <a:pt x="113482" y="12688"/>
                </a:lnTo>
                <a:lnTo>
                  <a:pt x="123027" y="0"/>
                </a:lnTo>
                <a:close/>
              </a:path>
            </a:pathLst>
          </a:custGeom>
          <a:ln w="9524">
            <a:solidFill>
              <a:srgbClr val="ECEBE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5393265" y="2211388"/>
            <a:ext cx="207645" cy="361950"/>
          </a:xfrm>
          <a:custGeom>
            <a:avLst/>
            <a:gdLst/>
            <a:ahLst/>
            <a:cxnLst/>
            <a:rect l="l" t="t" r="r" b="b"/>
            <a:pathLst>
              <a:path w="207645" h="361950">
                <a:moveTo>
                  <a:pt x="184090" y="0"/>
                </a:moveTo>
                <a:lnTo>
                  <a:pt x="155442" y="0"/>
                </a:lnTo>
                <a:lnTo>
                  <a:pt x="142709" y="14635"/>
                </a:lnTo>
                <a:lnTo>
                  <a:pt x="138996" y="41139"/>
                </a:lnTo>
                <a:lnTo>
                  <a:pt x="142709" y="99683"/>
                </a:lnTo>
                <a:lnTo>
                  <a:pt x="148545" y="153087"/>
                </a:lnTo>
                <a:lnTo>
                  <a:pt x="155442" y="187105"/>
                </a:lnTo>
                <a:lnTo>
                  <a:pt x="168174" y="240508"/>
                </a:lnTo>
                <a:lnTo>
                  <a:pt x="168174" y="282044"/>
                </a:lnTo>
                <a:lnTo>
                  <a:pt x="161808" y="291537"/>
                </a:lnTo>
                <a:lnTo>
                  <a:pt x="126263" y="301030"/>
                </a:lnTo>
                <a:lnTo>
                  <a:pt x="48277" y="315667"/>
                </a:lnTo>
                <a:lnTo>
                  <a:pt x="3183" y="330302"/>
                </a:lnTo>
                <a:lnTo>
                  <a:pt x="0" y="340192"/>
                </a:lnTo>
                <a:lnTo>
                  <a:pt x="35544" y="361950"/>
                </a:lnTo>
                <a:lnTo>
                  <a:pt x="51460" y="361950"/>
                </a:lnTo>
                <a:lnTo>
                  <a:pt x="90718" y="342171"/>
                </a:lnTo>
                <a:lnTo>
                  <a:pt x="128916" y="327930"/>
                </a:lnTo>
                <a:lnTo>
                  <a:pt x="197883" y="315667"/>
                </a:lnTo>
                <a:lnTo>
                  <a:pt x="207432" y="308546"/>
                </a:lnTo>
                <a:lnTo>
                  <a:pt x="207432" y="276900"/>
                </a:lnTo>
                <a:lnTo>
                  <a:pt x="200536" y="235761"/>
                </a:lnTo>
                <a:lnTo>
                  <a:pt x="180907" y="177217"/>
                </a:lnTo>
                <a:lnTo>
                  <a:pt x="178254" y="147943"/>
                </a:lnTo>
                <a:lnTo>
                  <a:pt x="194170" y="79905"/>
                </a:lnTo>
                <a:lnTo>
                  <a:pt x="200536" y="46281"/>
                </a:lnTo>
                <a:lnTo>
                  <a:pt x="194170" y="14635"/>
                </a:lnTo>
                <a:lnTo>
                  <a:pt x="184090" y="0"/>
                </a:lnTo>
                <a:close/>
              </a:path>
            </a:pathLst>
          </a:custGeom>
          <a:solidFill>
            <a:srgbClr val="5567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5393265" y="2211388"/>
            <a:ext cx="207645" cy="361950"/>
          </a:xfrm>
          <a:custGeom>
            <a:avLst/>
            <a:gdLst/>
            <a:ahLst/>
            <a:cxnLst/>
            <a:rect l="l" t="t" r="r" b="b"/>
            <a:pathLst>
              <a:path w="207645" h="361950">
                <a:moveTo>
                  <a:pt x="155442" y="0"/>
                </a:moveTo>
                <a:lnTo>
                  <a:pt x="184090" y="0"/>
                </a:lnTo>
                <a:lnTo>
                  <a:pt x="194169" y="14636"/>
                </a:lnTo>
                <a:lnTo>
                  <a:pt x="200536" y="46282"/>
                </a:lnTo>
                <a:lnTo>
                  <a:pt x="194169" y="79905"/>
                </a:lnTo>
                <a:lnTo>
                  <a:pt x="178254" y="147944"/>
                </a:lnTo>
                <a:lnTo>
                  <a:pt x="180907" y="177217"/>
                </a:lnTo>
                <a:lnTo>
                  <a:pt x="200536" y="235761"/>
                </a:lnTo>
                <a:lnTo>
                  <a:pt x="207433" y="276901"/>
                </a:lnTo>
                <a:lnTo>
                  <a:pt x="207433" y="308547"/>
                </a:lnTo>
                <a:lnTo>
                  <a:pt x="197883" y="315667"/>
                </a:lnTo>
                <a:lnTo>
                  <a:pt x="168174" y="320810"/>
                </a:lnTo>
                <a:lnTo>
                  <a:pt x="128916" y="327930"/>
                </a:lnTo>
                <a:lnTo>
                  <a:pt x="90718" y="342171"/>
                </a:lnTo>
                <a:lnTo>
                  <a:pt x="51460" y="361949"/>
                </a:lnTo>
                <a:lnTo>
                  <a:pt x="35544" y="361949"/>
                </a:lnTo>
                <a:lnTo>
                  <a:pt x="0" y="340193"/>
                </a:lnTo>
                <a:lnTo>
                  <a:pt x="3183" y="330303"/>
                </a:lnTo>
                <a:lnTo>
                  <a:pt x="48277" y="315667"/>
                </a:lnTo>
                <a:lnTo>
                  <a:pt x="126263" y="301031"/>
                </a:lnTo>
                <a:lnTo>
                  <a:pt x="161808" y="291537"/>
                </a:lnTo>
                <a:lnTo>
                  <a:pt x="168174" y="282043"/>
                </a:lnTo>
                <a:lnTo>
                  <a:pt x="168174" y="240508"/>
                </a:lnTo>
                <a:lnTo>
                  <a:pt x="155442" y="187106"/>
                </a:lnTo>
                <a:lnTo>
                  <a:pt x="148545" y="153087"/>
                </a:lnTo>
                <a:lnTo>
                  <a:pt x="142709" y="99684"/>
                </a:lnTo>
                <a:lnTo>
                  <a:pt x="138996" y="41139"/>
                </a:lnTo>
                <a:lnTo>
                  <a:pt x="142709" y="14636"/>
                </a:lnTo>
                <a:lnTo>
                  <a:pt x="155442" y="0"/>
                </a:lnTo>
                <a:close/>
              </a:path>
            </a:pathLst>
          </a:custGeom>
          <a:ln w="9524">
            <a:solidFill>
              <a:srgbClr val="ECEBE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21"/>
          <p:cNvSpPr/>
          <p:nvPr/>
        </p:nvSpPr>
        <p:spPr>
          <a:xfrm>
            <a:off x="5386916" y="1676401"/>
            <a:ext cx="340995" cy="323850"/>
          </a:xfrm>
          <a:custGeom>
            <a:avLst/>
            <a:gdLst/>
            <a:ahLst/>
            <a:cxnLst/>
            <a:rect l="l" t="t" r="r" b="b"/>
            <a:pathLst>
              <a:path w="340995" h="323850">
                <a:moveTo>
                  <a:pt x="317957" y="0"/>
                </a:moveTo>
                <a:lnTo>
                  <a:pt x="288231" y="0"/>
                </a:lnTo>
                <a:lnTo>
                  <a:pt x="252667" y="11906"/>
                </a:lnTo>
                <a:lnTo>
                  <a:pt x="230372" y="43656"/>
                </a:lnTo>
                <a:lnTo>
                  <a:pt x="200647" y="58339"/>
                </a:lnTo>
                <a:lnTo>
                  <a:pt x="155528" y="63102"/>
                </a:lnTo>
                <a:lnTo>
                  <a:pt x="74314" y="70643"/>
                </a:lnTo>
                <a:lnTo>
                  <a:pt x="9554" y="85327"/>
                </a:lnTo>
                <a:lnTo>
                  <a:pt x="0" y="97233"/>
                </a:lnTo>
                <a:lnTo>
                  <a:pt x="6369" y="136127"/>
                </a:lnTo>
                <a:lnTo>
                  <a:pt x="29194" y="189706"/>
                </a:lnTo>
                <a:lnTo>
                  <a:pt x="61573" y="233758"/>
                </a:lnTo>
                <a:lnTo>
                  <a:pt x="93953" y="272652"/>
                </a:lnTo>
                <a:lnTo>
                  <a:pt x="123148" y="299639"/>
                </a:lnTo>
                <a:lnTo>
                  <a:pt x="181537" y="323850"/>
                </a:lnTo>
                <a:lnTo>
                  <a:pt x="197462" y="309164"/>
                </a:lnTo>
                <a:lnTo>
                  <a:pt x="191093" y="287337"/>
                </a:lnTo>
                <a:lnTo>
                  <a:pt x="178353" y="257968"/>
                </a:lnTo>
                <a:lnTo>
                  <a:pt x="129518" y="223837"/>
                </a:lnTo>
                <a:lnTo>
                  <a:pt x="80683" y="192483"/>
                </a:lnTo>
                <a:lnTo>
                  <a:pt x="57858" y="157956"/>
                </a:lnTo>
                <a:lnTo>
                  <a:pt x="48303" y="104377"/>
                </a:lnTo>
                <a:lnTo>
                  <a:pt x="103508" y="89693"/>
                </a:lnTo>
                <a:lnTo>
                  <a:pt x="191093" y="82946"/>
                </a:lnTo>
                <a:lnTo>
                  <a:pt x="249072" y="82946"/>
                </a:lnTo>
                <a:lnTo>
                  <a:pt x="252667" y="80168"/>
                </a:lnTo>
                <a:lnTo>
                  <a:pt x="246828" y="68262"/>
                </a:lnTo>
                <a:lnTo>
                  <a:pt x="255851" y="46433"/>
                </a:lnTo>
                <a:lnTo>
                  <a:pt x="282392" y="26589"/>
                </a:lnTo>
                <a:lnTo>
                  <a:pt x="302032" y="21827"/>
                </a:lnTo>
                <a:lnTo>
                  <a:pt x="340782" y="21827"/>
                </a:lnTo>
                <a:lnTo>
                  <a:pt x="317957" y="0"/>
                </a:lnTo>
                <a:close/>
              </a:path>
              <a:path w="340995" h="323850">
                <a:moveTo>
                  <a:pt x="249072" y="82946"/>
                </a:moveTo>
                <a:lnTo>
                  <a:pt x="191093" y="82946"/>
                </a:lnTo>
                <a:lnTo>
                  <a:pt x="227187" y="85327"/>
                </a:lnTo>
                <a:lnTo>
                  <a:pt x="236743" y="92471"/>
                </a:lnTo>
                <a:lnTo>
                  <a:pt x="249072" y="82946"/>
                </a:lnTo>
                <a:close/>
              </a:path>
              <a:path w="340995" h="323850">
                <a:moveTo>
                  <a:pt x="340782" y="21827"/>
                </a:moveTo>
                <a:lnTo>
                  <a:pt x="302032" y="21827"/>
                </a:lnTo>
                <a:lnTo>
                  <a:pt x="327511" y="33733"/>
                </a:lnTo>
                <a:lnTo>
                  <a:pt x="340782" y="21827"/>
                </a:lnTo>
                <a:close/>
              </a:path>
            </a:pathLst>
          </a:custGeom>
          <a:solidFill>
            <a:srgbClr val="5567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2"/>
          <p:cNvSpPr/>
          <p:nvPr/>
        </p:nvSpPr>
        <p:spPr>
          <a:xfrm>
            <a:off x="5386916" y="1676401"/>
            <a:ext cx="340995" cy="323850"/>
          </a:xfrm>
          <a:custGeom>
            <a:avLst/>
            <a:gdLst/>
            <a:ahLst/>
            <a:cxnLst/>
            <a:rect l="l" t="t" r="r" b="b"/>
            <a:pathLst>
              <a:path w="340995" h="323850">
                <a:moveTo>
                  <a:pt x="181538" y="323849"/>
                </a:moveTo>
                <a:lnTo>
                  <a:pt x="197463" y="309165"/>
                </a:lnTo>
                <a:lnTo>
                  <a:pt x="191093" y="287337"/>
                </a:lnTo>
                <a:lnTo>
                  <a:pt x="178353" y="257968"/>
                </a:lnTo>
                <a:lnTo>
                  <a:pt x="129518" y="223837"/>
                </a:lnTo>
                <a:lnTo>
                  <a:pt x="80683" y="192484"/>
                </a:lnTo>
                <a:lnTo>
                  <a:pt x="57858" y="157956"/>
                </a:lnTo>
                <a:lnTo>
                  <a:pt x="48304" y="104378"/>
                </a:lnTo>
                <a:lnTo>
                  <a:pt x="103508" y="89693"/>
                </a:lnTo>
                <a:lnTo>
                  <a:pt x="191093" y="82946"/>
                </a:lnTo>
                <a:lnTo>
                  <a:pt x="227188" y="85328"/>
                </a:lnTo>
                <a:lnTo>
                  <a:pt x="236743" y="92471"/>
                </a:lnTo>
                <a:lnTo>
                  <a:pt x="252667" y="80168"/>
                </a:lnTo>
                <a:lnTo>
                  <a:pt x="246828" y="68262"/>
                </a:lnTo>
                <a:lnTo>
                  <a:pt x="255852" y="46434"/>
                </a:lnTo>
                <a:lnTo>
                  <a:pt x="282393" y="26590"/>
                </a:lnTo>
                <a:lnTo>
                  <a:pt x="302033" y="21828"/>
                </a:lnTo>
                <a:lnTo>
                  <a:pt x="327512" y="33734"/>
                </a:lnTo>
                <a:lnTo>
                  <a:pt x="340783" y="21828"/>
                </a:lnTo>
                <a:lnTo>
                  <a:pt x="317957" y="0"/>
                </a:lnTo>
                <a:lnTo>
                  <a:pt x="288232" y="0"/>
                </a:lnTo>
                <a:lnTo>
                  <a:pt x="252667" y="11906"/>
                </a:lnTo>
                <a:lnTo>
                  <a:pt x="230373" y="43656"/>
                </a:lnTo>
                <a:lnTo>
                  <a:pt x="200647" y="58340"/>
                </a:lnTo>
                <a:lnTo>
                  <a:pt x="155528" y="63103"/>
                </a:lnTo>
                <a:lnTo>
                  <a:pt x="74314" y="70643"/>
                </a:lnTo>
                <a:lnTo>
                  <a:pt x="9554" y="85328"/>
                </a:lnTo>
                <a:lnTo>
                  <a:pt x="0" y="97234"/>
                </a:lnTo>
                <a:lnTo>
                  <a:pt x="6369" y="136128"/>
                </a:lnTo>
                <a:lnTo>
                  <a:pt x="29194" y="189706"/>
                </a:lnTo>
                <a:lnTo>
                  <a:pt x="61574" y="233759"/>
                </a:lnTo>
                <a:lnTo>
                  <a:pt x="93954" y="272653"/>
                </a:lnTo>
                <a:lnTo>
                  <a:pt x="123149" y="299640"/>
                </a:lnTo>
                <a:lnTo>
                  <a:pt x="152343" y="318690"/>
                </a:lnTo>
                <a:lnTo>
                  <a:pt x="181538" y="323849"/>
                </a:lnTo>
                <a:close/>
              </a:path>
            </a:pathLst>
          </a:custGeom>
          <a:ln w="9524">
            <a:solidFill>
              <a:srgbClr val="ECEBE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3"/>
          <p:cNvSpPr/>
          <p:nvPr/>
        </p:nvSpPr>
        <p:spPr>
          <a:xfrm>
            <a:off x="1879071" y="1671638"/>
            <a:ext cx="206374" cy="214312"/>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4"/>
          <p:cNvSpPr/>
          <p:nvPr/>
        </p:nvSpPr>
        <p:spPr>
          <a:xfrm>
            <a:off x="1811867" y="1889125"/>
            <a:ext cx="201295" cy="455930"/>
          </a:xfrm>
          <a:custGeom>
            <a:avLst/>
            <a:gdLst/>
            <a:ahLst/>
            <a:cxnLst/>
            <a:rect l="l" t="t" r="r" b="b"/>
            <a:pathLst>
              <a:path w="201294" h="455930">
                <a:moveTo>
                  <a:pt x="115131" y="0"/>
                </a:moveTo>
                <a:lnTo>
                  <a:pt x="90195" y="8335"/>
                </a:lnTo>
                <a:lnTo>
                  <a:pt x="68972" y="36116"/>
                </a:lnTo>
                <a:lnTo>
                  <a:pt x="54117" y="80566"/>
                </a:lnTo>
                <a:lnTo>
                  <a:pt x="50402" y="145653"/>
                </a:lnTo>
                <a:lnTo>
                  <a:pt x="50402" y="218282"/>
                </a:lnTo>
                <a:lnTo>
                  <a:pt x="39791" y="266701"/>
                </a:lnTo>
                <a:lnTo>
                  <a:pt x="18568" y="285751"/>
                </a:lnTo>
                <a:lnTo>
                  <a:pt x="0" y="361157"/>
                </a:lnTo>
                <a:lnTo>
                  <a:pt x="0" y="404416"/>
                </a:lnTo>
                <a:lnTo>
                  <a:pt x="18568" y="447278"/>
                </a:lnTo>
                <a:lnTo>
                  <a:pt x="57830" y="455613"/>
                </a:lnTo>
                <a:lnTo>
                  <a:pt x="100806" y="455613"/>
                </a:lnTo>
                <a:lnTo>
                  <a:pt x="147495" y="434182"/>
                </a:lnTo>
                <a:lnTo>
                  <a:pt x="186757" y="388145"/>
                </a:lnTo>
                <a:lnTo>
                  <a:pt x="201082" y="307182"/>
                </a:lnTo>
                <a:lnTo>
                  <a:pt x="201082" y="245270"/>
                </a:lnTo>
                <a:lnTo>
                  <a:pt x="197368" y="150812"/>
                </a:lnTo>
                <a:lnTo>
                  <a:pt x="190470" y="83741"/>
                </a:lnTo>
                <a:lnTo>
                  <a:pt x="165534" y="21431"/>
                </a:lnTo>
                <a:lnTo>
                  <a:pt x="147495" y="2778"/>
                </a:lnTo>
                <a:lnTo>
                  <a:pt x="115131"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5"/>
          <p:cNvSpPr/>
          <p:nvPr/>
        </p:nvSpPr>
        <p:spPr>
          <a:xfrm>
            <a:off x="1811867" y="1889125"/>
            <a:ext cx="201295" cy="455930"/>
          </a:xfrm>
          <a:custGeom>
            <a:avLst/>
            <a:gdLst/>
            <a:ahLst/>
            <a:cxnLst/>
            <a:rect l="l" t="t" r="r" b="b"/>
            <a:pathLst>
              <a:path w="201294" h="455930">
                <a:moveTo>
                  <a:pt x="54117" y="80565"/>
                </a:moveTo>
                <a:lnTo>
                  <a:pt x="68973" y="36115"/>
                </a:lnTo>
                <a:lnTo>
                  <a:pt x="90195" y="8334"/>
                </a:lnTo>
                <a:lnTo>
                  <a:pt x="115131" y="0"/>
                </a:lnTo>
                <a:lnTo>
                  <a:pt x="147496" y="2778"/>
                </a:lnTo>
                <a:lnTo>
                  <a:pt x="165535" y="21431"/>
                </a:lnTo>
                <a:lnTo>
                  <a:pt x="190471" y="83740"/>
                </a:lnTo>
                <a:lnTo>
                  <a:pt x="197368" y="150812"/>
                </a:lnTo>
                <a:lnTo>
                  <a:pt x="201082" y="245269"/>
                </a:lnTo>
                <a:lnTo>
                  <a:pt x="201082" y="307181"/>
                </a:lnTo>
                <a:lnTo>
                  <a:pt x="186757" y="388144"/>
                </a:lnTo>
                <a:lnTo>
                  <a:pt x="147496" y="434181"/>
                </a:lnTo>
                <a:lnTo>
                  <a:pt x="100806" y="455612"/>
                </a:lnTo>
                <a:lnTo>
                  <a:pt x="57831" y="455612"/>
                </a:lnTo>
                <a:lnTo>
                  <a:pt x="18569" y="447278"/>
                </a:lnTo>
                <a:lnTo>
                  <a:pt x="0" y="404415"/>
                </a:lnTo>
                <a:lnTo>
                  <a:pt x="0" y="361156"/>
                </a:lnTo>
                <a:lnTo>
                  <a:pt x="18569" y="285750"/>
                </a:lnTo>
                <a:lnTo>
                  <a:pt x="39792" y="266700"/>
                </a:lnTo>
                <a:lnTo>
                  <a:pt x="50403" y="218281"/>
                </a:lnTo>
                <a:lnTo>
                  <a:pt x="50403" y="145653"/>
                </a:lnTo>
                <a:lnTo>
                  <a:pt x="54117" y="80565"/>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6"/>
          <p:cNvSpPr/>
          <p:nvPr/>
        </p:nvSpPr>
        <p:spPr>
          <a:xfrm>
            <a:off x="1877484" y="2260601"/>
            <a:ext cx="212090" cy="481330"/>
          </a:xfrm>
          <a:custGeom>
            <a:avLst/>
            <a:gdLst/>
            <a:ahLst/>
            <a:cxnLst/>
            <a:rect l="l" t="t" r="r" b="b"/>
            <a:pathLst>
              <a:path w="212089" h="481330">
                <a:moveTo>
                  <a:pt x="211665" y="459527"/>
                </a:moveTo>
                <a:lnTo>
                  <a:pt x="75140" y="459527"/>
                </a:lnTo>
                <a:lnTo>
                  <a:pt x="118532" y="461915"/>
                </a:lnTo>
                <a:lnTo>
                  <a:pt x="150811" y="467485"/>
                </a:lnTo>
                <a:lnTo>
                  <a:pt x="175682" y="481012"/>
                </a:lnTo>
                <a:lnTo>
                  <a:pt x="201082" y="472657"/>
                </a:lnTo>
                <a:lnTo>
                  <a:pt x="211665" y="459527"/>
                </a:lnTo>
                <a:close/>
              </a:path>
              <a:path w="212089" h="481330">
                <a:moveTo>
                  <a:pt x="14287" y="0"/>
                </a:moveTo>
                <a:lnTo>
                  <a:pt x="6878" y="16311"/>
                </a:lnTo>
                <a:lnTo>
                  <a:pt x="0" y="37796"/>
                </a:lnTo>
                <a:lnTo>
                  <a:pt x="6878" y="62463"/>
                </a:lnTo>
                <a:lnTo>
                  <a:pt x="32807" y="89518"/>
                </a:lnTo>
                <a:lnTo>
                  <a:pt x="50270" y="140841"/>
                </a:lnTo>
                <a:lnTo>
                  <a:pt x="53975" y="213252"/>
                </a:lnTo>
                <a:lnTo>
                  <a:pt x="50270" y="270544"/>
                </a:lnTo>
                <a:lnTo>
                  <a:pt x="35982" y="332212"/>
                </a:lnTo>
                <a:lnTo>
                  <a:pt x="14287" y="380752"/>
                </a:lnTo>
                <a:lnTo>
                  <a:pt x="6878" y="410591"/>
                </a:lnTo>
                <a:lnTo>
                  <a:pt x="3703" y="443216"/>
                </a:lnTo>
                <a:lnTo>
                  <a:pt x="0" y="453957"/>
                </a:lnTo>
                <a:lnTo>
                  <a:pt x="14287" y="461915"/>
                </a:lnTo>
                <a:lnTo>
                  <a:pt x="35982" y="459527"/>
                </a:lnTo>
                <a:lnTo>
                  <a:pt x="211665" y="459527"/>
                </a:lnTo>
                <a:lnTo>
                  <a:pt x="201082" y="448786"/>
                </a:lnTo>
                <a:lnTo>
                  <a:pt x="156994" y="438043"/>
                </a:lnTo>
                <a:lnTo>
                  <a:pt x="57150" y="438043"/>
                </a:lnTo>
                <a:lnTo>
                  <a:pt x="39687" y="432075"/>
                </a:lnTo>
                <a:lnTo>
                  <a:pt x="39687" y="405419"/>
                </a:lnTo>
                <a:lnTo>
                  <a:pt x="57150" y="356880"/>
                </a:lnTo>
                <a:lnTo>
                  <a:pt x="78845" y="283673"/>
                </a:lnTo>
                <a:lnTo>
                  <a:pt x="86253" y="202510"/>
                </a:lnTo>
                <a:lnTo>
                  <a:pt x="86253" y="126917"/>
                </a:lnTo>
                <a:lnTo>
                  <a:pt x="71437" y="48936"/>
                </a:lnTo>
                <a:lnTo>
                  <a:pt x="57150" y="19096"/>
                </a:lnTo>
                <a:lnTo>
                  <a:pt x="14287" y="0"/>
                </a:lnTo>
                <a:close/>
              </a:path>
              <a:path w="212089" h="481330">
                <a:moveTo>
                  <a:pt x="143932" y="434860"/>
                </a:moveTo>
                <a:lnTo>
                  <a:pt x="93661" y="434860"/>
                </a:lnTo>
                <a:lnTo>
                  <a:pt x="57150" y="438043"/>
                </a:lnTo>
                <a:lnTo>
                  <a:pt x="156994" y="438043"/>
                </a:lnTo>
                <a:lnTo>
                  <a:pt x="143932" y="43486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7"/>
          <p:cNvSpPr/>
          <p:nvPr/>
        </p:nvSpPr>
        <p:spPr>
          <a:xfrm>
            <a:off x="1877484" y="2260601"/>
            <a:ext cx="212090" cy="481330"/>
          </a:xfrm>
          <a:custGeom>
            <a:avLst/>
            <a:gdLst/>
            <a:ahLst/>
            <a:cxnLst/>
            <a:rect l="l" t="t" r="r" b="b"/>
            <a:pathLst>
              <a:path w="212089" h="481330">
                <a:moveTo>
                  <a:pt x="14287" y="0"/>
                </a:moveTo>
                <a:lnTo>
                  <a:pt x="57149" y="19097"/>
                </a:lnTo>
                <a:lnTo>
                  <a:pt x="71437" y="48936"/>
                </a:lnTo>
                <a:lnTo>
                  <a:pt x="86253" y="126917"/>
                </a:lnTo>
                <a:lnTo>
                  <a:pt x="86253" y="202510"/>
                </a:lnTo>
                <a:lnTo>
                  <a:pt x="78845" y="283674"/>
                </a:lnTo>
                <a:lnTo>
                  <a:pt x="57149" y="356880"/>
                </a:lnTo>
                <a:lnTo>
                  <a:pt x="39687" y="405419"/>
                </a:lnTo>
                <a:lnTo>
                  <a:pt x="39687" y="432075"/>
                </a:lnTo>
                <a:lnTo>
                  <a:pt x="57149" y="438044"/>
                </a:lnTo>
                <a:lnTo>
                  <a:pt x="93662" y="434861"/>
                </a:lnTo>
                <a:lnTo>
                  <a:pt x="143932" y="434861"/>
                </a:lnTo>
                <a:lnTo>
                  <a:pt x="201082" y="448786"/>
                </a:lnTo>
                <a:lnTo>
                  <a:pt x="211665" y="459528"/>
                </a:lnTo>
                <a:lnTo>
                  <a:pt x="201082" y="472657"/>
                </a:lnTo>
                <a:lnTo>
                  <a:pt x="175682" y="481012"/>
                </a:lnTo>
                <a:lnTo>
                  <a:pt x="150811" y="467485"/>
                </a:lnTo>
                <a:lnTo>
                  <a:pt x="118532" y="461915"/>
                </a:lnTo>
                <a:lnTo>
                  <a:pt x="75141" y="459528"/>
                </a:lnTo>
                <a:lnTo>
                  <a:pt x="35983" y="459528"/>
                </a:lnTo>
                <a:lnTo>
                  <a:pt x="14287" y="461915"/>
                </a:lnTo>
                <a:lnTo>
                  <a:pt x="0" y="453958"/>
                </a:lnTo>
                <a:lnTo>
                  <a:pt x="3704" y="443216"/>
                </a:lnTo>
                <a:lnTo>
                  <a:pt x="6879" y="410591"/>
                </a:lnTo>
                <a:lnTo>
                  <a:pt x="14287" y="380752"/>
                </a:lnTo>
                <a:lnTo>
                  <a:pt x="35983" y="332213"/>
                </a:lnTo>
                <a:lnTo>
                  <a:pt x="50270" y="270545"/>
                </a:lnTo>
                <a:lnTo>
                  <a:pt x="53974" y="213252"/>
                </a:lnTo>
                <a:lnTo>
                  <a:pt x="50270" y="140842"/>
                </a:lnTo>
                <a:lnTo>
                  <a:pt x="32808" y="89518"/>
                </a:lnTo>
                <a:lnTo>
                  <a:pt x="6879" y="62464"/>
                </a:lnTo>
                <a:lnTo>
                  <a:pt x="0" y="37796"/>
                </a:lnTo>
                <a:lnTo>
                  <a:pt x="6879" y="16312"/>
                </a:lnTo>
                <a:lnTo>
                  <a:pt x="14287"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8"/>
          <p:cNvSpPr/>
          <p:nvPr/>
        </p:nvSpPr>
        <p:spPr>
          <a:xfrm>
            <a:off x="1703917" y="2259013"/>
            <a:ext cx="196850" cy="517525"/>
          </a:xfrm>
          <a:custGeom>
            <a:avLst/>
            <a:gdLst/>
            <a:ahLst/>
            <a:cxnLst/>
            <a:rect l="l" t="t" r="r" b="b"/>
            <a:pathLst>
              <a:path w="196850" h="517525">
                <a:moveTo>
                  <a:pt x="153457" y="0"/>
                </a:moveTo>
                <a:lnTo>
                  <a:pt x="124882" y="13493"/>
                </a:lnTo>
                <a:lnTo>
                  <a:pt x="121178" y="40481"/>
                </a:lnTo>
                <a:lnTo>
                  <a:pt x="132290" y="83739"/>
                </a:lnTo>
                <a:lnTo>
                  <a:pt x="135995" y="134937"/>
                </a:lnTo>
                <a:lnTo>
                  <a:pt x="139700" y="196850"/>
                </a:lnTo>
                <a:lnTo>
                  <a:pt x="132290" y="255983"/>
                </a:lnTo>
                <a:lnTo>
                  <a:pt x="117475" y="294083"/>
                </a:lnTo>
                <a:lnTo>
                  <a:pt x="96307" y="336946"/>
                </a:lnTo>
                <a:lnTo>
                  <a:pt x="75140" y="377427"/>
                </a:lnTo>
                <a:lnTo>
                  <a:pt x="17462" y="409971"/>
                </a:lnTo>
                <a:lnTo>
                  <a:pt x="0" y="423068"/>
                </a:lnTo>
                <a:lnTo>
                  <a:pt x="0" y="436562"/>
                </a:lnTo>
                <a:lnTo>
                  <a:pt x="17462" y="444500"/>
                </a:lnTo>
                <a:lnTo>
                  <a:pt x="39157" y="452833"/>
                </a:lnTo>
                <a:lnTo>
                  <a:pt x="71437" y="469106"/>
                </a:lnTo>
                <a:lnTo>
                  <a:pt x="100012" y="484981"/>
                </a:lnTo>
                <a:lnTo>
                  <a:pt x="114300" y="504031"/>
                </a:lnTo>
                <a:lnTo>
                  <a:pt x="124882" y="517525"/>
                </a:lnTo>
                <a:lnTo>
                  <a:pt x="153457" y="517525"/>
                </a:lnTo>
                <a:lnTo>
                  <a:pt x="178328" y="509587"/>
                </a:lnTo>
                <a:lnTo>
                  <a:pt x="178328" y="498871"/>
                </a:lnTo>
                <a:lnTo>
                  <a:pt x="146578" y="471883"/>
                </a:lnTo>
                <a:lnTo>
                  <a:pt x="103187" y="455612"/>
                </a:lnTo>
                <a:lnTo>
                  <a:pt x="75140" y="439339"/>
                </a:lnTo>
                <a:lnTo>
                  <a:pt x="75140" y="431402"/>
                </a:lnTo>
                <a:lnTo>
                  <a:pt x="71437" y="420687"/>
                </a:lnTo>
                <a:lnTo>
                  <a:pt x="96307" y="401637"/>
                </a:lnTo>
                <a:lnTo>
                  <a:pt x="121178" y="347662"/>
                </a:lnTo>
                <a:lnTo>
                  <a:pt x="153457" y="288527"/>
                </a:lnTo>
                <a:lnTo>
                  <a:pt x="178328" y="194468"/>
                </a:lnTo>
                <a:lnTo>
                  <a:pt x="192615" y="99614"/>
                </a:lnTo>
                <a:lnTo>
                  <a:pt x="196850" y="29764"/>
                </a:lnTo>
                <a:lnTo>
                  <a:pt x="178328" y="7937"/>
                </a:lnTo>
                <a:lnTo>
                  <a:pt x="153457"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9"/>
          <p:cNvSpPr/>
          <p:nvPr/>
        </p:nvSpPr>
        <p:spPr>
          <a:xfrm>
            <a:off x="1703917" y="2259013"/>
            <a:ext cx="196850" cy="517525"/>
          </a:xfrm>
          <a:custGeom>
            <a:avLst/>
            <a:gdLst/>
            <a:ahLst/>
            <a:cxnLst/>
            <a:rect l="l" t="t" r="r" b="b"/>
            <a:pathLst>
              <a:path w="196850" h="517525">
                <a:moveTo>
                  <a:pt x="124883" y="13493"/>
                </a:moveTo>
                <a:lnTo>
                  <a:pt x="153458" y="0"/>
                </a:lnTo>
                <a:lnTo>
                  <a:pt x="178329" y="7937"/>
                </a:lnTo>
                <a:lnTo>
                  <a:pt x="196849" y="29765"/>
                </a:lnTo>
                <a:lnTo>
                  <a:pt x="192616" y="99615"/>
                </a:lnTo>
                <a:lnTo>
                  <a:pt x="178329" y="194468"/>
                </a:lnTo>
                <a:lnTo>
                  <a:pt x="153458" y="288528"/>
                </a:lnTo>
                <a:lnTo>
                  <a:pt x="121179" y="347662"/>
                </a:lnTo>
                <a:lnTo>
                  <a:pt x="96308" y="401637"/>
                </a:lnTo>
                <a:lnTo>
                  <a:pt x="71437" y="420687"/>
                </a:lnTo>
                <a:lnTo>
                  <a:pt x="75141" y="431403"/>
                </a:lnTo>
                <a:lnTo>
                  <a:pt x="75141" y="439340"/>
                </a:lnTo>
                <a:lnTo>
                  <a:pt x="103187" y="455612"/>
                </a:lnTo>
                <a:lnTo>
                  <a:pt x="146579" y="471884"/>
                </a:lnTo>
                <a:lnTo>
                  <a:pt x="178329" y="498871"/>
                </a:lnTo>
                <a:lnTo>
                  <a:pt x="178329" y="509587"/>
                </a:lnTo>
                <a:lnTo>
                  <a:pt x="153458" y="517524"/>
                </a:lnTo>
                <a:lnTo>
                  <a:pt x="124883" y="517524"/>
                </a:lnTo>
                <a:lnTo>
                  <a:pt x="114299" y="504031"/>
                </a:lnTo>
                <a:lnTo>
                  <a:pt x="100012" y="484981"/>
                </a:lnTo>
                <a:lnTo>
                  <a:pt x="71437" y="469106"/>
                </a:lnTo>
                <a:lnTo>
                  <a:pt x="39158" y="452834"/>
                </a:lnTo>
                <a:lnTo>
                  <a:pt x="17462" y="444499"/>
                </a:lnTo>
                <a:lnTo>
                  <a:pt x="0" y="436562"/>
                </a:lnTo>
                <a:lnTo>
                  <a:pt x="0" y="423068"/>
                </a:lnTo>
                <a:lnTo>
                  <a:pt x="17462" y="409971"/>
                </a:lnTo>
                <a:lnTo>
                  <a:pt x="52916" y="398859"/>
                </a:lnTo>
                <a:lnTo>
                  <a:pt x="75141" y="377428"/>
                </a:lnTo>
                <a:lnTo>
                  <a:pt x="96308" y="336946"/>
                </a:lnTo>
                <a:lnTo>
                  <a:pt x="117474" y="294084"/>
                </a:lnTo>
                <a:lnTo>
                  <a:pt x="132291" y="255984"/>
                </a:lnTo>
                <a:lnTo>
                  <a:pt x="139699" y="196849"/>
                </a:lnTo>
                <a:lnTo>
                  <a:pt x="135995" y="134937"/>
                </a:lnTo>
                <a:lnTo>
                  <a:pt x="132291" y="83740"/>
                </a:lnTo>
                <a:lnTo>
                  <a:pt x="121179" y="40481"/>
                </a:lnTo>
                <a:lnTo>
                  <a:pt x="124883" y="13493"/>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30"/>
          <p:cNvSpPr/>
          <p:nvPr/>
        </p:nvSpPr>
        <p:spPr>
          <a:xfrm>
            <a:off x="1957917" y="1911350"/>
            <a:ext cx="480695" cy="306705"/>
          </a:xfrm>
          <a:custGeom>
            <a:avLst/>
            <a:gdLst/>
            <a:ahLst/>
            <a:cxnLst/>
            <a:rect l="l" t="t" r="r" b="b"/>
            <a:pathLst>
              <a:path w="480694" h="306705">
                <a:moveTo>
                  <a:pt x="11099" y="0"/>
                </a:moveTo>
                <a:lnTo>
                  <a:pt x="0" y="13459"/>
                </a:lnTo>
                <a:lnTo>
                  <a:pt x="0" y="37209"/>
                </a:lnTo>
                <a:lnTo>
                  <a:pt x="11099" y="77586"/>
                </a:lnTo>
                <a:lnTo>
                  <a:pt x="68715" y="131818"/>
                </a:lnTo>
                <a:lnTo>
                  <a:pt x="118931" y="182882"/>
                </a:lnTo>
                <a:lnTo>
                  <a:pt x="158046" y="206634"/>
                </a:lnTo>
                <a:lnTo>
                  <a:pt x="190290" y="223259"/>
                </a:lnTo>
                <a:lnTo>
                  <a:pt x="287021" y="247011"/>
                </a:lnTo>
                <a:lnTo>
                  <a:pt x="380579" y="254928"/>
                </a:lnTo>
                <a:lnTo>
                  <a:pt x="409124" y="268782"/>
                </a:lnTo>
                <a:lnTo>
                  <a:pt x="426567" y="306388"/>
                </a:lnTo>
                <a:lnTo>
                  <a:pt x="437667" y="306388"/>
                </a:lnTo>
                <a:lnTo>
                  <a:pt x="426567" y="268782"/>
                </a:lnTo>
                <a:lnTo>
                  <a:pt x="430795" y="263636"/>
                </a:lnTo>
                <a:lnTo>
                  <a:pt x="446847" y="263636"/>
                </a:lnTo>
                <a:lnTo>
                  <a:pt x="441366" y="257698"/>
                </a:lnTo>
                <a:lnTo>
                  <a:pt x="448238" y="254928"/>
                </a:lnTo>
                <a:lnTo>
                  <a:pt x="480482" y="254928"/>
                </a:lnTo>
                <a:lnTo>
                  <a:pt x="480482" y="252552"/>
                </a:lnTo>
                <a:lnTo>
                  <a:pt x="430795" y="249781"/>
                </a:lnTo>
                <a:lnTo>
                  <a:pt x="430795" y="247011"/>
                </a:lnTo>
                <a:lnTo>
                  <a:pt x="435885" y="241865"/>
                </a:lnTo>
                <a:lnTo>
                  <a:pt x="391152" y="241865"/>
                </a:lnTo>
                <a:lnTo>
                  <a:pt x="301292" y="231176"/>
                </a:lnTo>
                <a:lnTo>
                  <a:pt x="229933" y="212176"/>
                </a:lnTo>
                <a:lnTo>
                  <a:pt x="179717" y="185653"/>
                </a:lnTo>
                <a:lnTo>
                  <a:pt x="122631" y="131818"/>
                </a:lnTo>
                <a:lnTo>
                  <a:pt x="75586" y="75211"/>
                </a:lnTo>
                <a:lnTo>
                  <a:pt x="58144" y="21376"/>
                </a:lnTo>
                <a:lnTo>
                  <a:pt x="32772" y="2771"/>
                </a:lnTo>
                <a:lnTo>
                  <a:pt x="11099" y="0"/>
                </a:lnTo>
                <a:close/>
              </a:path>
              <a:path w="480694" h="306705">
                <a:moveTo>
                  <a:pt x="446847" y="263636"/>
                </a:moveTo>
                <a:lnTo>
                  <a:pt x="430795" y="263636"/>
                </a:lnTo>
                <a:lnTo>
                  <a:pt x="462511" y="287387"/>
                </a:lnTo>
                <a:lnTo>
                  <a:pt x="466210" y="284617"/>
                </a:lnTo>
                <a:lnTo>
                  <a:pt x="446847" y="263636"/>
                </a:lnTo>
                <a:close/>
              </a:path>
              <a:path w="480694" h="306705">
                <a:moveTo>
                  <a:pt x="480482" y="254928"/>
                </a:moveTo>
                <a:lnTo>
                  <a:pt x="448238" y="254928"/>
                </a:lnTo>
                <a:lnTo>
                  <a:pt x="476782" y="260469"/>
                </a:lnTo>
                <a:lnTo>
                  <a:pt x="480482" y="254928"/>
                </a:lnTo>
                <a:close/>
              </a:path>
              <a:path w="480694" h="306705">
                <a:moveTo>
                  <a:pt x="448238" y="220488"/>
                </a:moveTo>
                <a:lnTo>
                  <a:pt x="437667" y="220488"/>
                </a:lnTo>
                <a:lnTo>
                  <a:pt x="419695" y="241865"/>
                </a:lnTo>
                <a:lnTo>
                  <a:pt x="435885" y="241865"/>
                </a:lnTo>
                <a:lnTo>
                  <a:pt x="451939" y="225634"/>
                </a:lnTo>
                <a:lnTo>
                  <a:pt x="448238" y="220488"/>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1" name="object 31"/>
          <p:cNvSpPr/>
          <p:nvPr/>
        </p:nvSpPr>
        <p:spPr>
          <a:xfrm>
            <a:off x="1957916" y="1911350"/>
            <a:ext cx="480695" cy="306705"/>
          </a:xfrm>
          <a:custGeom>
            <a:avLst/>
            <a:gdLst/>
            <a:ahLst/>
            <a:cxnLst/>
            <a:rect l="l" t="t" r="r" b="b"/>
            <a:pathLst>
              <a:path w="480694" h="306705">
                <a:moveTo>
                  <a:pt x="11100" y="0"/>
                </a:moveTo>
                <a:lnTo>
                  <a:pt x="0" y="13458"/>
                </a:lnTo>
                <a:lnTo>
                  <a:pt x="0" y="37209"/>
                </a:lnTo>
                <a:lnTo>
                  <a:pt x="11100" y="77586"/>
                </a:lnTo>
                <a:lnTo>
                  <a:pt x="68715" y="131817"/>
                </a:lnTo>
                <a:lnTo>
                  <a:pt x="118931" y="182882"/>
                </a:lnTo>
                <a:lnTo>
                  <a:pt x="158046" y="206633"/>
                </a:lnTo>
                <a:lnTo>
                  <a:pt x="190290" y="223259"/>
                </a:lnTo>
                <a:lnTo>
                  <a:pt x="287021" y="247010"/>
                </a:lnTo>
                <a:lnTo>
                  <a:pt x="380580" y="254927"/>
                </a:lnTo>
                <a:lnTo>
                  <a:pt x="409123" y="268782"/>
                </a:lnTo>
                <a:lnTo>
                  <a:pt x="426567" y="306387"/>
                </a:lnTo>
                <a:lnTo>
                  <a:pt x="437667" y="306387"/>
                </a:lnTo>
                <a:lnTo>
                  <a:pt x="426567" y="268782"/>
                </a:lnTo>
                <a:lnTo>
                  <a:pt x="430795" y="263636"/>
                </a:lnTo>
                <a:lnTo>
                  <a:pt x="462511" y="287387"/>
                </a:lnTo>
                <a:lnTo>
                  <a:pt x="466211" y="284616"/>
                </a:lnTo>
                <a:lnTo>
                  <a:pt x="441367" y="257698"/>
                </a:lnTo>
                <a:lnTo>
                  <a:pt x="448239" y="254927"/>
                </a:lnTo>
                <a:lnTo>
                  <a:pt x="476782" y="260469"/>
                </a:lnTo>
                <a:lnTo>
                  <a:pt x="480482" y="254927"/>
                </a:lnTo>
                <a:lnTo>
                  <a:pt x="480482" y="252552"/>
                </a:lnTo>
                <a:lnTo>
                  <a:pt x="430795" y="249781"/>
                </a:lnTo>
                <a:lnTo>
                  <a:pt x="430795" y="247010"/>
                </a:lnTo>
                <a:lnTo>
                  <a:pt x="451939" y="225634"/>
                </a:lnTo>
                <a:lnTo>
                  <a:pt x="448239" y="220488"/>
                </a:lnTo>
                <a:lnTo>
                  <a:pt x="437667" y="220488"/>
                </a:lnTo>
                <a:lnTo>
                  <a:pt x="419695" y="241864"/>
                </a:lnTo>
                <a:lnTo>
                  <a:pt x="391152" y="241864"/>
                </a:lnTo>
                <a:lnTo>
                  <a:pt x="301292" y="231176"/>
                </a:lnTo>
                <a:lnTo>
                  <a:pt x="229934" y="212175"/>
                </a:lnTo>
                <a:lnTo>
                  <a:pt x="179718" y="185653"/>
                </a:lnTo>
                <a:lnTo>
                  <a:pt x="122631" y="131817"/>
                </a:lnTo>
                <a:lnTo>
                  <a:pt x="75587" y="75211"/>
                </a:lnTo>
                <a:lnTo>
                  <a:pt x="58144" y="21375"/>
                </a:lnTo>
                <a:lnTo>
                  <a:pt x="32772" y="2770"/>
                </a:lnTo>
                <a:lnTo>
                  <a:pt x="11100"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2"/>
          <p:cNvSpPr/>
          <p:nvPr/>
        </p:nvSpPr>
        <p:spPr>
          <a:xfrm>
            <a:off x="1651000" y="1901825"/>
            <a:ext cx="262890" cy="269875"/>
          </a:xfrm>
          <a:custGeom>
            <a:avLst/>
            <a:gdLst/>
            <a:ahLst/>
            <a:cxnLst/>
            <a:rect l="l" t="t" r="r" b="b"/>
            <a:pathLst>
              <a:path w="262889" h="269875">
                <a:moveTo>
                  <a:pt x="251841" y="0"/>
                </a:moveTo>
                <a:lnTo>
                  <a:pt x="233776" y="0"/>
                </a:lnTo>
                <a:lnTo>
                  <a:pt x="205085" y="11112"/>
                </a:lnTo>
                <a:lnTo>
                  <a:pt x="176394" y="26987"/>
                </a:lnTo>
                <a:lnTo>
                  <a:pt x="136546" y="54372"/>
                </a:lnTo>
                <a:lnTo>
                  <a:pt x="89791" y="78581"/>
                </a:lnTo>
                <a:lnTo>
                  <a:pt x="24970" y="116285"/>
                </a:lnTo>
                <a:lnTo>
                  <a:pt x="0" y="132556"/>
                </a:lnTo>
                <a:lnTo>
                  <a:pt x="0" y="148431"/>
                </a:lnTo>
                <a:lnTo>
                  <a:pt x="28690" y="170260"/>
                </a:lnTo>
                <a:lnTo>
                  <a:pt x="79165" y="197247"/>
                </a:lnTo>
                <a:lnTo>
                  <a:pt x="129639" y="213518"/>
                </a:lnTo>
                <a:lnTo>
                  <a:pt x="165768" y="226616"/>
                </a:lnTo>
                <a:lnTo>
                  <a:pt x="165768" y="240506"/>
                </a:lnTo>
                <a:lnTo>
                  <a:pt x="157798" y="251222"/>
                </a:lnTo>
                <a:lnTo>
                  <a:pt x="169487" y="269875"/>
                </a:lnTo>
                <a:lnTo>
                  <a:pt x="244933" y="269875"/>
                </a:lnTo>
                <a:lnTo>
                  <a:pt x="255559" y="259160"/>
                </a:lnTo>
                <a:lnTo>
                  <a:pt x="258747" y="248443"/>
                </a:lnTo>
                <a:lnTo>
                  <a:pt x="222618" y="223837"/>
                </a:lnTo>
                <a:lnTo>
                  <a:pt x="176394" y="205185"/>
                </a:lnTo>
                <a:lnTo>
                  <a:pt x="125920" y="191691"/>
                </a:lnTo>
                <a:lnTo>
                  <a:pt x="71727" y="162322"/>
                </a:lnTo>
                <a:lnTo>
                  <a:pt x="54193" y="148431"/>
                </a:lnTo>
                <a:lnTo>
                  <a:pt x="82353" y="129778"/>
                </a:lnTo>
                <a:lnTo>
                  <a:pt x="132826" y="107950"/>
                </a:lnTo>
                <a:lnTo>
                  <a:pt x="176394" y="84137"/>
                </a:lnTo>
                <a:lnTo>
                  <a:pt x="226338" y="75406"/>
                </a:lnTo>
                <a:lnTo>
                  <a:pt x="244933" y="59531"/>
                </a:lnTo>
                <a:lnTo>
                  <a:pt x="262467" y="26987"/>
                </a:lnTo>
                <a:lnTo>
                  <a:pt x="251841"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3" name="object 33"/>
          <p:cNvSpPr/>
          <p:nvPr/>
        </p:nvSpPr>
        <p:spPr>
          <a:xfrm>
            <a:off x="1651000" y="1901825"/>
            <a:ext cx="262890" cy="269875"/>
          </a:xfrm>
          <a:custGeom>
            <a:avLst/>
            <a:gdLst/>
            <a:ahLst/>
            <a:cxnLst/>
            <a:rect l="l" t="t" r="r" b="b"/>
            <a:pathLst>
              <a:path w="262889" h="269875">
                <a:moveTo>
                  <a:pt x="176394" y="26987"/>
                </a:moveTo>
                <a:lnTo>
                  <a:pt x="205085" y="11112"/>
                </a:lnTo>
                <a:lnTo>
                  <a:pt x="233776" y="0"/>
                </a:lnTo>
                <a:lnTo>
                  <a:pt x="251840" y="0"/>
                </a:lnTo>
                <a:lnTo>
                  <a:pt x="262466" y="26987"/>
                </a:lnTo>
                <a:lnTo>
                  <a:pt x="244933" y="59531"/>
                </a:lnTo>
                <a:lnTo>
                  <a:pt x="226337" y="75406"/>
                </a:lnTo>
                <a:lnTo>
                  <a:pt x="176394" y="84137"/>
                </a:lnTo>
                <a:lnTo>
                  <a:pt x="132827" y="107949"/>
                </a:lnTo>
                <a:lnTo>
                  <a:pt x="82352" y="129778"/>
                </a:lnTo>
                <a:lnTo>
                  <a:pt x="54193" y="148431"/>
                </a:lnTo>
                <a:lnTo>
                  <a:pt x="71726" y="162321"/>
                </a:lnTo>
                <a:lnTo>
                  <a:pt x="125920" y="191690"/>
                </a:lnTo>
                <a:lnTo>
                  <a:pt x="176394" y="205184"/>
                </a:lnTo>
                <a:lnTo>
                  <a:pt x="222618" y="223837"/>
                </a:lnTo>
                <a:lnTo>
                  <a:pt x="258747" y="248443"/>
                </a:lnTo>
                <a:lnTo>
                  <a:pt x="255559" y="259159"/>
                </a:lnTo>
                <a:lnTo>
                  <a:pt x="244933" y="269875"/>
                </a:lnTo>
                <a:lnTo>
                  <a:pt x="205085" y="269875"/>
                </a:lnTo>
                <a:lnTo>
                  <a:pt x="169487" y="269875"/>
                </a:lnTo>
                <a:lnTo>
                  <a:pt x="157798" y="251221"/>
                </a:lnTo>
                <a:lnTo>
                  <a:pt x="165768" y="240506"/>
                </a:lnTo>
                <a:lnTo>
                  <a:pt x="165768" y="226615"/>
                </a:lnTo>
                <a:lnTo>
                  <a:pt x="129639" y="213518"/>
                </a:lnTo>
                <a:lnTo>
                  <a:pt x="79165" y="197246"/>
                </a:lnTo>
                <a:lnTo>
                  <a:pt x="28690" y="170259"/>
                </a:lnTo>
                <a:lnTo>
                  <a:pt x="0" y="148431"/>
                </a:lnTo>
                <a:lnTo>
                  <a:pt x="0" y="132556"/>
                </a:lnTo>
                <a:lnTo>
                  <a:pt x="24971" y="116284"/>
                </a:lnTo>
                <a:lnTo>
                  <a:pt x="89791" y="78581"/>
                </a:lnTo>
                <a:lnTo>
                  <a:pt x="136546" y="54371"/>
                </a:lnTo>
                <a:lnTo>
                  <a:pt x="176394" y="26987"/>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4" name="object 34"/>
          <p:cNvSpPr/>
          <p:nvPr/>
        </p:nvSpPr>
        <p:spPr>
          <a:xfrm>
            <a:off x="1879071" y="4414837"/>
            <a:ext cx="206374" cy="214312"/>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5" name="object 35"/>
          <p:cNvSpPr/>
          <p:nvPr/>
        </p:nvSpPr>
        <p:spPr>
          <a:xfrm>
            <a:off x="1811867" y="4632325"/>
            <a:ext cx="201295" cy="455930"/>
          </a:xfrm>
          <a:custGeom>
            <a:avLst/>
            <a:gdLst/>
            <a:ahLst/>
            <a:cxnLst/>
            <a:rect l="l" t="t" r="r" b="b"/>
            <a:pathLst>
              <a:path w="201294" h="455929">
                <a:moveTo>
                  <a:pt x="115131" y="0"/>
                </a:moveTo>
                <a:lnTo>
                  <a:pt x="90195" y="8335"/>
                </a:lnTo>
                <a:lnTo>
                  <a:pt x="68972" y="36116"/>
                </a:lnTo>
                <a:lnTo>
                  <a:pt x="54117" y="80566"/>
                </a:lnTo>
                <a:lnTo>
                  <a:pt x="50402" y="145653"/>
                </a:lnTo>
                <a:lnTo>
                  <a:pt x="50402" y="218281"/>
                </a:lnTo>
                <a:lnTo>
                  <a:pt x="39791" y="266700"/>
                </a:lnTo>
                <a:lnTo>
                  <a:pt x="18568" y="285750"/>
                </a:lnTo>
                <a:lnTo>
                  <a:pt x="0" y="361156"/>
                </a:lnTo>
                <a:lnTo>
                  <a:pt x="0" y="404416"/>
                </a:lnTo>
                <a:lnTo>
                  <a:pt x="18568" y="447278"/>
                </a:lnTo>
                <a:lnTo>
                  <a:pt x="57830" y="455612"/>
                </a:lnTo>
                <a:lnTo>
                  <a:pt x="100806" y="455612"/>
                </a:lnTo>
                <a:lnTo>
                  <a:pt x="147495" y="434181"/>
                </a:lnTo>
                <a:lnTo>
                  <a:pt x="186757" y="388143"/>
                </a:lnTo>
                <a:lnTo>
                  <a:pt x="201082" y="307181"/>
                </a:lnTo>
                <a:lnTo>
                  <a:pt x="201082" y="245268"/>
                </a:lnTo>
                <a:lnTo>
                  <a:pt x="197368" y="150812"/>
                </a:lnTo>
                <a:lnTo>
                  <a:pt x="190470" y="83741"/>
                </a:lnTo>
                <a:lnTo>
                  <a:pt x="165534" y="21431"/>
                </a:lnTo>
                <a:lnTo>
                  <a:pt x="147495" y="2778"/>
                </a:lnTo>
                <a:lnTo>
                  <a:pt x="115131"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6" name="object 36"/>
          <p:cNvSpPr/>
          <p:nvPr/>
        </p:nvSpPr>
        <p:spPr>
          <a:xfrm>
            <a:off x="1811867" y="4632325"/>
            <a:ext cx="201295" cy="455930"/>
          </a:xfrm>
          <a:custGeom>
            <a:avLst/>
            <a:gdLst/>
            <a:ahLst/>
            <a:cxnLst/>
            <a:rect l="l" t="t" r="r" b="b"/>
            <a:pathLst>
              <a:path w="201294" h="455929">
                <a:moveTo>
                  <a:pt x="54117" y="80565"/>
                </a:moveTo>
                <a:lnTo>
                  <a:pt x="68973" y="36115"/>
                </a:lnTo>
                <a:lnTo>
                  <a:pt x="90195" y="8334"/>
                </a:lnTo>
                <a:lnTo>
                  <a:pt x="115131" y="0"/>
                </a:lnTo>
                <a:lnTo>
                  <a:pt x="147496" y="2778"/>
                </a:lnTo>
                <a:lnTo>
                  <a:pt x="165535" y="21431"/>
                </a:lnTo>
                <a:lnTo>
                  <a:pt x="190471" y="83740"/>
                </a:lnTo>
                <a:lnTo>
                  <a:pt x="197368" y="150812"/>
                </a:lnTo>
                <a:lnTo>
                  <a:pt x="201082" y="245268"/>
                </a:lnTo>
                <a:lnTo>
                  <a:pt x="201082" y="307181"/>
                </a:lnTo>
                <a:lnTo>
                  <a:pt x="186757" y="388144"/>
                </a:lnTo>
                <a:lnTo>
                  <a:pt x="147496" y="434181"/>
                </a:lnTo>
                <a:lnTo>
                  <a:pt x="100806" y="455612"/>
                </a:lnTo>
                <a:lnTo>
                  <a:pt x="57831" y="455612"/>
                </a:lnTo>
                <a:lnTo>
                  <a:pt x="18569" y="447278"/>
                </a:lnTo>
                <a:lnTo>
                  <a:pt x="0" y="404415"/>
                </a:lnTo>
                <a:lnTo>
                  <a:pt x="0" y="361156"/>
                </a:lnTo>
                <a:lnTo>
                  <a:pt x="18569" y="285750"/>
                </a:lnTo>
                <a:lnTo>
                  <a:pt x="39792" y="266700"/>
                </a:lnTo>
                <a:lnTo>
                  <a:pt x="50403" y="218281"/>
                </a:lnTo>
                <a:lnTo>
                  <a:pt x="50403" y="145653"/>
                </a:lnTo>
                <a:lnTo>
                  <a:pt x="54117" y="80565"/>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7" name="object 37"/>
          <p:cNvSpPr/>
          <p:nvPr/>
        </p:nvSpPr>
        <p:spPr>
          <a:xfrm>
            <a:off x="1877484" y="5003800"/>
            <a:ext cx="212090" cy="481330"/>
          </a:xfrm>
          <a:custGeom>
            <a:avLst/>
            <a:gdLst/>
            <a:ahLst/>
            <a:cxnLst/>
            <a:rect l="l" t="t" r="r" b="b"/>
            <a:pathLst>
              <a:path w="212089" h="481329">
                <a:moveTo>
                  <a:pt x="211665" y="459529"/>
                </a:moveTo>
                <a:lnTo>
                  <a:pt x="75140" y="459529"/>
                </a:lnTo>
                <a:lnTo>
                  <a:pt x="118532" y="461915"/>
                </a:lnTo>
                <a:lnTo>
                  <a:pt x="150811" y="467485"/>
                </a:lnTo>
                <a:lnTo>
                  <a:pt x="175682" y="481013"/>
                </a:lnTo>
                <a:lnTo>
                  <a:pt x="201082" y="472658"/>
                </a:lnTo>
                <a:lnTo>
                  <a:pt x="211665" y="459529"/>
                </a:lnTo>
                <a:close/>
              </a:path>
              <a:path w="212089" h="481329">
                <a:moveTo>
                  <a:pt x="14287" y="0"/>
                </a:moveTo>
                <a:lnTo>
                  <a:pt x="6878" y="16311"/>
                </a:lnTo>
                <a:lnTo>
                  <a:pt x="0" y="37796"/>
                </a:lnTo>
                <a:lnTo>
                  <a:pt x="6878" y="62463"/>
                </a:lnTo>
                <a:lnTo>
                  <a:pt x="32807" y="89518"/>
                </a:lnTo>
                <a:lnTo>
                  <a:pt x="50270" y="140843"/>
                </a:lnTo>
                <a:lnTo>
                  <a:pt x="53975" y="213253"/>
                </a:lnTo>
                <a:lnTo>
                  <a:pt x="50270" y="270545"/>
                </a:lnTo>
                <a:lnTo>
                  <a:pt x="35982" y="332212"/>
                </a:lnTo>
                <a:lnTo>
                  <a:pt x="14287" y="380752"/>
                </a:lnTo>
                <a:lnTo>
                  <a:pt x="6878" y="410592"/>
                </a:lnTo>
                <a:lnTo>
                  <a:pt x="3703" y="443216"/>
                </a:lnTo>
                <a:lnTo>
                  <a:pt x="0" y="453958"/>
                </a:lnTo>
                <a:lnTo>
                  <a:pt x="14287" y="461915"/>
                </a:lnTo>
                <a:lnTo>
                  <a:pt x="35982" y="459529"/>
                </a:lnTo>
                <a:lnTo>
                  <a:pt x="211665" y="459529"/>
                </a:lnTo>
                <a:lnTo>
                  <a:pt x="201082" y="448786"/>
                </a:lnTo>
                <a:lnTo>
                  <a:pt x="156995" y="438044"/>
                </a:lnTo>
                <a:lnTo>
                  <a:pt x="57150" y="438044"/>
                </a:lnTo>
                <a:lnTo>
                  <a:pt x="39687" y="432076"/>
                </a:lnTo>
                <a:lnTo>
                  <a:pt x="39687" y="405419"/>
                </a:lnTo>
                <a:lnTo>
                  <a:pt x="57150" y="356880"/>
                </a:lnTo>
                <a:lnTo>
                  <a:pt x="78845" y="283674"/>
                </a:lnTo>
                <a:lnTo>
                  <a:pt x="86253" y="202511"/>
                </a:lnTo>
                <a:lnTo>
                  <a:pt x="86253" y="126917"/>
                </a:lnTo>
                <a:lnTo>
                  <a:pt x="71437" y="48936"/>
                </a:lnTo>
                <a:lnTo>
                  <a:pt x="57150" y="19096"/>
                </a:lnTo>
                <a:lnTo>
                  <a:pt x="14287" y="0"/>
                </a:lnTo>
                <a:close/>
              </a:path>
              <a:path w="212089" h="481329">
                <a:moveTo>
                  <a:pt x="143932" y="434861"/>
                </a:moveTo>
                <a:lnTo>
                  <a:pt x="93661" y="434861"/>
                </a:lnTo>
                <a:lnTo>
                  <a:pt x="57150" y="438044"/>
                </a:lnTo>
                <a:lnTo>
                  <a:pt x="156995" y="438044"/>
                </a:lnTo>
                <a:lnTo>
                  <a:pt x="143932" y="434861"/>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8" name="object 38"/>
          <p:cNvSpPr/>
          <p:nvPr/>
        </p:nvSpPr>
        <p:spPr>
          <a:xfrm>
            <a:off x="1877484" y="5003800"/>
            <a:ext cx="212090" cy="481330"/>
          </a:xfrm>
          <a:custGeom>
            <a:avLst/>
            <a:gdLst/>
            <a:ahLst/>
            <a:cxnLst/>
            <a:rect l="l" t="t" r="r" b="b"/>
            <a:pathLst>
              <a:path w="212089" h="481329">
                <a:moveTo>
                  <a:pt x="14287" y="0"/>
                </a:moveTo>
                <a:lnTo>
                  <a:pt x="57149" y="19097"/>
                </a:lnTo>
                <a:lnTo>
                  <a:pt x="71437" y="48936"/>
                </a:lnTo>
                <a:lnTo>
                  <a:pt x="86253" y="126917"/>
                </a:lnTo>
                <a:lnTo>
                  <a:pt x="86253" y="202510"/>
                </a:lnTo>
                <a:lnTo>
                  <a:pt x="78845" y="283674"/>
                </a:lnTo>
                <a:lnTo>
                  <a:pt x="57149" y="356880"/>
                </a:lnTo>
                <a:lnTo>
                  <a:pt x="39687" y="405419"/>
                </a:lnTo>
                <a:lnTo>
                  <a:pt x="39687" y="432076"/>
                </a:lnTo>
                <a:lnTo>
                  <a:pt x="57149" y="438044"/>
                </a:lnTo>
                <a:lnTo>
                  <a:pt x="93662" y="434861"/>
                </a:lnTo>
                <a:lnTo>
                  <a:pt x="143932" y="434861"/>
                </a:lnTo>
                <a:lnTo>
                  <a:pt x="201082" y="448786"/>
                </a:lnTo>
                <a:lnTo>
                  <a:pt x="211665" y="459528"/>
                </a:lnTo>
                <a:lnTo>
                  <a:pt x="201082" y="472657"/>
                </a:lnTo>
                <a:lnTo>
                  <a:pt x="175682" y="481012"/>
                </a:lnTo>
                <a:lnTo>
                  <a:pt x="150811" y="467485"/>
                </a:lnTo>
                <a:lnTo>
                  <a:pt x="118532" y="461915"/>
                </a:lnTo>
                <a:lnTo>
                  <a:pt x="75141" y="459528"/>
                </a:lnTo>
                <a:lnTo>
                  <a:pt x="35983" y="459528"/>
                </a:lnTo>
                <a:lnTo>
                  <a:pt x="14287" y="461915"/>
                </a:lnTo>
                <a:lnTo>
                  <a:pt x="0" y="453958"/>
                </a:lnTo>
                <a:lnTo>
                  <a:pt x="3704" y="443216"/>
                </a:lnTo>
                <a:lnTo>
                  <a:pt x="6879" y="410591"/>
                </a:lnTo>
                <a:lnTo>
                  <a:pt x="14287" y="380752"/>
                </a:lnTo>
                <a:lnTo>
                  <a:pt x="35983" y="332213"/>
                </a:lnTo>
                <a:lnTo>
                  <a:pt x="50270" y="270544"/>
                </a:lnTo>
                <a:lnTo>
                  <a:pt x="53974" y="213253"/>
                </a:lnTo>
                <a:lnTo>
                  <a:pt x="50270" y="140842"/>
                </a:lnTo>
                <a:lnTo>
                  <a:pt x="32808" y="89518"/>
                </a:lnTo>
                <a:lnTo>
                  <a:pt x="6879" y="62464"/>
                </a:lnTo>
                <a:lnTo>
                  <a:pt x="0" y="37796"/>
                </a:lnTo>
                <a:lnTo>
                  <a:pt x="6879" y="16312"/>
                </a:lnTo>
                <a:lnTo>
                  <a:pt x="14287"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9" name="object 39"/>
          <p:cNvSpPr/>
          <p:nvPr/>
        </p:nvSpPr>
        <p:spPr>
          <a:xfrm>
            <a:off x="1703917" y="5002212"/>
            <a:ext cx="196850" cy="517525"/>
          </a:xfrm>
          <a:custGeom>
            <a:avLst/>
            <a:gdLst/>
            <a:ahLst/>
            <a:cxnLst/>
            <a:rect l="l" t="t" r="r" b="b"/>
            <a:pathLst>
              <a:path w="196850" h="517525">
                <a:moveTo>
                  <a:pt x="153457" y="0"/>
                </a:moveTo>
                <a:lnTo>
                  <a:pt x="124882" y="13493"/>
                </a:lnTo>
                <a:lnTo>
                  <a:pt x="121178" y="40481"/>
                </a:lnTo>
                <a:lnTo>
                  <a:pt x="132290" y="83741"/>
                </a:lnTo>
                <a:lnTo>
                  <a:pt x="135995" y="134937"/>
                </a:lnTo>
                <a:lnTo>
                  <a:pt x="139700" y="196850"/>
                </a:lnTo>
                <a:lnTo>
                  <a:pt x="132290" y="255985"/>
                </a:lnTo>
                <a:lnTo>
                  <a:pt x="117475" y="294085"/>
                </a:lnTo>
                <a:lnTo>
                  <a:pt x="96307" y="336947"/>
                </a:lnTo>
                <a:lnTo>
                  <a:pt x="75140" y="377428"/>
                </a:lnTo>
                <a:lnTo>
                  <a:pt x="17462" y="409972"/>
                </a:lnTo>
                <a:lnTo>
                  <a:pt x="0" y="423068"/>
                </a:lnTo>
                <a:lnTo>
                  <a:pt x="0" y="436562"/>
                </a:lnTo>
                <a:lnTo>
                  <a:pt x="17462" y="444500"/>
                </a:lnTo>
                <a:lnTo>
                  <a:pt x="39157" y="452835"/>
                </a:lnTo>
                <a:lnTo>
                  <a:pt x="71437" y="469106"/>
                </a:lnTo>
                <a:lnTo>
                  <a:pt x="100012" y="484981"/>
                </a:lnTo>
                <a:lnTo>
                  <a:pt x="114300" y="504031"/>
                </a:lnTo>
                <a:lnTo>
                  <a:pt x="124882" y="517525"/>
                </a:lnTo>
                <a:lnTo>
                  <a:pt x="153457" y="517525"/>
                </a:lnTo>
                <a:lnTo>
                  <a:pt x="178328" y="509587"/>
                </a:lnTo>
                <a:lnTo>
                  <a:pt x="178328" y="498872"/>
                </a:lnTo>
                <a:lnTo>
                  <a:pt x="146578" y="471885"/>
                </a:lnTo>
                <a:lnTo>
                  <a:pt x="103187" y="455612"/>
                </a:lnTo>
                <a:lnTo>
                  <a:pt x="75140" y="439341"/>
                </a:lnTo>
                <a:lnTo>
                  <a:pt x="75140" y="431403"/>
                </a:lnTo>
                <a:lnTo>
                  <a:pt x="71437" y="420687"/>
                </a:lnTo>
                <a:lnTo>
                  <a:pt x="96307" y="401637"/>
                </a:lnTo>
                <a:lnTo>
                  <a:pt x="121178" y="347662"/>
                </a:lnTo>
                <a:lnTo>
                  <a:pt x="153457" y="288528"/>
                </a:lnTo>
                <a:lnTo>
                  <a:pt x="178328" y="194468"/>
                </a:lnTo>
                <a:lnTo>
                  <a:pt x="192615" y="99616"/>
                </a:lnTo>
                <a:lnTo>
                  <a:pt x="196850" y="29766"/>
                </a:lnTo>
                <a:lnTo>
                  <a:pt x="178328" y="7937"/>
                </a:lnTo>
                <a:lnTo>
                  <a:pt x="153457"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0" name="object 40"/>
          <p:cNvSpPr/>
          <p:nvPr/>
        </p:nvSpPr>
        <p:spPr>
          <a:xfrm>
            <a:off x="1703917" y="5002212"/>
            <a:ext cx="196850" cy="517525"/>
          </a:xfrm>
          <a:custGeom>
            <a:avLst/>
            <a:gdLst/>
            <a:ahLst/>
            <a:cxnLst/>
            <a:rect l="l" t="t" r="r" b="b"/>
            <a:pathLst>
              <a:path w="196850" h="517525">
                <a:moveTo>
                  <a:pt x="124883" y="13493"/>
                </a:moveTo>
                <a:lnTo>
                  <a:pt x="153458" y="0"/>
                </a:lnTo>
                <a:lnTo>
                  <a:pt x="178329" y="7937"/>
                </a:lnTo>
                <a:lnTo>
                  <a:pt x="196849" y="29765"/>
                </a:lnTo>
                <a:lnTo>
                  <a:pt x="192616" y="99615"/>
                </a:lnTo>
                <a:lnTo>
                  <a:pt x="178329" y="194468"/>
                </a:lnTo>
                <a:lnTo>
                  <a:pt x="153458" y="288527"/>
                </a:lnTo>
                <a:lnTo>
                  <a:pt x="121179" y="347662"/>
                </a:lnTo>
                <a:lnTo>
                  <a:pt x="96308" y="401637"/>
                </a:lnTo>
                <a:lnTo>
                  <a:pt x="71437" y="420687"/>
                </a:lnTo>
                <a:lnTo>
                  <a:pt x="75141" y="431402"/>
                </a:lnTo>
                <a:lnTo>
                  <a:pt x="75141" y="439340"/>
                </a:lnTo>
                <a:lnTo>
                  <a:pt x="103187" y="455612"/>
                </a:lnTo>
                <a:lnTo>
                  <a:pt x="146579" y="471884"/>
                </a:lnTo>
                <a:lnTo>
                  <a:pt x="178329" y="498871"/>
                </a:lnTo>
                <a:lnTo>
                  <a:pt x="178329" y="509587"/>
                </a:lnTo>
                <a:lnTo>
                  <a:pt x="153458" y="517524"/>
                </a:lnTo>
                <a:lnTo>
                  <a:pt x="124883" y="517524"/>
                </a:lnTo>
                <a:lnTo>
                  <a:pt x="114299" y="504031"/>
                </a:lnTo>
                <a:lnTo>
                  <a:pt x="100012" y="484981"/>
                </a:lnTo>
                <a:lnTo>
                  <a:pt x="71437" y="469106"/>
                </a:lnTo>
                <a:lnTo>
                  <a:pt x="39158" y="452834"/>
                </a:lnTo>
                <a:lnTo>
                  <a:pt x="17462" y="444499"/>
                </a:lnTo>
                <a:lnTo>
                  <a:pt x="0" y="436562"/>
                </a:lnTo>
                <a:lnTo>
                  <a:pt x="0" y="423068"/>
                </a:lnTo>
                <a:lnTo>
                  <a:pt x="17462" y="409971"/>
                </a:lnTo>
                <a:lnTo>
                  <a:pt x="52916" y="398859"/>
                </a:lnTo>
                <a:lnTo>
                  <a:pt x="75141" y="377427"/>
                </a:lnTo>
                <a:lnTo>
                  <a:pt x="96308" y="336946"/>
                </a:lnTo>
                <a:lnTo>
                  <a:pt x="117474" y="294084"/>
                </a:lnTo>
                <a:lnTo>
                  <a:pt x="132291" y="255984"/>
                </a:lnTo>
                <a:lnTo>
                  <a:pt x="139699" y="196850"/>
                </a:lnTo>
                <a:lnTo>
                  <a:pt x="135995" y="134937"/>
                </a:lnTo>
                <a:lnTo>
                  <a:pt x="132291" y="83740"/>
                </a:lnTo>
                <a:lnTo>
                  <a:pt x="121179" y="40481"/>
                </a:lnTo>
                <a:lnTo>
                  <a:pt x="124883" y="13493"/>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1" name="object 41"/>
          <p:cNvSpPr/>
          <p:nvPr/>
        </p:nvSpPr>
        <p:spPr>
          <a:xfrm>
            <a:off x="1957917" y="4654550"/>
            <a:ext cx="480695" cy="306705"/>
          </a:xfrm>
          <a:custGeom>
            <a:avLst/>
            <a:gdLst/>
            <a:ahLst/>
            <a:cxnLst/>
            <a:rect l="l" t="t" r="r" b="b"/>
            <a:pathLst>
              <a:path w="480694" h="306704">
                <a:moveTo>
                  <a:pt x="11099" y="0"/>
                </a:moveTo>
                <a:lnTo>
                  <a:pt x="0" y="13459"/>
                </a:lnTo>
                <a:lnTo>
                  <a:pt x="0" y="37209"/>
                </a:lnTo>
                <a:lnTo>
                  <a:pt x="11099" y="77586"/>
                </a:lnTo>
                <a:lnTo>
                  <a:pt x="68715" y="131818"/>
                </a:lnTo>
                <a:lnTo>
                  <a:pt x="118931" y="182882"/>
                </a:lnTo>
                <a:lnTo>
                  <a:pt x="158046" y="206634"/>
                </a:lnTo>
                <a:lnTo>
                  <a:pt x="190290" y="223259"/>
                </a:lnTo>
                <a:lnTo>
                  <a:pt x="287021" y="247009"/>
                </a:lnTo>
                <a:lnTo>
                  <a:pt x="380579" y="254927"/>
                </a:lnTo>
                <a:lnTo>
                  <a:pt x="409124" y="268782"/>
                </a:lnTo>
                <a:lnTo>
                  <a:pt x="426567" y="306387"/>
                </a:lnTo>
                <a:lnTo>
                  <a:pt x="437667" y="306387"/>
                </a:lnTo>
                <a:lnTo>
                  <a:pt x="426567" y="268782"/>
                </a:lnTo>
                <a:lnTo>
                  <a:pt x="430795" y="263636"/>
                </a:lnTo>
                <a:lnTo>
                  <a:pt x="446847" y="263636"/>
                </a:lnTo>
                <a:lnTo>
                  <a:pt x="441366" y="257698"/>
                </a:lnTo>
                <a:lnTo>
                  <a:pt x="448238" y="254927"/>
                </a:lnTo>
                <a:lnTo>
                  <a:pt x="480482" y="254927"/>
                </a:lnTo>
                <a:lnTo>
                  <a:pt x="480482" y="252552"/>
                </a:lnTo>
                <a:lnTo>
                  <a:pt x="430795" y="249781"/>
                </a:lnTo>
                <a:lnTo>
                  <a:pt x="430795" y="247009"/>
                </a:lnTo>
                <a:lnTo>
                  <a:pt x="435885" y="241863"/>
                </a:lnTo>
                <a:lnTo>
                  <a:pt x="391152" y="241863"/>
                </a:lnTo>
                <a:lnTo>
                  <a:pt x="301292" y="231176"/>
                </a:lnTo>
                <a:lnTo>
                  <a:pt x="229933" y="212175"/>
                </a:lnTo>
                <a:lnTo>
                  <a:pt x="179717" y="185653"/>
                </a:lnTo>
                <a:lnTo>
                  <a:pt x="122631" y="131818"/>
                </a:lnTo>
                <a:lnTo>
                  <a:pt x="75586" y="75211"/>
                </a:lnTo>
                <a:lnTo>
                  <a:pt x="58144" y="21375"/>
                </a:lnTo>
                <a:lnTo>
                  <a:pt x="32772" y="2771"/>
                </a:lnTo>
                <a:lnTo>
                  <a:pt x="11099" y="0"/>
                </a:lnTo>
                <a:close/>
              </a:path>
              <a:path w="480694" h="306704">
                <a:moveTo>
                  <a:pt x="446847" y="263636"/>
                </a:moveTo>
                <a:lnTo>
                  <a:pt x="430795" y="263636"/>
                </a:lnTo>
                <a:lnTo>
                  <a:pt x="462511" y="287387"/>
                </a:lnTo>
                <a:lnTo>
                  <a:pt x="466210" y="284615"/>
                </a:lnTo>
                <a:lnTo>
                  <a:pt x="446847" y="263636"/>
                </a:lnTo>
                <a:close/>
              </a:path>
              <a:path w="480694" h="306704">
                <a:moveTo>
                  <a:pt x="480482" y="254927"/>
                </a:moveTo>
                <a:lnTo>
                  <a:pt x="448238" y="254927"/>
                </a:lnTo>
                <a:lnTo>
                  <a:pt x="476782" y="260469"/>
                </a:lnTo>
                <a:lnTo>
                  <a:pt x="480482" y="254927"/>
                </a:lnTo>
                <a:close/>
              </a:path>
              <a:path w="480694" h="306704">
                <a:moveTo>
                  <a:pt x="448238" y="220488"/>
                </a:moveTo>
                <a:lnTo>
                  <a:pt x="437667" y="220488"/>
                </a:lnTo>
                <a:lnTo>
                  <a:pt x="419695" y="241863"/>
                </a:lnTo>
                <a:lnTo>
                  <a:pt x="435885" y="241863"/>
                </a:lnTo>
                <a:lnTo>
                  <a:pt x="451939" y="225634"/>
                </a:lnTo>
                <a:lnTo>
                  <a:pt x="448238" y="220488"/>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2" name="object 42"/>
          <p:cNvSpPr/>
          <p:nvPr/>
        </p:nvSpPr>
        <p:spPr>
          <a:xfrm>
            <a:off x="1957916" y="4654550"/>
            <a:ext cx="480695" cy="306705"/>
          </a:xfrm>
          <a:custGeom>
            <a:avLst/>
            <a:gdLst/>
            <a:ahLst/>
            <a:cxnLst/>
            <a:rect l="l" t="t" r="r" b="b"/>
            <a:pathLst>
              <a:path w="480694" h="306704">
                <a:moveTo>
                  <a:pt x="11100" y="0"/>
                </a:moveTo>
                <a:lnTo>
                  <a:pt x="0" y="13458"/>
                </a:lnTo>
                <a:lnTo>
                  <a:pt x="0" y="37209"/>
                </a:lnTo>
                <a:lnTo>
                  <a:pt x="11100" y="77586"/>
                </a:lnTo>
                <a:lnTo>
                  <a:pt x="68715" y="131818"/>
                </a:lnTo>
                <a:lnTo>
                  <a:pt x="118931" y="182882"/>
                </a:lnTo>
                <a:lnTo>
                  <a:pt x="158046" y="206633"/>
                </a:lnTo>
                <a:lnTo>
                  <a:pt x="190290" y="223259"/>
                </a:lnTo>
                <a:lnTo>
                  <a:pt x="287021" y="247010"/>
                </a:lnTo>
                <a:lnTo>
                  <a:pt x="380580" y="254927"/>
                </a:lnTo>
                <a:lnTo>
                  <a:pt x="409123" y="268782"/>
                </a:lnTo>
                <a:lnTo>
                  <a:pt x="426567" y="306387"/>
                </a:lnTo>
                <a:lnTo>
                  <a:pt x="437667" y="306387"/>
                </a:lnTo>
                <a:lnTo>
                  <a:pt x="426567" y="268782"/>
                </a:lnTo>
                <a:lnTo>
                  <a:pt x="430795" y="263636"/>
                </a:lnTo>
                <a:lnTo>
                  <a:pt x="462511" y="287387"/>
                </a:lnTo>
                <a:lnTo>
                  <a:pt x="466211" y="284616"/>
                </a:lnTo>
                <a:lnTo>
                  <a:pt x="441367" y="257698"/>
                </a:lnTo>
                <a:lnTo>
                  <a:pt x="448239" y="254927"/>
                </a:lnTo>
                <a:lnTo>
                  <a:pt x="476782" y="260469"/>
                </a:lnTo>
                <a:lnTo>
                  <a:pt x="480482" y="254927"/>
                </a:lnTo>
                <a:lnTo>
                  <a:pt x="480482" y="252552"/>
                </a:lnTo>
                <a:lnTo>
                  <a:pt x="430795" y="249781"/>
                </a:lnTo>
                <a:lnTo>
                  <a:pt x="430795" y="247010"/>
                </a:lnTo>
                <a:lnTo>
                  <a:pt x="451939" y="225634"/>
                </a:lnTo>
                <a:lnTo>
                  <a:pt x="448239" y="220488"/>
                </a:lnTo>
                <a:lnTo>
                  <a:pt x="437667" y="220488"/>
                </a:lnTo>
                <a:lnTo>
                  <a:pt x="419695" y="241864"/>
                </a:lnTo>
                <a:lnTo>
                  <a:pt x="391152" y="241864"/>
                </a:lnTo>
                <a:lnTo>
                  <a:pt x="301292" y="231176"/>
                </a:lnTo>
                <a:lnTo>
                  <a:pt x="229934" y="212175"/>
                </a:lnTo>
                <a:lnTo>
                  <a:pt x="179718" y="185653"/>
                </a:lnTo>
                <a:lnTo>
                  <a:pt x="122631" y="131818"/>
                </a:lnTo>
                <a:lnTo>
                  <a:pt x="75587" y="75211"/>
                </a:lnTo>
                <a:lnTo>
                  <a:pt x="58144" y="21375"/>
                </a:lnTo>
                <a:lnTo>
                  <a:pt x="32772" y="2770"/>
                </a:lnTo>
                <a:lnTo>
                  <a:pt x="11100"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3" name="object 43"/>
          <p:cNvSpPr/>
          <p:nvPr/>
        </p:nvSpPr>
        <p:spPr>
          <a:xfrm>
            <a:off x="1651000" y="4645026"/>
            <a:ext cx="262890" cy="269875"/>
          </a:xfrm>
          <a:custGeom>
            <a:avLst/>
            <a:gdLst/>
            <a:ahLst/>
            <a:cxnLst/>
            <a:rect l="l" t="t" r="r" b="b"/>
            <a:pathLst>
              <a:path w="262889" h="269875">
                <a:moveTo>
                  <a:pt x="251841" y="0"/>
                </a:moveTo>
                <a:lnTo>
                  <a:pt x="233776" y="0"/>
                </a:lnTo>
                <a:lnTo>
                  <a:pt x="205085" y="11112"/>
                </a:lnTo>
                <a:lnTo>
                  <a:pt x="176394" y="26987"/>
                </a:lnTo>
                <a:lnTo>
                  <a:pt x="136546" y="54371"/>
                </a:lnTo>
                <a:lnTo>
                  <a:pt x="89791" y="78581"/>
                </a:lnTo>
                <a:lnTo>
                  <a:pt x="24970" y="116283"/>
                </a:lnTo>
                <a:lnTo>
                  <a:pt x="0" y="132556"/>
                </a:lnTo>
                <a:lnTo>
                  <a:pt x="0" y="148431"/>
                </a:lnTo>
                <a:lnTo>
                  <a:pt x="28690" y="170258"/>
                </a:lnTo>
                <a:lnTo>
                  <a:pt x="79165" y="197246"/>
                </a:lnTo>
                <a:lnTo>
                  <a:pt x="129639" y="213518"/>
                </a:lnTo>
                <a:lnTo>
                  <a:pt x="165768" y="226614"/>
                </a:lnTo>
                <a:lnTo>
                  <a:pt x="165768" y="240506"/>
                </a:lnTo>
                <a:lnTo>
                  <a:pt x="157798" y="251221"/>
                </a:lnTo>
                <a:lnTo>
                  <a:pt x="169487" y="269875"/>
                </a:lnTo>
                <a:lnTo>
                  <a:pt x="244933" y="269875"/>
                </a:lnTo>
                <a:lnTo>
                  <a:pt x="255559" y="259158"/>
                </a:lnTo>
                <a:lnTo>
                  <a:pt x="258747" y="248443"/>
                </a:lnTo>
                <a:lnTo>
                  <a:pt x="222618" y="223837"/>
                </a:lnTo>
                <a:lnTo>
                  <a:pt x="176394" y="205183"/>
                </a:lnTo>
                <a:lnTo>
                  <a:pt x="125920" y="191689"/>
                </a:lnTo>
                <a:lnTo>
                  <a:pt x="71727" y="162321"/>
                </a:lnTo>
                <a:lnTo>
                  <a:pt x="54193" y="148431"/>
                </a:lnTo>
                <a:lnTo>
                  <a:pt x="82353" y="129777"/>
                </a:lnTo>
                <a:lnTo>
                  <a:pt x="132826" y="107950"/>
                </a:lnTo>
                <a:lnTo>
                  <a:pt x="176394" y="84137"/>
                </a:lnTo>
                <a:lnTo>
                  <a:pt x="226338" y="75406"/>
                </a:lnTo>
                <a:lnTo>
                  <a:pt x="244933" y="59531"/>
                </a:lnTo>
                <a:lnTo>
                  <a:pt x="262467" y="26987"/>
                </a:lnTo>
                <a:lnTo>
                  <a:pt x="251841" y="0"/>
                </a:lnTo>
                <a:close/>
              </a:path>
            </a:pathLst>
          </a:custGeom>
          <a:solidFill>
            <a:srgbClr val="6CACD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4" name="object 44"/>
          <p:cNvSpPr/>
          <p:nvPr/>
        </p:nvSpPr>
        <p:spPr>
          <a:xfrm>
            <a:off x="1651000" y="4645026"/>
            <a:ext cx="262890" cy="269875"/>
          </a:xfrm>
          <a:custGeom>
            <a:avLst/>
            <a:gdLst/>
            <a:ahLst/>
            <a:cxnLst/>
            <a:rect l="l" t="t" r="r" b="b"/>
            <a:pathLst>
              <a:path w="262889" h="269875">
                <a:moveTo>
                  <a:pt x="176394" y="26987"/>
                </a:moveTo>
                <a:lnTo>
                  <a:pt x="205085" y="11112"/>
                </a:lnTo>
                <a:lnTo>
                  <a:pt x="233776" y="0"/>
                </a:lnTo>
                <a:lnTo>
                  <a:pt x="251840" y="0"/>
                </a:lnTo>
                <a:lnTo>
                  <a:pt x="262466" y="26987"/>
                </a:lnTo>
                <a:lnTo>
                  <a:pt x="244933" y="59531"/>
                </a:lnTo>
                <a:lnTo>
                  <a:pt x="226337" y="75406"/>
                </a:lnTo>
                <a:lnTo>
                  <a:pt x="176394" y="84137"/>
                </a:lnTo>
                <a:lnTo>
                  <a:pt x="132827" y="107949"/>
                </a:lnTo>
                <a:lnTo>
                  <a:pt x="82352" y="129778"/>
                </a:lnTo>
                <a:lnTo>
                  <a:pt x="54193" y="148431"/>
                </a:lnTo>
                <a:lnTo>
                  <a:pt x="71726" y="162321"/>
                </a:lnTo>
                <a:lnTo>
                  <a:pt x="125920" y="191690"/>
                </a:lnTo>
                <a:lnTo>
                  <a:pt x="176394" y="205184"/>
                </a:lnTo>
                <a:lnTo>
                  <a:pt x="222618" y="223837"/>
                </a:lnTo>
                <a:lnTo>
                  <a:pt x="258747" y="248443"/>
                </a:lnTo>
                <a:lnTo>
                  <a:pt x="255559" y="259159"/>
                </a:lnTo>
                <a:lnTo>
                  <a:pt x="244933" y="269874"/>
                </a:lnTo>
                <a:lnTo>
                  <a:pt x="205085" y="269874"/>
                </a:lnTo>
                <a:lnTo>
                  <a:pt x="169487" y="269874"/>
                </a:lnTo>
                <a:lnTo>
                  <a:pt x="157798" y="251221"/>
                </a:lnTo>
                <a:lnTo>
                  <a:pt x="165768" y="240506"/>
                </a:lnTo>
                <a:lnTo>
                  <a:pt x="165768" y="226615"/>
                </a:lnTo>
                <a:lnTo>
                  <a:pt x="129639" y="213518"/>
                </a:lnTo>
                <a:lnTo>
                  <a:pt x="79165" y="197246"/>
                </a:lnTo>
                <a:lnTo>
                  <a:pt x="28690" y="170259"/>
                </a:lnTo>
                <a:lnTo>
                  <a:pt x="0" y="148431"/>
                </a:lnTo>
                <a:lnTo>
                  <a:pt x="0" y="132556"/>
                </a:lnTo>
                <a:lnTo>
                  <a:pt x="24971" y="116284"/>
                </a:lnTo>
                <a:lnTo>
                  <a:pt x="89791" y="78581"/>
                </a:lnTo>
                <a:lnTo>
                  <a:pt x="136546" y="54371"/>
                </a:lnTo>
                <a:lnTo>
                  <a:pt x="176394" y="26987"/>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5" name="object 45"/>
          <p:cNvSpPr/>
          <p:nvPr/>
        </p:nvSpPr>
        <p:spPr>
          <a:xfrm>
            <a:off x="2844800" y="2273300"/>
            <a:ext cx="1972945" cy="12700"/>
          </a:xfrm>
          <a:custGeom>
            <a:avLst/>
            <a:gdLst/>
            <a:ahLst/>
            <a:cxnLst/>
            <a:rect l="l" t="t" r="r" b="b"/>
            <a:pathLst>
              <a:path w="1972945" h="12700">
                <a:moveTo>
                  <a:pt x="0" y="0"/>
                </a:moveTo>
                <a:lnTo>
                  <a:pt x="1972734" y="12177"/>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6" name="object 46"/>
          <p:cNvSpPr/>
          <p:nvPr/>
        </p:nvSpPr>
        <p:spPr>
          <a:xfrm>
            <a:off x="4647733" y="2208234"/>
            <a:ext cx="254635" cy="152400"/>
          </a:xfrm>
          <a:custGeom>
            <a:avLst/>
            <a:gdLst/>
            <a:ahLst/>
            <a:cxnLst/>
            <a:rect l="l" t="t" r="r" b="b"/>
            <a:pathLst>
              <a:path w="254635" h="152400">
                <a:moveTo>
                  <a:pt x="941" y="0"/>
                </a:moveTo>
                <a:lnTo>
                  <a:pt x="102068" y="76826"/>
                </a:lnTo>
                <a:lnTo>
                  <a:pt x="0" y="152397"/>
                </a:lnTo>
                <a:lnTo>
                  <a:pt x="254466" y="77765"/>
                </a:lnTo>
                <a:lnTo>
                  <a:pt x="941"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7" name="object 47"/>
          <p:cNvSpPr/>
          <p:nvPr/>
        </p:nvSpPr>
        <p:spPr>
          <a:xfrm>
            <a:off x="1888067" y="1896012"/>
            <a:ext cx="573048" cy="371410"/>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8" name="object 48"/>
          <p:cNvSpPr/>
          <p:nvPr/>
        </p:nvSpPr>
        <p:spPr>
          <a:xfrm>
            <a:off x="1835151" y="4601112"/>
            <a:ext cx="573048" cy="371408"/>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0" name="object 50"/>
          <p:cNvSpPr/>
          <p:nvPr/>
        </p:nvSpPr>
        <p:spPr>
          <a:xfrm>
            <a:off x="8600016" y="2008188"/>
            <a:ext cx="1755139" cy="589280"/>
          </a:xfrm>
          <a:custGeom>
            <a:avLst/>
            <a:gdLst/>
            <a:ahLst/>
            <a:cxnLst/>
            <a:rect l="l" t="t" r="r" b="b"/>
            <a:pathLst>
              <a:path w="1755140" h="589280">
                <a:moveTo>
                  <a:pt x="0" y="0"/>
                </a:moveTo>
                <a:lnTo>
                  <a:pt x="1754715" y="0"/>
                </a:lnTo>
                <a:lnTo>
                  <a:pt x="1754715" y="588961"/>
                </a:lnTo>
                <a:lnTo>
                  <a:pt x="0" y="588961"/>
                </a:lnTo>
                <a:lnTo>
                  <a:pt x="0" y="0"/>
                </a:lnTo>
                <a:close/>
              </a:path>
            </a:pathLst>
          </a:custGeom>
          <a:solidFill>
            <a:srgbClr val="7A477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1" name="object 51"/>
          <p:cNvSpPr/>
          <p:nvPr/>
        </p:nvSpPr>
        <p:spPr>
          <a:xfrm>
            <a:off x="8600015" y="2008188"/>
            <a:ext cx="1755139" cy="589280"/>
          </a:xfrm>
          <a:custGeom>
            <a:avLst/>
            <a:gdLst/>
            <a:ahLst/>
            <a:cxnLst/>
            <a:rect l="l" t="t" r="r" b="b"/>
            <a:pathLst>
              <a:path w="1755140" h="589280">
                <a:moveTo>
                  <a:pt x="0" y="0"/>
                </a:moveTo>
                <a:lnTo>
                  <a:pt x="1754715" y="0"/>
                </a:lnTo>
                <a:lnTo>
                  <a:pt x="1754715" y="588961"/>
                </a:lnTo>
                <a:lnTo>
                  <a:pt x="0" y="588961"/>
                </a:lnTo>
                <a:lnTo>
                  <a:pt x="0" y="0"/>
                </a:lnTo>
                <a:close/>
              </a:path>
            </a:pathLst>
          </a:custGeom>
          <a:ln w="2857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2" name="object 52"/>
          <p:cNvSpPr/>
          <p:nvPr/>
        </p:nvSpPr>
        <p:spPr>
          <a:xfrm>
            <a:off x="6286498" y="4672012"/>
            <a:ext cx="1755139" cy="589280"/>
          </a:xfrm>
          <a:custGeom>
            <a:avLst/>
            <a:gdLst/>
            <a:ahLst/>
            <a:cxnLst/>
            <a:rect l="l" t="t" r="r" b="b"/>
            <a:pathLst>
              <a:path w="1755140" h="589279">
                <a:moveTo>
                  <a:pt x="0" y="0"/>
                </a:moveTo>
                <a:lnTo>
                  <a:pt x="1754717" y="0"/>
                </a:lnTo>
                <a:lnTo>
                  <a:pt x="1754717" y="588962"/>
                </a:lnTo>
                <a:lnTo>
                  <a:pt x="0" y="588962"/>
                </a:lnTo>
                <a:lnTo>
                  <a:pt x="0" y="0"/>
                </a:lnTo>
                <a:close/>
              </a:path>
            </a:pathLst>
          </a:custGeom>
          <a:solidFill>
            <a:srgbClr val="7A477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3" name="object 53"/>
          <p:cNvSpPr/>
          <p:nvPr/>
        </p:nvSpPr>
        <p:spPr>
          <a:xfrm>
            <a:off x="6286498" y="4672012"/>
            <a:ext cx="1755139" cy="589280"/>
          </a:xfrm>
          <a:custGeom>
            <a:avLst/>
            <a:gdLst/>
            <a:ahLst/>
            <a:cxnLst/>
            <a:rect l="l" t="t" r="r" b="b"/>
            <a:pathLst>
              <a:path w="1755140" h="589279">
                <a:moveTo>
                  <a:pt x="0" y="0"/>
                </a:moveTo>
                <a:lnTo>
                  <a:pt x="1754716" y="0"/>
                </a:lnTo>
                <a:lnTo>
                  <a:pt x="1754716" y="588961"/>
                </a:lnTo>
                <a:lnTo>
                  <a:pt x="0" y="588961"/>
                </a:lnTo>
                <a:lnTo>
                  <a:pt x="0" y="0"/>
                </a:lnTo>
                <a:close/>
              </a:path>
            </a:pathLst>
          </a:custGeom>
          <a:ln w="2857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5" name="标题 54"/>
          <p:cNvSpPr>
            <a:spLocks noGrp="1"/>
          </p:cNvSpPr>
          <p:nvPr>
            <p:ph type="title"/>
          </p:nvPr>
        </p:nvSpPr>
        <p:spPr/>
        <p:txBody>
          <a:bodyPr/>
          <a:lstStyle/>
          <a:p>
            <a:r>
              <a:rPr lang="zh-CN" altLang="en-US" spc="-5" dirty="0"/>
              <a:t>识别参与者</a:t>
            </a:r>
            <a:r>
              <a:rPr lang="en-US" altLang="zh-CN" spc="-5" dirty="0">
                <a:latin typeface="Arial Narrow" panose="020B0606020202030204"/>
                <a:cs typeface="Arial Narrow" panose="020B0606020202030204"/>
              </a:rPr>
              <a:t>——</a:t>
            </a:r>
            <a:r>
              <a:rPr lang="zh-CN" altLang="en-US" spc="-5" dirty="0"/>
              <a:t>是谁与系统进行交互？</a:t>
            </a:r>
            <a:endParaRPr lang="zh-CN" altLang="en-US" dirty="0"/>
          </a:p>
        </p:txBody>
      </p:sp>
      <p:sp>
        <p:nvSpPr>
          <p:cNvPr id="56" name="灯片编号占位符 55"/>
          <p:cNvSpPr>
            <a:spLocks noGrp="1"/>
          </p:cNvSpPr>
          <p:nvPr>
            <p:ph type="sldNum" sz="quarter" idx="12"/>
          </p:nvPr>
        </p:nvSpPr>
        <p:spPr/>
        <p:txBody>
          <a:bodyPr/>
          <a:lstStyle/>
          <a:p>
            <a:fld id="{74D2AB8B-5816-41F2-8B4B-CA5C3E4E6A65}" type="slidenum">
              <a:rPr lang="zh-CN" altLang="en-US" smtClean="0"/>
              <a:t>35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0997"/>
    </mc:Choice>
    <mc:Fallback xmlns="">
      <p:transition spd="slow" advTm="60997"/>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参与者的描述</a:t>
            </a:r>
          </a:p>
        </p:txBody>
      </p:sp>
      <p:sp>
        <p:nvSpPr>
          <p:cNvPr id="5" name="object 3"/>
          <p:cNvSpPr txBox="1"/>
          <p:nvPr/>
        </p:nvSpPr>
        <p:spPr>
          <a:xfrm>
            <a:off x="942339" y="2033997"/>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名称</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6" name="object 4"/>
          <p:cNvSpPr txBox="1"/>
          <p:nvPr/>
        </p:nvSpPr>
        <p:spPr>
          <a:xfrm>
            <a:off x="4426415" y="2033997"/>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学生</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7" name="object 5"/>
          <p:cNvSpPr txBox="1"/>
          <p:nvPr/>
        </p:nvSpPr>
        <p:spPr>
          <a:xfrm>
            <a:off x="942339" y="3049997"/>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简要描述</a:t>
            </a:r>
          </a:p>
        </p:txBody>
      </p:sp>
      <p:sp>
        <p:nvSpPr>
          <p:cNvPr id="8" name="object 6"/>
          <p:cNvSpPr txBox="1"/>
          <p:nvPr/>
        </p:nvSpPr>
        <p:spPr>
          <a:xfrm>
            <a:off x="4533793" y="3049997"/>
            <a:ext cx="2514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注册课程的用户</a:t>
            </a:r>
          </a:p>
        </p:txBody>
      </p:sp>
      <p:sp>
        <p:nvSpPr>
          <p:cNvPr id="9" name="object 7"/>
          <p:cNvSpPr txBox="1"/>
          <p:nvPr/>
        </p:nvSpPr>
        <p:spPr>
          <a:xfrm>
            <a:off x="942339" y="4002497"/>
            <a:ext cx="28702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和用例之间的关系</a:t>
            </a: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6415" y="3845426"/>
            <a:ext cx="6505467" cy="2415674"/>
          </a:xfrm>
          <a:prstGeom prst="rect">
            <a:avLst/>
          </a:prstGeom>
        </p:spPr>
      </p:pic>
      <p:sp>
        <p:nvSpPr>
          <p:cNvPr id="12" name="灯片编号占位符 11"/>
          <p:cNvSpPr>
            <a:spLocks noGrp="1"/>
          </p:cNvSpPr>
          <p:nvPr>
            <p:ph type="sldNum" sz="quarter" idx="12"/>
          </p:nvPr>
        </p:nvSpPr>
        <p:spPr/>
        <p:txBody>
          <a:bodyPr/>
          <a:lstStyle/>
          <a:p>
            <a:fld id="{74D2AB8B-5816-41F2-8B4B-CA5C3E4E6A65}" type="slidenum">
              <a:rPr lang="zh-CN" altLang="en-US" smtClean="0"/>
              <a:t>36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3835"/>
    </mc:Choice>
    <mc:Fallback xmlns="">
      <p:transition spd="slow" advTm="103835"/>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803992" y="3645473"/>
            <a:ext cx="367030" cy="365760"/>
          </a:xfrm>
          <a:custGeom>
            <a:avLst/>
            <a:gdLst/>
            <a:ahLst/>
            <a:cxnLst/>
            <a:rect l="l" t="t" r="r" b="b"/>
            <a:pathLst>
              <a:path w="367029" h="365760">
                <a:moveTo>
                  <a:pt x="0" y="182751"/>
                </a:moveTo>
                <a:lnTo>
                  <a:pt x="6552" y="134169"/>
                </a:lnTo>
                <a:lnTo>
                  <a:pt x="25045" y="90513"/>
                </a:lnTo>
                <a:lnTo>
                  <a:pt x="53728" y="53526"/>
                </a:lnTo>
                <a:lnTo>
                  <a:pt x="90855" y="24951"/>
                </a:lnTo>
                <a:lnTo>
                  <a:pt x="134675" y="6528"/>
                </a:lnTo>
                <a:lnTo>
                  <a:pt x="183441" y="0"/>
                </a:lnTo>
                <a:lnTo>
                  <a:pt x="232208" y="6528"/>
                </a:lnTo>
                <a:lnTo>
                  <a:pt x="276028" y="24951"/>
                </a:lnTo>
                <a:lnTo>
                  <a:pt x="313155" y="53526"/>
                </a:lnTo>
                <a:lnTo>
                  <a:pt x="341838" y="90513"/>
                </a:lnTo>
                <a:lnTo>
                  <a:pt x="360331" y="134169"/>
                </a:lnTo>
                <a:lnTo>
                  <a:pt x="366883" y="182751"/>
                </a:lnTo>
                <a:lnTo>
                  <a:pt x="360331" y="231334"/>
                </a:lnTo>
                <a:lnTo>
                  <a:pt x="341838" y="274990"/>
                </a:lnTo>
                <a:lnTo>
                  <a:pt x="313155" y="311977"/>
                </a:lnTo>
                <a:lnTo>
                  <a:pt x="276028" y="340553"/>
                </a:lnTo>
                <a:lnTo>
                  <a:pt x="232208" y="358975"/>
                </a:lnTo>
                <a:lnTo>
                  <a:pt x="183441" y="365504"/>
                </a:lnTo>
                <a:lnTo>
                  <a:pt x="134675" y="358975"/>
                </a:lnTo>
                <a:lnTo>
                  <a:pt x="90855" y="340553"/>
                </a:lnTo>
                <a:lnTo>
                  <a:pt x="53728" y="311977"/>
                </a:lnTo>
                <a:lnTo>
                  <a:pt x="25045" y="274990"/>
                </a:lnTo>
                <a:lnTo>
                  <a:pt x="6552" y="231334"/>
                </a:lnTo>
                <a:lnTo>
                  <a:pt x="0" y="182751"/>
                </a:lnTo>
                <a:close/>
              </a:path>
            </a:pathLst>
          </a:custGeom>
          <a:ln w="28574">
            <a:solidFill>
              <a:srgbClr val="000000"/>
            </a:solidFill>
          </a:ln>
        </p:spPr>
        <p:txBody>
          <a:bodyPr wrap="square" lIns="0" tIns="0" rIns="0" bIns="0" rtlCol="0"/>
          <a:lstStyle/>
          <a:p>
            <a:endParaRPr/>
          </a:p>
        </p:txBody>
      </p:sp>
      <p:sp>
        <p:nvSpPr>
          <p:cNvPr id="4" name="object 4"/>
          <p:cNvSpPr/>
          <p:nvPr/>
        </p:nvSpPr>
        <p:spPr>
          <a:xfrm>
            <a:off x="3986708" y="4013926"/>
            <a:ext cx="1905" cy="342265"/>
          </a:xfrm>
          <a:custGeom>
            <a:avLst/>
            <a:gdLst/>
            <a:ahLst/>
            <a:cxnLst/>
            <a:rect l="l" t="t" r="r" b="b"/>
            <a:pathLst>
              <a:path w="1904" h="342264">
                <a:moveTo>
                  <a:pt x="0" y="0"/>
                </a:moveTo>
                <a:lnTo>
                  <a:pt x="1449" y="341922"/>
                </a:lnTo>
              </a:path>
            </a:pathLst>
          </a:custGeom>
          <a:ln w="28574">
            <a:solidFill>
              <a:srgbClr val="000000"/>
            </a:solidFill>
          </a:ln>
        </p:spPr>
        <p:txBody>
          <a:bodyPr wrap="square" lIns="0" tIns="0" rIns="0" bIns="0" rtlCol="0"/>
          <a:lstStyle/>
          <a:p>
            <a:endParaRPr/>
          </a:p>
        </p:txBody>
      </p:sp>
      <p:sp>
        <p:nvSpPr>
          <p:cNvPr id="5" name="object 5"/>
          <p:cNvSpPr/>
          <p:nvPr/>
        </p:nvSpPr>
        <p:spPr>
          <a:xfrm>
            <a:off x="3696683" y="4109723"/>
            <a:ext cx="581660" cy="1905"/>
          </a:xfrm>
          <a:custGeom>
            <a:avLst/>
            <a:gdLst/>
            <a:ahLst/>
            <a:cxnLst/>
            <a:rect l="l" t="t" r="r" b="b"/>
            <a:pathLst>
              <a:path w="581660" h="1904">
                <a:moveTo>
                  <a:pt x="0" y="0"/>
                </a:moveTo>
                <a:lnTo>
                  <a:pt x="581502" y="1473"/>
                </a:lnTo>
              </a:path>
            </a:pathLst>
          </a:custGeom>
          <a:ln w="28574">
            <a:solidFill>
              <a:srgbClr val="000000"/>
            </a:solidFill>
          </a:ln>
        </p:spPr>
        <p:txBody>
          <a:bodyPr wrap="square" lIns="0" tIns="0" rIns="0" bIns="0" rtlCol="0"/>
          <a:lstStyle/>
          <a:p>
            <a:endParaRPr/>
          </a:p>
        </p:txBody>
      </p:sp>
      <p:sp>
        <p:nvSpPr>
          <p:cNvPr id="6" name="object 6"/>
          <p:cNvSpPr/>
          <p:nvPr/>
        </p:nvSpPr>
        <p:spPr>
          <a:xfrm>
            <a:off x="3585021" y="4355849"/>
            <a:ext cx="803910" cy="401320"/>
          </a:xfrm>
          <a:custGeom>
            <a:avLst/>
            <a:gdLst/>
            <a:ahLst/>
            <a:cxnLst/>
            <a:rect l="l" t="t" r="r" b="b"/>
            <a:pathLst>
              <a:path w="803910" h="401320">
                <a:moveTo>
                  <a:pt x="0" y="400874"/>
                </a:moveTo>
                <a:lnTo>
                  <a:pt x="401686" y="0"/>
                </a:lnTo>
                <a:lnTo>
                  <a:pt x="803372" y="400874"/>
                </a:lnTo>
              </a:path>
            </a:pathLst>
          </a:custGeom>
          <a:ln w="28574">
            <a:solidFill>
              <a:srgbClr val="000000"/>
            </a:solidFill>
          </a:ln>
        </p:spPr>
        <p:txBody>
          <a:bodyPr wrap="square" lIns="0" tIns="0" rIns="0" bIns="0" rtlCol="0"/>
          <a:lstStyle/>
          <a:p>
            <a:endParaRPr/>
          </a:p>
        </p:txBody>
      </p:sp>
      <p:sp>
        <p:nvSpPr>
          <p:cNvPr id="7" name="object 7"/>
          <p:cNvSpPr txBox="1"/>
          <p:nvPr/>
        </p:nvSpPr>
        <p:spPr>
          <a:xfrm>
            <a:off x="3370262" y="4869627"/>
            <a:ext cx="1244600" cy="513080"/>
          </a:xfrm>
          <a:prstGeom prst="rect">
            <a:avLst/>
          </a:prstGeom>
        </p:spPr>
        <p:txBody>
          <a:bodyPr vert="horz" wrap="square" lIns="0" tIns="12700" rIns="0" bIns="0" rtlCol="0">
            <a:spAutoFit/>
          </a:bodyPr>
          <a:lstStyle/>
          <a:p>
            <a:pPr marL="12700">
              <a:lnSpc>
                <a:spcPct val="100000"/>
              </a:lnSpc>
              <a:spcBef>
                <a:spcPts val="100"/>
              </a:spcBef>
            </a:pPr>
            <a:r>
              <a:rPr sz="3200" dirty="0">
                <a:latin typeface="华文新魏" panose="02010800040101010101" charset="-122"/>
                <a:cs typeface="华文新魏" panose="02010800040101010101" charset="-122"/>
              </a:rPr>
              <a:t>参与者</a:t>
            </a:r>
            <a:endParaRPr sz="3200">
              <a:latin typeface="华文新魏" panose="02010800040101010101" charset="-122"/>
              <a:cs typeface="华文新魏" panose="02010800040101010101" charset="-122"/>
            </a:endParaRPr>
          </a:p>
        </p:txBody>
      </p:sp>
      <p:sp>
        <p:nvSpPr>
          <p:cNvPr id="8" name="object 8"/>
          <p:cNvSpPr/>
          <p:nvPr/>
        </p:nvSpPr>
        <p:spPr>
          <a:xfrm>
            <a:off x="6011663" y="3058840"/>
            <a:ext cx="1872614" cy="862330"/>
          </a:xfrm>
          <a:custGeom>
            <a:avLst/>
            <a:gdLst/>
            <a:ahLst/>
            <a:cxnLst/>
            <a:rect l="l" t="t" r="r" b="b"/>
            <a:pathLst>
              <a:path w="1872615" h="862329">
                <a:moveTo>
                  <a:pt x="936105" y="0"/>
                </a:moveTo>
                <a:lnTo>
                  <a:pt x="872014" y="994"/>
                </a:lnTo>
                <a:lnTo>
                  <a:pt x="809081" y="3934"/>
                </a:lnTo>
                <a:lnTo>
                  <a:pt x="747447" y="8756"/>
                </a:lnTo>
                <a:lnTo>
                  <a:pt x="687251" y="15396"/>
                </a:lnTo>
                <a:lnTo>
                  <a:pt x="628633" y="23788"/>
                </a:lnTo>
                <a:lnTo>
                  <a:pt x="571731" y="33870"/>
                </a:lnTo>
                <a:lnTo>
                  <a:pt x="516685" y="45577"/>
                </a:lnTo>
                <a:lnTo>
                  <a:pt x="463635" y="58845"/>
                </a:lnTo>
                <a:lnTo>
                  <a:pt x="412720" y="73609"/>
                </a:lnTo>
                <a:lnTo>
                  <a:pt x="364079" y="89805"/>
                </a:lnTo>
                <a:lnTo>
                  <a:pt x="317852" y="107370"/>
                </a:lnTo>
                <a:lnTo>
                  <a:pt x="274179" y="126239"/>
                </a:lnTo>
                <a:lnTo>
                  <a:pt x="233198" y="146347"/>
                </a:lnTo>
                <a:lnTo>
                  <a:pt x="195049" y="167631"/>
                </a:lnTo>
                <a:lnTo>
                  <a:pt x="159872" y="190027"/>
                </a:lnTo>
                <a:lnTo>
                  <a:pt x="127805" y="213469"/>
                </a:lnTo>
                <a:lnTo>
                  <a:pt x="73563" y="263240"/>
                </a:lnTo>
                <a:lnTo>
                  <a:pt x="33438" y="316428"/>
                </a:lnTo>
                <a:lnTo>
                  <a:pt x="8545" y="372522"/>
                </a:lnTo>
                <a:lnTo>
                  <a:pt x="0" y="431007"/>
                </a:lnTo>
                <a:lnTo>
                  <a:pt x="2159" y="460516"/>
                </a:lnTo>
                <a:lnTo>
                  <a:pt x="19018" y="517870"/>
                </a:lnTo>
                <a:lnTo>
                  <a:pt x="51666" y="572575"/>
                </a:lnTo>
                <a:lnTo>
                  <a:pt x="98989" y="624119"/>
                </a:lnTo>
                <a:lnTo>
                  <a:pt x="159872" y="671987"/>
                </a:lnTo>
                <a:lnTo>
                  <a:pt x="195049" y="694382"/>
                </a:lnTo>
                <a:lnTo>
                  <a:pt x="233198" y="715666"/>
                </a:lnTo>
                <a:lnTo>
                  <a:pt x="274179" y="735775"/>
                </a:lnTo>
                <a:lnTo>
                  <a:pt x="317852" y="754643"/>
                </a:lnTo>
                <a:lnTo>
                  <a:pt x="364079" y="772208"/>
                </a:lnTo>
                <a:lnTo>
                  <a:pt x="412720" y="788404"/>
                </a:lnTo>
                <a:lnTo>
                  <a:pt x="463635" y="803168"/>
                </a:lnTo>
                <a:lnTo>
                  <a:pt x="516685" y="816436"/>
                </a:lnTo>
                <a:lnTo>
                  <a:pt x="571731" y="828143"/>
                </a:lnTo>
                <a:lnTo>
                  <a:pt x="628633" y="838225"/>
                </a:lnTo>
                <a:lnTo>
                  <a:pt x="687251" y="846617"/>
                </a:lnTo>
                <a:lnTo>
                  <a:pt x="747447" y="853257"/>
                </a:lnTo>
                <a:lnTo>
                  <a:pt x="809081" y="858079"/>
                </a:lnTo>
                <a:lnTo>
                  <a:pt x="872014" y="861019"/>
                </a:lnTo>
                <a:lnTo>
                  <a:pt x="936105" y="862013"/>
                </a:lnTo>
                <a:lnTo>
                  <a:pt x="1000196" y="861019"/>
                </a:lnTo>
                <a:lnTo>
                  <a:pt x="1063129" y="858079"/>
                </a:lnTo>
                <a:lnTo>
                  <a:pt x="1124763" y="853257"/>
                </a:lnTo>
                <a:lnTo>
                  <a:pt x="1184958" y="846617"/>
                </a:lnTo>
                <a:lnTo>
                  <a:pt x="1243577" y="838225"/>
                </a:lnTo>
                <a:lnTo>
                  <a:pt x="1300479" y="828143"/>
                </a:lnTo>
                <a:lnTo>
                  <a:pt x="1355524" y="816436"/>
                </a:lnTo>
                <a:lnTo>
                  <a:pt x="1408575" y="803168"/>
                </a:lnTo>
                <a:lnTo>
                  <a:pt x="1459490" y="788404"/>
                </a:lnTo>
                <a:lnTo>
                  <a:pt x="1508130" y="772208"/>
                </a:lnTo>
                <a:lnTo>
                  <a:pt x="1554357" y="754643"/>
                </a:lnTo>
                <a:lnTo>
                  <a:pt x="1598030" y="735775"/>
                </a:lnTo>
                <a:lnTo>
                  <a:pt x="1639011" y="715666"/>
                </a:lnTo>
                <a:lnTo>
                  <a:pt x="1677160" y="694382"/>
                </a:lnTo>
                <a:lnTo>
                  <a:pt x="1712337" y="671987"/>
                </a:lnTo>
                <a:lnTo>
                  <a:pt x="1744404" y="648544"/>
                </a:lnTo>
                <a:lnTo>
                  <a:pt x="1798646" y="598774"/>
                </a:lnTo>
                <a:lnTo>
                  <a:pt x="1838771" y="545586"/>
                </a:lnTo>
                <a:lnTo>
                  <a:pt x="1863664" y="489492"/>
                </a:lnTo>
                <a:lnTo>
                  <a:pt x="1872209" y="431007"/>
                </a:lnTo>
                <a:lnTo>
                  <a:pt x="1870050" y="401498"/>
                </a:lnTo>
                <a:lnTo>
                  <a:pt x="1853191" y="344144"/>
                </a:lnTo>
                <a:lnTo>
                  <a:pt x="1820542" y="289439"/>
                </a:lnTo>
                <a:lnTo>
                  <a:pt x="1773219" y="237895"/>
                </a:lnTo>
                <a:lnTo>
                  <a:pt x="1712337" y="190027"/>
                </a:lnTo>
                <a:lnTo>
                  <a:pt x="1677160" y="167631"/>
                </a:lnTo>
                <a:lnTo>
                  <a:pt x="1639011" y="146347"/>
                </a:lnTo>
                <a:lnTo>
                  <a:pt x="1598030" y="126239"/>
                </a:lnTo>
                <a:lnTo>
                  <a:pt x="1554357" y="107370"/>
                </a:lnTo>
                <a:lnTo>
                  <a:pt x="1508130" y="89805"/>
                </a:lnTo>
                <a:lnTo>
                  <a:pt x="1459490" y="73609"/>
                </a:lnTo>
                <a:lnTo>
                  <a:pt x="1408575" y="58845"/>
                </a:lnTo>
                <a:lnTo>
                  <a:pt x="1355524" y="45577"/>
                </a:lnTo>
                <a:lnTo>
                  <a:pt x="1300479" y="33870"/>
                </a:lnTo>
                <a:lnTo>
                  <a:pt x="1243577" y="23788"/>
                </a:lnTo>
                <a:lnTo>
                  <a:pt x="1184958" y="15396"/>
                </a:lnTo>
                <a:lnTo>
                  <a:pt x="1124763" y="8756"/>
                </a:lnTo>
                <a:lnTo>
                  <a:pt x="1063129" y="3934"/>
                </a:lnTo>
                <a:lnTo>
                  <a:pt x="1000196" y="994"/>
                </a:lnTo>
                <a:lnTo>
                  <a:pt x="936105" y="0"/>
                </a:lnTo>
                <a:close/>
              </a:path>
            </a:pathLst>
          </a:custGeom>
          <a:solidFill>
            <a:srgbClr val="7A4779"/>
          </a:solidFill>
        </p:spPr>
        <p:txBody>
          <a:bodyPr wrap="square" lIns="0" tIns="0" rIns="0" bIns="0" rtlCol="0"/>
          <a:lstStyle/>
          <a:p>
            <a:endParaRPr/>
          </a:p>
        </p:txBody>
      </p:sp>
      <p:sp>
        <p:nvSpPr>
          <p:cNvPr id="9" name="object 9"/>
          <p:cNvSpPr/>
          <p:nvPr/>
        </p:nvSpPr>
        <p:spPr>
          <a:xfrm>
            <a:off x="6011663" y="3058840"/>
            <a:ext cx="1872614" cy="862330"/>
          </a:xfrm>
          <a:custGeom>
            <a:avLst/>
            <a:gdLst/>
            <a:ahLst/>
            <a:cxnLst/>
            <a:rect l="l" t="t" r="r" b="b"/>
            <a:pathLst>
              <a:path w="1872615" h="862329">
                <a:moveTo>
                  <a:pt x="0" y="431006"/>
                </a:moveTo>
                <a:lnTo>
                  <a:pt x="8545" y="372521"/>
                </a:lnTo>
                <a:lnTo>
                  <a:pt x="33438" y="316428"/>
                </a:lnTo>
                <a:lnTo>
                  <a:pt x="73563" y="263239"/>
                </a:lnTo>
                <a:lnTo>
                  <a:pt x="127805" y="213469"/>
                </a:lnTo>
                <a:lnTo>
                  <a:pt x="159872" y="190026"/>
                </a:lnTo>
                <a:lnTo>
                  <a:pt x="195049" y="167631"/>
                </a:lnTo>
                <a:lnTo>
                  <a:pt x="233197" y="146347"/>
                </a:lnTo>
                <a:lnTo>
                  <a:pt x="274178" y="126239"/>
                </a:lnTo>
                <a:lnTo>
                  <a:pt x="317852" y="107370"/>
                </a:lnTo>
                <a:lnTo>
                  <a:pt x="364079" y="89805"/>
                </a:lnTo>
                <a:lnTo>
                  <a:pt x="412719" y="73609"/>
                </a:lnTo>
                <a:lnTo>
                  <a:pt x="463634" y="58845"/>
                </a:lnTo>
                <a:lnTo>
                  <a:pt x="516684" y="45577"/>
                </a:lnTo>
                <a:lnTo>
                  <a:pt x="571730" y="33870"/>
                </a:lnTo>
                <a:lnTo>
                  <a:pt x="628632" y="23788"/>
                </a:lnTo>
                <a:lnTo>
                  <a:pt x="687251" y="15395"/>
                </a:lnTo>
                <a:lnTo>
                  <a:pt x="747447" y="8756"/>
                </a:lnTo>
                <a:lnTo>
                  <a:pt x="809080" y="3934"/>
                </a:lnTo>
                <a:lnTo>
                  <a:pt x="872013" y="994"/>
                </a:lnTo>
                <a:lnTo>
                  <a:pt x="936104" y="0"/>
                </a:lnTo>
                <a:lnTo>
                  <a:pt x="1000196" y="994"/>
                </a:lnTo>
                <a:lnTo>
                  <a:pt x="1063128" y="3934"/>
                </a:lnTo>
                <a:lnTo>
                  <a:pt x="1124762" y="8756"/>
                </a:lnTo>
                <a:lnTo>
                  <a:pt x="1184958" y="15395"/>
                </a:lnTo>
                <a:lnTo>
                  <a:pt x="1243576" y="23788"/>
                </a:lnTo>
                <a:lnTo>
                  <a:pt x="1300478" y="33870"/>
                </a:lnTo>
                <a:lnTo>
                  <a:pt x="1355524" y="45577"/>
                </a:lnTo>
                <a:lnTo>
                  <a:pt x="1408574" y="58845"/>
                </a:lnTo>
                <a:lnTo>
                  <a:pt x="1459489" y="73609"/>
                </a:lnTo>
                <a:lnTo>
                  <a:pt x="1508130" y="89805"/>
                </a:lnTo>
                <a:lnTo>
                  <a:pt x="1554357" y="107370"/>
                </a:lnTo>
                <a:lnTo>
                  <a:pt x="1598030" y="126239"/>
                </a:lnTo>
                <a:lnTo>
                  <a:pt x="1639011" y="146347"/>
                </a:lnTo>
                <a:lnTo>
                  <a:pt x="1677160" y="167631"/>
                </a:lnTo>
                <a:lnTo>
                  <a:pt x="1712337" y="190026"/>
                </a:lnTo>
                <a:lnTo>
                  <a:pt x="1744403" y="213469"/>
                </a:lnTo>
                <a:lnTo>
                  <a:pt x="1798645" y="263239"/>
                </a:lnTo>
                <a:lnTo>
                  <a:pt x="1838771" y="316428"/>
                </a:lnTo>
                <a:lnTo>
                  <a:pt x="1863664" y="372521"/>
                </a:lnTo>
                <a:lnTo>
                  <a:pt x="1872209" y="431006"/>
                </a:lnTo>
                <a:lnTo>
                  <a:pt x="1870050" y="460516"/>
                </a:lnTo>
                <a:lnTo>
                  <a:pt x="1853191" y="517869"/>
                </a:lnTo>
                <a:lnTo>
                  <a:pt x="1820542" y="572575"/>
                </a:lnTo>
                <a:lnTo>
                  <a:pt x="1773219" y="624118"/>
                </a:lnTo>
                <a:lnTo>
                  <a:pt x="1712337" y="671986"/>
                </a:lnTo>
                <a:lnTo>
                  <a:pt x="1677160" y="694382"/>
                </a:lnTo>
                <a:lnTo>
                  <a:pt x="1639011" y="715666"/>
                </a:lnTo>
                <a:lnTo>
                  <a:pt x="1598030" y="735774"/>
                </a:lnTo>
                <a:lnTo>
                  <a:pt x="1554357" y="754643"/>
                </a:lnTo>
                <a:lnTo>
                  <a:pt x="1508130" y="772207"/>
                </a:lnTo>
                <a:lnTo>
                  <a:pt x="1459489" y="788404"/>
                </a:lnTo>
                <a:lnTo>
                  <a:pt x="1408574" y="803168"/>
                </a:lnTo>
                <a:lnTo>
                  <a:pt x="1355524" y="816436"/>
                </a:lnTo>
                <a:lnTo>
                  <a:pt x="1300478" y="828142"/>
                </a:lnTo>
                <a:lnTo>
                  <a:pt x="1243576" y="838224"/>
                </a:lnTo>
                <a:lnTo>
                  <a:pt x="1184958" y="846617"/>
                </a:lnTo>
                <a:lnTo>
                  <a:pt x="1124762" y="853257"/>
                </a:lnTo>
                <a:lnTo>
                  <a:pt x="1063128" y="858078"/>
                </a:lnTo>
                <a:lnTo>
                  <a:pt x="1000196" y="861019"/>
                </a:lnTo>
                <a:lnTo>
                  <a:pt x="936104" y="862013"/>
                </a:lnTo>
                <a:lnTo>
                  <a:pt x="872013" y="861019"/>
                </a:lnTo>
                <a:lnTo>
                  <a:pt x="809080" y="858078"/>
                </a:lnTo>
                <a:lnTo>
                  <a:pt x="747447" y="853257"/>
                </a:lnTo>
                <a:lnTo>
                  <a:pt x="687251" y="846617"/>
                </a:lnTo>
                <a:lnTo>
                  <a:pt x="628632" y="838224"/>
                </a:lnTo>
                <a:lnTo>
                  <a:pt x="571730" y="828142"/>
                </a:lnTo>
                <a:lnTo>
                  <a:pt x="516684" y="816436"/>
                </a:lnTo>
                <a:lnTo>
                  <a:pt x="463634" y="803168"/>
                </a:lnTo>
                <a:lnTo>
                  <a:pt x="412719" y="788404"/>
                </a:lnTo>
                <a:lnTo>
                  <a:pt x="364079" y="772207"/>
                </a:lnTo>
                <a:lnTo>
                  <a:pt x="317852" y="754643"/>
                </a:lnTo>
                <a:lnTo>
                  <a:pt x="274178" y="735774"/>
                </a:lnTo>
                <a:lnTo>
                  <a:pt x="233197" y="715666"/>
                </a:lnTo>
                <a:lnTo>
                  <a:pt x="195049" y="694382"/>
                </a:lnTo>
                <a:lnTo>
                  <a:pt x="159872" y="671986"/>
                </a:lnTo>
                <a:lnTo>
                  <a:pt x="127805" y="648544"/>
                </a:lnTo>
                <a:lnTo>
                  <a:pt x="73563" y="598774"/>
                </a:lnTo>
                <a:lnTo>
                  <a:pt x="33438" y="545585"/>
                </a:lnTo>
                <a:lnTo>
                  <a:pt x="8545" y="489492"/>
                </a:lnTo>
                <a:lnTo>
                  <a:pt x="0" y="431006"/>
                </a:lnTo>
                <a:close/>
              </a:path>
            </a:pathLst>
          </a:custGeom>
          <a:ln w="28574">
            <a:solidFill>
              <a:srgbClr val="000000"/>
            </a:solidFill>
          </a:ln>
        </p:spPr>
        <p:txBody>
          <a:bodyPr wrap="square" lIns="0" tIns="0" rIns="0" bIns="0" rtlCol="0"/>
          <a:lstStyle/>
          <a:p>
            <a:endParaRPr/>
          </a:p>
        </p:txBody>
      </p:sp>
      <p:sp>
        <p:nvSpPr>
          <p:cNvPr id="10" name="object 10"/>
          <p:cNvSpPr txBox="1"/>
          <p:nvPr/>
        </p:nvSpPr>
        <p:spPr>
          <a:xfrm>
            <a:off x="6475213" y="3242989"/>
            <a:ext cx="965200"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FFFFFF"/>
                </a:solidFill>
                <a:latin typeface="华文新魏" panose="02010800040101010101" charset="-122"/>
                <a:cs typeface="华文新魏" panose="02010800040101010101" charset="-122"/>
              </a:rPr>
              <a:t>目标</a:t>
            </a:r>
            <a:r>
              <a:rPr sz="2800" b="1" spc="-90" dirty="0">
                <a:solidFill>
                  <a:srgbClr val="FFFFFF"/>
                </a:solidFill>
                <a:latin typeface="华文新魏" panose="02010800040101010101" charset="-122"/>
                <a:cs typeface="华文新魏" panose="02010800040101010101" charset="-122"/>
              </a:rPr>
              <a:t> </a:t>
            </a:r>
            <a:r>
              <a:rPr sz="2800" b="1" spc="-5" dirty="0">
                <a:solidFill>
                  <a:srgbClr val="FFFFFF"/>
                </a:solidFill>
                <a:latin typeface="华文新魏" panose="02010800040101010101" charset="-122"/>
                <a:cs typeface="华文新魏" panose="02010800040101010101" charset="-122"/>
              </a:rPr>
              <a:t>1</a:t>
            </a:r>
            <a:endParaRPr sz="2800">
              <a:latin typeface="华文新魏" panose="02010800040101010101" charset="-122"/>
              <a:cs typeface="华文新魏" panose="02010800040101010101" charset="-122"/>
            </a:endParaRPr>
          </a:p>
        </p:txBody>
      </p:sp>
      <p:sp>
        <p:nvSpPr>
          <p:cNvPr id="11" name="object 11"/>
          <p:cNvSpPr/>
          <p:nvPr/>
        </p:nvSpPr>
        <p:spPr>
          <a:xfrm>
            <a:off x="4355478" y="3500709"/>
            <a:ext cx="1533525" cy="420370"/>
          </a:xfrm>
          <a:custGeom>
            <a:avLst/>
            <a:gdLst/>
            <a:ahLst/>
            <a:cxnLst/>
            <a:rect l="l" t="t" r="r" b="b"/>
            <a:pathLst>
              <a:path w="1533525" h="420370">
                <a:moveTo>
                  <a:pt x="0" y="420143"/>
                </a:moveTo>
                <a:lnTo>
                  <a:pt x="1533291" y="0"/>
                </a:lnTo>
              </a:path>
            </a:pathLst>
          </a:custGeom>
          <a:ln w="38099">
            <a:solidFill>
              <a:srgbClr val="000000"/>
            </a:solidFill>
          </a:ln>
        </p:spPr>
        <p:txBody>
          <a:bodyPr wrap="square" lIns="0" tIns="0" rIns="0" bIns="0" rtlCol="0"/>
          <a:lstStyle/>
          <a:p>
            <a:endParaRPr/>
          </a:p>
        </p:txBody>
      </p:sp>
      <p:sp>
        <p:nvSpPr>
          <p:cNvPr id="12" name="object 12"/>
          <p:cNvSpPr/>
          <p:nvPr/>
        </p:nvSpPr>
        <p:spPr>
          <a:xfrm>
            <a:off x="5800177" y="3465728"/>
            <a:ext cx="125730" cy="110489"/>
          </a:xfrm>
          <a:custGeom>
            <a:avLst/>
            <a:gdLst/>
            <a:ahLst/>
            <a:cxnLst/>
            <a:rect l="l" t="t" r="r" b="b"/>
            <a:pathLst>
              <a:path w="125729" h="110489">
                <a:moveTo>
                  <a:pt x="0" y="0"/>
                </a:moveTo>
                <a:lnTo>
                  <a:pt x="30205" y="110236"/>
                </a:lnTo>
                <a:lnTo>
                  <a:pt x="125340" y="24912"/>
                </a:lnTo>
                <a:lnTo>
                  <a:pt x="0" y="0"/>
                </a:lnTo>
                <a:close/>
              </a:path>
            </a:pathLst>
          </a:custGeom>
          <a:solidFill>
            <a:srgbClr val="000000"/>
          </a:solidFill>
        </p:spPr>
        <p:txBody>
          <a:bodyPr wrap="square" lIns="0" tIns="0" rIns="0" bIns="0" rtlCol="0"/>
          <a:lstStyle/>
          <a:p>
            <a:endParaRPr/>
          </a:p>
        </p:txBody>
      </p:sp>
      <p:sp>
        <p:nvSpPr>
          <p:cNvPr id="13" name="object 13"/>
          <p:cNvSpPr/>
          <p:nvPr/>
        </p:nvSpPr>
        <p:spPr>
          <a:xfrm>
            <a:off x="4355478" y="4481345"/>
            <a:ext cx="1594485" cy="387985"/>
          </a:xfrm>
          <a:custGeom>
            <a:avLst/>
            <a:gdLst/>
            <a:ahLst/>
            <a:cxnLst/>
            <a:rect l="l" t="t" r="r" b="b"/>
            <a:pathLst>
              <a:path w="1594484" h="387985">
                <a:moveTo>
                  <a:pt x="0" y="0"/>
                </a:moveTo>
                <a:lnTo>
                  <a:pt x="1594135" y="387867"/>
                </a:lnTo>
              </a:path>
            </a:pathLst>
          </a:custGeom>
          <a:ln w="38099">
            <a:solidFill>
              <a:srgbClr val="000000"/>
            </a:solidFill>
          </a:ln>
        </p:spPr>
        <p:txBody>
          <a:bodyPr wrap="square" lIns="0" tIns="0" rIns="0" bIns="0" rtlCol="0"/>
          <a:lstStyle/>
          <a:p>
            <a:endParaRPr/>
          </a:p>
        </p:txBody>
      </p:sp>
      <p:sp>
        <p:nvSpPr>
          <p:cNvPr id="14" name="object 14"/>
          <p:cNvSpPr/>
          <p:nvPr/>
        </p:nvSpPr>
        <p:spPr>
          <a:xfrm>
            <a:off x="5862064" y="4795669"/>
            <a:ext cx="125095" cy="111125"/>
          </a:xfrm>
          <a:custGeom>
            <a:avLst/>
            <a:gdLst/>
            <a:ahLst/>
            <a:cxnLst/>
            <a:rect l="l" t="t" r="r" b="b"/>
            <a:pathLst>
              <a:path w="125095" h="111125">
                <a:moveTo>
                  <a:pt x="27021" y="0"/>
                </a:moveTo>
                <a:lnTo>
                  <a:pt x="0" y="111060"/>
                </a:lnTo>
                <a:lnTo>
                  <a:pt x="124571" y="82551"/>
                </a:lnTo>
                <a:lnTo>
                  <a:pt x="27021" y="0"/>
                </a:lnTo>
                <a:close/>
              </a:path>
            </a:pathLst>
          </a:custGeom>
          <a:solidFill>
            <a:srgbClr val="000000"/>
          </a:solidFill>
        </p:spPr>
        <p:txBody>
          <a:bodyPr wrap="square" lIns="0" tIns="0" rIns="0" bIns="0" rtlCol="0"/>
          <a:lstStyle/>
          <a:p>
            <a:endParaRPr/>
          </a:p>
        </p:txBody>
      </p:sp>
      <p:sp>
        <p:nvSpPr>
          <p:cNvPr id="15" name="object 15"/>
          <p:cNvSpPr/>
          <p:nvPr/>
        </p:nvSpPr>
        <p:spPr>
          <a:xfrm>
            <a:off x="6011664" y="4499000"/>
            <a:ext cx="1872614" cy="862330"/>
          </a:xfrm>
          <a:custGeom>
            <a:avLst/>
            <a:gdLst/>
            <a:ahLst/>
            <a:cxnLst/>
            <a:rect l="l" t="t" r="r" b="b"/>
            <a:pathLst>
              <a:path w="1872615" h="862329">
                <a:moveTo>
                  <a:pt x="936104" y="0"/>
                </a:moveTo>
                <a:lnTo>
                  <a:pt x="872012" y="994"/>
                </a:lnTo>
                <a:lnTo>
                  <a:pt x="809080" y="3934"/>
                </a:lnTo>
                <a:lnTo>
                  <a:pt x="747446" y="8756"/>
                </a:lnTo>
                <a:lnTo>
                  <a:pt x="687250" y="15396"/>
                </a:lnTo>
                <a:lnTo>
                  <a:pt x="628631" y="23788"/>
                </a:lnTo>
                <a:lnTo>
                  <a:pt x="571730" y="33870"/>
                </a:lnTo>
                <a:lnTo>
                  <a:pt x="516684" y="45577"/>
                </a:lnTo>
                <a:lnTo>
                  <a:pt x="463634" y="58845"/>
                </a:lnTo>
                <a:lnTo>
                  <a:pt x="412719" y="73609"/>
                </a:lnTo>
                <a:lnTo>
                  <a:pt x="364078" y="89805"/>
                </a:lnTo>
                <a:lnTo>
                  <a:pt x="317851" y="107370"/>
                </a:lnTo>
                <a:lnTo>
                  <a:pt x="274178" y="126239"/>
                </a:lnTo>
                <a:lnTo>
                  <a:pt x="233197" y="146347"/>
                </a:lnTo>
                <a:lnTo>
                  <a:pt x="195048" y="167631"/>
                </a:lnTo>
                <a:lnTo>
                  <a:pt x="159871" y="190027"/>
                </a:lnTo>
                <a:lnTo>
                  <a:pt x="127805" y="213469"/>
                </a:lnTo>
                <a:lnTo>
                  <a:pt x="73563" y="263240"/>
                </a:lnTo>
                <a:lnTo>
                  <a:pt x="33438" y="316428"/>
                </a:lnTo>
                <a:lnTo>
                  <a:pt x="8545" y="372522"/>
                </a:lnTo>
                <a:lnTo>
                  <a:pt x="0" y="431007"/>
                </a:lnTo>
                <a:lnTo>
                  <a:pt x="2159" y="460516"/>
                </a:lnTo>
                <a:lnTo>
                  <a:pt x="19018" y="517870"/>
                </a:lnTo>
                <a:lnTo>
                  <a:pt x="51666" y="572575"/>
                </a:lnTo>
                <a:lnTo>
                  <a:pt x="98989" y="624119"/>
                </a:lnTo>
                <a:lnTo>
                  <a:pt x="159871" y="671987"/>
                </a:lnTo>
                <a:lnTo>
                  <a:pt x="195048" y="694382"/>
                </a:lnTo>
                <a:lnTo>
                  <a:pt x="233197" y="715666"/>
                </a:lnTo>
                <a:lnTo>
                  <a:pt x="274178" y="735775"/>
                </a:lnTo>
                <a:lnTo>
                  <a:pt x="317851" y="754643"/>
                </a:lnTo>
                <a:lnTo>
                  <a:pt x="364078" y="772208"/>
                </a:lnTo>
                <a:lnTo>
                  <a:pt x="412719" y="788404"/>
                </a:lnTo>
                <a:lnTo>
                  <a:pt x="463634" y="803168"/>
                </a:lnTo>
                <a:lnTo>
                  <a:pt x="516684" y="816436"/>
                </a:lnTo>
                <a:lnTo>
                  <a:pt x="571730" y="828143"/>
                </a:lnTo>
                <a:lnTo>
                  <a:pt x="628631" y="838225"/>
                </a:lnTo>
                <a:lnTo>
                  <a:pt x="687250" y="846617"/>
                </a:lnTo>
                <a:lnTo>
                  <a:pt x="747446" y="853257"/>
                </a:lnTo>
                <a:lnTo>
                  <a:pt x="809080" y="858079"/>
                </a:lnTo>
                <a:lnTo>
                  <a:pt x="872012" y="861019"/>
                </a:lnTo>
                <a:lnTo>
                  <a:pt x="936104" y="862013"/>
                </a:lnTo>
                <a:lnTo>
                  <a:pt x="1000195" y="861019"/>
                </a:lnTo>
                <a:lnTo>
                  <a:pt x="1063127" y="858079"/>
                </a:lnTo>
                <a:lnTo>
                  <a:pt x="1124761" y="853257"/>
                </a:lnTo>
                <a:lnTo>
                  <a:pt x="1184957" y="846617"/>
                </a:lnTo>
                <a:lnTo>
                  <a:pt x="1243576" y="838225"/>
                </a:lnTo>
                <a:lnTo>
                  <a:pt x="1300477" y="828143"/>
                </a:lnTo>
                <a:lnTo>
                  <a:pt x="1355523" y="816436"/>
                </a:lnTo>
                <a:lnTo>
                  <a:pt x="1408573" y="803168"/>
                </a:lnTo>
                <a:lnTo>
                  <a:pt x="1459488" y="788404"/>
                </a:lnTo>
                <a:lnTo>
                  <a:pt x="1508128" y="772208"/>
                </a:lnTo>
                <a:lnTo>
                  <a:pt x="1554355" y="754643"/>
                </a:lnTo>
                <a:lnTo>
                  <a:pt x="1598029" y="735775"/>
                </a:lnTo>
                <a:lnTo>
                  <a:pt x="1639009" y="715666"/>
                </a:lnTo>
                <a:lnTo>
                  <a:pt x="1677158" y="694382"/>
                </a:lnTo>
                <a:lnTo>
                  <a:pt x="1712335" y="671987"/>
                </a:lnTo>
                <a:lnTo>
                  <a:pt x="1744401" y="648544"/>
                </a:lnTo>
                <a:lnTo>
                  <a:pt x="1798643" y="598774"/>
                </a:lnTo>
                <a:lnTo>
                  <a:pt x="1838768" y="545586"/>
                </a:lnTo>
                <a:lnTo>
                  <a:pt x="1863661" y="489492"/>
                </a:lnTo>
                <a:lnTo>
                  <a:pt x="1872207" y="431007"/>
                </a:lnTo>
                <a:lnTo>
                  <a:pt x="1870047" y="401498"/>
                </a:lnTo>
                <a:lnTo>
                  <a:pt x="1853189" y="344144"/>
                </a:lnTo>
                <a:lnTo>
                  <a:pt x="1820540" y="289439"/>
                </a:lnTo>
                <a:lnTo>
                  <a:pt x="1773217" y="237895"/>
                </a:lnTo>
                <a:lnTo>
                  <a:pt x="1712335" y="190027"/>
                </a:lnTo>
                <a:lnTo>
                  <a:pt x="1677158" y="167631"/>
                </a:lnTo>
                <a:lnTo>
                  <a:pt x="1639009" y="146347"/>
                </a:lnTo>
                <a:lnTo>
                  <a:pt x="1598029" y="126239"/>
                </a:lnTo>
                <a:lnTo>
                  <a:pt x="1554355" y="107370"/>
                </a:lnTo>
                <a:lnTo>
                  <a:pt x="1508128" y="89805"/>
                </a:lnTo>
                <a:lnTo>
                  <a:pt x="1459488" y="73609"/>
                </a:lnTo>
                <a:lnTo>
                  <a:pt x="1408573" y="58845"/>
                </a:lnTo>
                <a:lnTo>
                  <a:pt x="1355523" y="45577"/>
                </a:lnTo>
                <a:lnTo>
                  <a:pt x="1300477" y="33870"/>
                </a:lnTo>
                <a:lnTo>
                  <a:pt x="1243576" y="23788"/>
                </a:lnTo>
                <a:lnTo>
                  <a:pt x="1184957" y="15396"/>
                </a:lnTo>
                <a:lnTo>
                  <a:pt x="1124761" y="8756"/>
                </a:lnTo>
                <a:lnTo>
                  <a:pt x="1063127" y="3934"/>
                </a:lnTo>
                <a:lnTo>
                  <a:pt x="1000195" y="994"/>
                </a:lnTo>
                <a:lnTo>
                  <a:pt x="936104" y="0"/>
                </a:lnTo>
                <a:close/>
              </a:path>
            </a:pathLst>
          </a:custGeom>
          <a:solidFill>
            <a:srgbClr val="7A4779"/>
          </a:solidFill>
        </p:spPr>
        <p:txBody>
          <a:bodyPr wrap="square" lIns="0" tIns="0" rIns="0" bIns="0" rtlCol="0"/>
          <a:lstStyle/>
          <a:p>
            <a:endParaRPr/>
          </a:p>
        </p:txBody>
      </p:sp>
      <p:sp>
        <p:nvSpPr>
          <p:cNvPr id="16" name="object 16"/>
          <p:cNvSpPr/>
          <p:nvPr/>
        </p:nvSpPr>
        <p:spPr>
          <a:xfrm>
            <a:off x="6011664" y="4499000"/>
            <a:ext cx="1872614" cy="862330"/>
          </a:xfrm>
          <a:custGeom>
            <a:avLst/>
            <a:gdLst/>
            <a:ahLst/>
            <a:cxnLst/>
            <a:rect l="l" t="t" r="r" b="b"/>
            <a:pathLst>
              <a:path w="1872615" h="862329">
                <a:moveTo>
                  <a:pt x="0" y="431006"/>
                </a:moveTo>
                <a:lnTo>
                  <a:pt x="8545" y="372521"/>
                </a:lnTo>
                <a:lnTo>
                  <a:pt x="33438" y="316428"/>
                </a:lnTo>
                <a:lnTo>
                  <a:pt x="73563" y="263239"/>
                </a:lnTo>
                <a:lnTo>
                  <a:pt x="127805" y="213469"/>
                </a:lnTo>
                <a:lnTo>
                  <a:pt x="159871" y="190026"/>
                </a:lnTo>
                <a:lnTo>
                  <a:pt x="195048" y="167631"/>
                </a:lnTo>
                <a:lnTo>
                  <a:pt x="233197" y="146347"/>
                </a:lnTo>
                <a:lnTo>
                  <a:pt x="274178" y="126239"/>
                </a:lnTo>
                <a:lnTo>
                  <a:pt x="317851" y="107370"/>
                </a:lnTo>
                <a:lnTo>
                  <a:pt x="364078" y="89805"/>
                </a:lnTo>
                <a:lnTo>
                  <a:pt x="412719" y="73609"/>
                </a:lnTo>
                <a:lnTo>
                  <a:pt x="463634" y="58845"/>
                </a:lnTo>
                <a:lnTo>
                  <a:pt x="516684" y="45577"/>
                </a:lnTo>
                <a:lnTo>
                  <a:pt x="571729" y="33870"/>
                </a:lnTo>
                <a:lnTo>
                  <a:pt x="628631" y="23788"/>
                </a:lnTo>
                <a:lnTo>
                  <a:pt x="687250" y="15395"/>
                </a:lnTo>
                <a:lnTo>
                  <a:pt x="747446" y="8756"/>
                </a:lnTo>
                <a:lnTo>
                  <a:pt x="809080" y="3934"/>
                </a:lnTo>
                <a:lnTo>
                  <a:pt x="872012" y="994"/>
                </a:lnTo>
                <a:lnTo>
                  <a:pt x="936103" y="0"/>
                </a:lnTo>
                <a:lnTo>
                  <a:pt x="1000195" y="994"/>
                </a:lnTo>
                <a:lnTo>
                  <a:pt x="1063127" y="3934"/>
                </a:lnTo>
                <a:lnTo>
                  <a:pt x="1124761" y="8756"/>
                </a:lnTo>
                <a:lnTo>
                  <a:pt x="1184957" y="15395"/>
                </a:lnTo>
                <a:lnTo>
                  <a:pt x="1243575" y="23788"/>
                </a:lnTo>
                <a:lnTo>
                  <a:pt x="1300477" y="33870"/>
                </a:lnTo>
                <a:lnTo>
                  <a:pt x="1355523" y="45577"/>
                </a:lnTo>
                <a:lnTo>
                  <a:pt x="1408573" y="58845"/>
                </a:lnTo>
                <a:lnTo>
                  <a:pt x="1459488" y="73609"/>
                </a:lnTo>
                <a:lnTo>
                  <a:pt x="1508128" y="89805"/>
                </a:lnTo>
                <a:lnTo>
                  <a:pt x="1554355" y="107370"/>
                </a:lnTo>
                <a:lnTo>
                  <a:pt x="1598029" y="126239"/>
                </a:lnTo>
                <a:lnTo>
                  <a:pt x="1639009" y="146347"/>
                </a:lnTo>
                <a:lnTo>
                  <a:pt x="1677158" y="167631"/>
                </a:lnTo>
                <a:lnTo>
                  <a:pt x="1712335" y="190026"/>
                </a:lnTo>
                <a:lnTo>
                  <a:pt x="1744401" y="213469"/>
                </a:lnTo>
                <a:lnTo>
                  <a:pt x="1798643" y="263239"/>
                </a:lnTo>
                <a:lnTo>
                  <a:pt x="1838768" y="316428"/>
                </a:lnTo>
                <a:lnTo>
                  <a:pt x="1863661" y="372521"/>
                </a:lnTo>
                <a:lnTo>
                  <a:pt x="1872207" y="431006"/>
                </a:lnTo>
                <a:lnTo>
                  <a:pt x="1870047" y="460516"/>
                </a:lnTo>
                <a:lnTo>
                  <a:pt x="1853189" y="517869"/>
                </a:lnTo>
                <a:lnTo>
                  <a:pt x="1820540" y="572575"/>
                </a:lnTo>
                <a:lnTo>
                  <a:pt x="1773217" y="624118"/>
                </a:lnTo>
                <a:lnTo>
                  <a:pt x="1712335" y="671986"/>
                </a:lnTo>
                <a:lnTo>
                  <a:pt x="1677158" y="694382"/>
                </a:lnTo>
                <a:lnTo>
                  <a:pt x="1639009" y="715666"/>
                </a:lnTo>
                <a:lnTo>
                  <a:pt x="1598029" y="735774"/>
                </a:lnTo>
                <a:lnTo>
                  <a:pt x="1554355" y="754643"/>
                </a:lnTo>
                <a:lnTo>
                  <a:pt x="1508128" y="772208"/>
                </a:lnTo>
                <a:lnTo>
                  <a:pt x="1459488" y="788404"/>
                </a:lnTo>
                <a:lnTo>
                  <a:pt x="1408573" y="803168"/>
                </a:lnTo>
                <a:lnTo>
                  <a:pt x="1355523" y="816436"/>
                </a:lnTo>
                <a:lnTo>
                  <a:pt x="1300477" y="828143"/>
                </a:lnTo>
                <a:lnTo>
                  <a:pt x="1243575" y="838225"/>
                </a:lnTo>
                <a:lnTo>
                  <a:pt x="1184957" y="846617"/>
                </a:lnTo>
                <a:lnTo>
                  <a:pt x="1124761" y="853257"/>
                </a:lnTo>
                <a:lnTo>
                  <a:pt x="1063127" y="858079"/>
                </a:lnTo>
                <a:lnTo>
                  <a:pt x="1000195" y="861019"/>
                </a:lnTo>
                <a:lnTo>
                  <a:pt x="936103" y="862013"/>
                </a:lnTo>
                <a:lnTo>
                  <a:pt x="872012" y="861019"/>
                </a:lnTo>
                <a:lnTo>
                  <a:pt x="809080" y="858079"/>
                </a:lnTo>
                <a:lnTo>
                  <a:pt x="747446" y="853257"/>
                </a:lnTo>
                <a:lnTo>
                  <a:pt x="687250" y="846617"/>
                </a:lnTo>
                <a:lnTo>
                  <a:pt x="628631" y="838225"/>
                </a:lnTo>
                <a:lnTo>
                  <a:pt x="571729" y="828143"/>
                </a:lnTo>
                <a:lnTo>
                  <a:pt x="516684" y="816436"/>
                </a:lnTo>
                <a:lnTo>
                  <a:pt x="463634" y="803168"/>
                </a:lnTo>
                <a:lnTo>
                  <a:pt x="412719" y="788404"/>
                </a:lnTo>
                <a:lnTo>
                  <a:pt x="364078" y="772208"/>
                </a:lnTo>
                <a:lnTo>
                  <a:pt x="317851" y="754643"/>
                </a:lnTo>
                <a:lnTo>
                  <a:pt x="274178" y="735774"/>
                </a:lnTo>
                <a:lnTo>
                  <a:pt x="233197" y="715666"/>
                </a:lnTo>
                <a:lnTo>
                  <a:pt x="195048" y="694382"/>
                </a:lnTo>
                <a:lnTo>
                  <a:pt x="159871" y="671986"/>
                </a:lnTo>
                <a:lnTo>
                  <a:pt x="127805" y="648544"/>
                </a:lnTo>
                <a:lnTo>
                  <a:pt x="73563" y="598774"/>
                </a:lnTo>
                <a:lnTo>
                  <a:pt x="33438" y="545585"/>
                </a:lnTo>
                <a:lnTo>
                  <a:pt x="8545" y="489491"/>
                </a:lnTo>
                <a:lnTo>
                  <a:pt x="0" y="431006"/>
                </a:lnTo>
                <a:close/>
              </a:path>
            </a:pathLst>
          </a:custGeom>
          <a:ln w="28574">
            <a:solidFill>
              <a:srgbClr val="000000"/>
            </a:solidFill>
          </a:ln>
        </p:spPr>
        <p:txBody>
          <a:bodyPr wrap="square" lIns="0" tIns="0" rIns="0" bIns="0" rtlCol="0"/>
          <a:lstStyle/>
          <a:p>
            <a:endParaRPr/>
          </a:p>
        </p:txBody>
      </p:sp>
      <p:sp>
        <p:nvSpPr>
          <p:cNvPr id="17" name="object 17"/>
          <p:cNvSpPr txBox="1"/>
          <p:nvPr/>
        </p:nvSpPr>
        <p:spPr>
          <a:xfrm>
            <a:off x="6407480" y="4683148"/>
            <a:ext cx="1026160"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FFFFFF"/>
                </a:solidFill>
                <a:latin typeface="华文新魏" panose="02010800040101010101" charset="-122"/>
                <a:cs typeface="华文新魏" panose="02010800040101010101" charset="-122"/>
              </a:rPr>
              <a:t>目标</a:t>
            </a:r>
            <a:r>
              <a:rPr sz="2800" b="1" spc="-90" dirty="0">
                <a:solidFill>
                  <a:srgbClr val="FFFFFF"/>
                </a:solidFill>
                <a:latin typeface="华文新魏" panose="02010800040101010101" charset="-122"/>
                <a:cs typeface="华文新魏" panose="02010800040101010101" charset="-122"/>
              </a:rPr>
              <a:t> </a:t>
            </a:r>
            <a:r>
              <a:rPr sz="2800" b="1" spc="-5" dirty="0">
                <a:solidFill>
                  <a:srgbClr val="FFFFFF"/>
                </a:solidFill>
                <a:latin typeface="华文新魏" panose="02010800040101010101" charset="-122"/>
                <a:cs typeface="华文新魏" panose="02010800040101010101" charset="-122"/>
              </a:rPr>
              <a:t>2</a:t>
            </a:r>
            <a:endParaRPr sz="2800">
              <a:latin typeface="华文新魏" panose="02010800040101010101" charset="-122"/>
              <a:cs typeface="华文新魏" panose="02010800040101010101" charset="-122"/>
            </a:endParaRPr>
          </a:p>
        </p:txBody>
      </p:sp>
      <p:sp>
        <p:nvSpPr>
          <p:cNvPr id="18" name="object 18"/>
          <p:cNvSpPr/>
          <p:nvPr/>
        </p:nvSpPr>
        <p:spPr>
          <a:xfrm>
            <a:off x="3779414" y="1690688"/>
            <a:ext cx="3776345" cy="1873250"/>
          </a:xfrm>
          <a:custGeom>
            <a:avLst/>
            <a:gdLst/>
            <a:ahLst/>
            <a:cxnLst/>
            <a:rect l="l" t="t" r="r" b="b"/>
            <a:pathLst>
              <a:path w="3776345" h="1873250">
                <a:moveTo>
                  <a:pt x="1573389" y="1096267"/>
                </a:moveTo>
                <a:lnTo>
                  <a:pt x="629356" y="1096267"/>
                </a:lnTo>
                <a:lnTo>
                  <a:pt x="167206" y="1873237"/>
                </a:lnTo>
                <a:lnTo>
                  <a:pt x="1573389" y="1096267"/>
                </a:lnTo>
                <a:close/>
              </a:path>
              <a:path w="3776345" h="1873250">
                <a:moveTo>
                  <a:pt x="3776132" y="0"/>
                </a:moveTo>
                <a:lnTo>
                  <a:pt x="0" y="0"/>
                </a:lnTo>
                <a:lnTo>
                  <a:pt x="0" y="1096267"/>
                </a:lnTo>
                <a:lnTo>
                  <a:pt x="3776132" y="1096267"/>
                </a:lnTo>
                <a:lnTo>
                  <a:pt x="3776132" y="0"/>
                </a:lnTo>
                <a:close/>
              </a:path>
            </a:pathLst>
          </a:custGeom>
          <a:solidFill>
            <a:srgbClr val="D5F0FF"/>
          </a:solidFill>
        </p:spPr>
        <p:txBody>
          <a:bodyPr wrap="square" lIns="0" tIns="0" rIns="0" bIns="0" rtlCol="0"/>
          <a:lstStyle/>
          <a:p>
            <a:endParaRPr/>
          </a:p>
        </p:txBody>
      </p:sp>
      <p:sp>
        <p:nvSpPr>
          <p:cNvPr id="19" name="object 19"/>
          <p:cNvSpPr/>
          <p:nvPr/>
        </p:nvSpPr>
        <p:spPr>
          <a:xfrm>
            <a:off x="3779414" y="1690688"/>
            <a:ext cx="3776345" cy="1873250"/>
          </a:xfrm>
          <a:custGeom>
            <a:avLst/>
            <a:gdLst/>
            <a:ahLst/>
            <a:cxnLst/>
            <a:rect l="l" t="t" r="r" b="b"/>
            <a:pathLst>
              <a:path w="3776345" h="1873250">
                <a:moveTo>
                  <a:pt x="0" y="0"/>
                </a:moveTo>
                <a:lnTo>
                  <a:pt x="629355" y="0"/>
                </a:lnTo>
                <a:lnTo>
                  <a:pt x="1573388" y="0"/>
                </a:lnTo>
                <a:lnTo>
                  <a:pt x="3776131" y="0"/>
                </a:lnTo>
                <a:lnTo>
                  <a:pt x="3776131" y="639489"/>
                </a:lnTo>
                <a:lnTo>
                  <a:pt x="3776131" y="913556"/>
                </a:lnTo>
                <a:lnTo>
                  <a:pt x="3776131" y="1096267"/>
                </a:lnTo>
                <a:lnTo>
                  <a:pt x="1573388" y="1096267"/>
                </a:lnTo>
                <a:lnTo>
                  <a:pt x="167206" y="1873236"/>
                </a:lnTo>
                <a:lnTo>
                  <a:pt x="629355" y="1096267"/>
                </a:lnTo>
                <a:lnTo>
                  <a:pt x="0" y="1096267"/>
                </a:lnTo>
                <a:lnTo>
                  <a:pt x="0" y="913556"/>
                </a:lnTo>
                <a:lnTo>
                  <a:pt x="0" y="639489"/>
                </a:lnTo>
                <a:lnTo>
                  <a:pt x="0" y="0"/>
                </a:lnTo>
                <a:close/>
              </a:path>
            </a:pathLst>
          </a:custGeom>
          <a:ln w="9524">
            <a:solidFill>
              <a:srgbClr val="ECEBEB"/>
            </a:solidFill>
          </a:ln>
        </p:spPr>
        <p:txBody>
          <a:bodyPr wrap="square" lIns="0" tIns="0" rIns="0" bIns="0" rtlCol="0"/>
          <a:lstStyle/>
          <a:p>
            <a:endParaRPr/>
          </a:p>
        </p:txBody>
      </p:sp>
      <p:sp>
        <p:nvSpPr>
          <p:cNvPr id="20" name="object 20"/>
          <p:cNvSpPr txBox="1"/>
          <p:nvPr/>
        </p:nvSpPr>
        <p:spPr>
          <a:xfrm>
            <a:off x="3879428" y="1724027"/>
            <a:ext cx="3581400" cy="871219"/>
          </a:xfrm>
          <a:prstGeom prst="rect">
            <a:avLst/>
          </a:prstGeom>
        </p:spPr>
        <p:txBody>
          <a:bodyPr vert="horz" wrap="square" lIns="0" tIns="33020" rIns="0" bIns="0" rtlCol="0">
            <a:spAutoFit/>
          </a:bodyPr>
          <a:lstStyle/>
          <a:p>
            <a:pPr marL="1079500" marR="5080" indent="-1066800">
              <a:lnSpc>
                <a:spcPts val="3300"/>
              </a:lnSpc>
              <a:spcBef>
                <a:spcPts val="260"/>
              </a:spcBef>
            </a:pPr>
            <a:r>
              <a:rPr sz="2800" dirty="0">
                <a:latin typeface="华文新魏" panose="02010800040101010101" charset="-122"/>
                <a:cs typeface="华文新魏" panose="02010800040101010101" charset="-122"/>
              </a:rPr>
              <a:t>我想通过这个系统达到 什么目的？</a:t>
            </a:r>
            <a:endParaRPr sz="2800">
              <a:latin typeface="华文新魏" panose="02010800040101010101" charset="-122"/>
              <a:cs typeface="华文新魏" panose="02010800040101010101" charset="-122"/>
            </a:endParaRPr>
          </a:p>
        </p:txBody>
      </p:sp>
      <p:sp>
        <p:nvSpPr>
          <p:cNvPr id="21" name="object 21"/>
          <p:cNvSpPr/>
          <p:nvPr/>
        </p:nvSpPr>
        <p:spPr>
          <a:xfrm>
            <a:off x="8862654" y="4024724"/>
            <a:ext cx="1923568" cy="2438024"/>
          </a:xfrm>
          <a:prstGeom prst="rect">
            <a:avLst/>
          </a:prstGeom>
          <a:blipFill>
            <a:blip r:embed="rId3" cstate="print"/>
            <a:stretch>
              <a:fillRect/>
            </a:stretch>
          </a:blipFill>
        </p:spPr>
        <p:txBody>
          <a:bodyPr wrap="square" lIns="0" tIns="0" rIns="0" bIns="0" rtlCol="0"/>
          <a:lstStyle/>
          <a:p>
            <a:endParaRPr/>
          </a:p>
        </p:txBody>
      </p:sp>
      <p:sp>
        <p:nvSpPr>
          <p:cNvPr id="23" name="标题 22"/>
          <p:cNvSpPr>
            <a:spLocks noGrp="1"/>
          </p:cNvSpPr>
          <p:nvPr>
            <p:ph type="title"/>
          </p:nvPr>
        </p:nvSpPr>
        <p:spPr/>
        <p:txBody>
          <a:bodyPr/>
          <a:lstStyle/>
          <a:p>
            <a:r>
              <a:rPr lang="zh-CN" altLang="en-US" spc="-5" dirty="0"/>
              <a:t>寻找用例</a:t>
            </a:r>
            <a:endParaRPr lang="zh-CN" altLang="en-US" dirty="0"/>
          </a:p>
        </p:txBody>
      </p:sp>
      <p:sp>
        <p:nvSpPr>
          <p:cNvPr id="24" name="灯片编号占位符 23"/>
          <p:cNvSpPr>
            <a:spLocks noGrp="1"/>
          </p:cNvSpPr>
          <p:nvPr>
            <p:ph type="sldNum" sz="quarter" idx="12"/>
          </p:nvPr>
        </p:nvSpPr>
        <p:spPr/>
        <p:txBody>
          <a:bodyPr/>
          <a:lstStyle/>
          <a:p>
            <a:fld id="{74D2AB8B-5816-41F2-8B4B-CA5C3E4E6A65}"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8396"/>
    </mc:Choice>
    <mc:Fallback xmlns="">
      <p:transition spd="slow" advTm="4839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39800" y="1485357"/>
            <a:ext cx="10312400" cy="466852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每个参与者的目标是什么？</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为什么参与者要使用这个系统？</a:t>
            </a:r>
          </a:p>
          <a:p>
            <a:pPr marL="698500" marR="5080" lvl="1" indent="-228600">
              <a:lnSpc>
                <a:spcPct val="152000"/>
              </a:lnSpc>
              <a:spcBef>
                <a:spcPts val="40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参与者是否需要对系统中数据进行创建，存储，更改，删除或 者读取的操作？为什么？</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参与者是否需要将外部事件或发生的改变告知系统？</a:t>
            </a:r>
          </a:p>
          <a:p>
            <a:pPr marL="698500" lvl="1" indent="-228600">
              <a:lnSpc>
                <a:spcPct val="100000"/>
              </a:lnSpc>
              <a:spcBef>
                <a:spcPts val="2140"/>
              </a:spcBef>
              <a:buFont typeface="Arial" panose="020B0604020202020204"/>
              <a:buChar char="•"/>
              <a:tabLst>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参与者是否需要知道系统内部发生的事件或改变？</a:t>
            </a:r>
          </a:p>
          <a:p>
            <a:pPr marL="241300" indent="-228600">
              <a:lnSpc>
                <a:spcPct val="100000"/>
              </a:lnSpc>
              <a:spcBef>
                <a:spcPts val="2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系统是否能够应对业务中所有的正确行为与操作？</a:t>
            </a:r>
          </a:p>
        </p:txBody>
      </p:sp>
      <p:sp>
        <p:nvSpPr>
          <p:cNvPr id="5" name="标题 4"/>
          <p:cNvSpPr>
            <a:spLocks noGrp="1"/>
          </p:cNvSpPr>
          <p:nvPr>
            <p:ph type="title"/>
          </p:nvPr>
        </p:nvSpPr>
        <p:spPr/>
        <p:txBody>
          <a:bodyPr/>
          <a:lstStyle/>
          <a:p>
            <a:r>
              <a:rPr lang="zh-CN" altLang="en-US" spc="-5" dirty="0"/>
              <a:t>识别用例</a:t>
            </a:r>
            <a:endParaRPr lang="zh-CN" altLang="en-US" dirty="0"/>
          </a:p>
        </p:txBody>
      </p:sp>
      <p:sp>
        <p:nvSpPr>
          <p:cNvPr id="6" name="灯片编号占位符 5"/>
          <p:cNvSpPr>
            <a:spLocks noGrp="1"/>
          </p:cNvSpPr>
          <p:nvPr>
            <p:ph type="sldNum" sz="quarter" idx="12"/>
          </p:nvPr>
        </p:nvSpPr>
        <p:spPr/>
        <p:txBody>
          <a:bodyPr/>
          <a:lstStyle/>
          <a:p>
            <a:fld id="{74D2AB8B-5816-41F2-8B4B-CA5C3E4E6A65}" type="slidenum">
              <a:rPr lang="zh-CN" altLang="en-US" smtClean="0"/>
              <a:t>38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3128"/>
    </mc:Choice>
    <mc:Fallback xmlns="">
      <p:transition spd="slow" advTm="63128"/>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用例的描述</a:t>
            </a:r>
          </a:p>
        </p:txBody>
      </p:sp>
      <p:sp>
        <p:nvSpPr>
          <p:cNvPr id="5" name="object 3"/>
          <p:cNvSpPr txBox="1"/>
          <p:nvPr/>
        </p:nvSpPr>
        <p:spPr>
          <a:xfrm>
            <a:off x="916939" y="1937477"/>
            <a:ext cx="736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ea typeface="微软雅黑" panose="020B0503020204020204" pitchFamily="34" charset="-122"/>
                <a:cs typeface="华文新魏" panose="02010800040101010101" charset="-122"/>
              </a:rPr>
              <a:t>名称</a:t>
            </a:r>
          </a:p>
        </p:txBody>
      </p:sp>
      <p:sp>
        <p:nvSpPr>
          <p:cNvPr id="6" name="object 4"/>
          <p:cNvSpPr txBox="1"/>
          <p:nvPr/>
        </p:nvSpPr>
        <p:spPr>
          <a:xfrm>
            <a:off x="3660139" y="1937477"/>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注册课程</a:t>
            </a:r>
            <a:endParaRPr sz="2800">
              <a:latin typeface="微软雅黑" panose="020B0503020204020204" pitchFamily="34" charset="-122"/>
              <a:ea typeface="微软雅黑" panose="020B0503020204020204" pitchFamily="34" charset="-122"/>
              <a:cs typeface="华文新魏" panose="02010800040101010101" charset="-122"/>
            </a:endParaRPr>
          </a:p>
        </p:txBody>
      </p:sp>
      <p:sp>
        <p:nvSpPr>
          <p:cNvPr id="7" name="object 5"/>
          <p:cNvSpPr txBox="1"/>
          <p:nvPr/>
        </p:nvSpPr>
        <p:spPr>
          <a:xfrm>
            <a:off x="916939" y="2966177"/>
            <a:ext cx="14478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ea typeface="微软雅黑" panose="020B0503020204020204" pitchFamily="34" charset="-122"/>
                <a:cs typeface="华文新魏" panose="02010800040101010101" charset="-122"/>
              </a:rPr>
              <a:t>简要描述</a:t>
            </a:r>
          </a:p>
        </p:txBody>
      </p:sp>
      <p:sp>
        <p:nvSpPr>
          <p:cNvPr id="8" name="object 6"/>
          <p:cNvSpPr txBox="1"/>
          <p:nvPr/>
        </p:nvSpPr>
        <p:spPr>
          <a:xfrm>
            <a:off x="3655024" y="2819720"/>
            <a:ext cx="7848600" cy="1221873"/>
          </a:xfrm>
          <a:prstGeom prst="rect">
            <a:avLst/>
          </a:prstGeom>
        </p:spPr>
        <p:txBody>
          <a:bodyPr vert="horz" wrap="square" lIns="0" tIns="12700" rIns="0" bIns="0" rtlCol="0">
            <a:spAutoFit/>
          </a:bodyPr>
          <a:lstStyle/>
          <a:p>
            <a:pPr marL="92075" marR="5080" indent="-80010">
              <a:lnSpc>
                <a:spcPct val="149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学生选择下个学期想上的课程。生成必修课和选修 课的课表信息。</a:t>
            </a:r>
          </a:p>
        </p:txBody>
      </p:sp>
      <p:sp>
        <p:nvSpPr>
          <p:cNvPr id="9" name="object 7"/>
          <p:cNvSpPr txBox="1"/>
          <p:nvPr/>
        </p:nvSpPr>
        <p:spPr>
          <a:xfrm>
            <a:off x="916939" y="449017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ea typeface="微软雅黑" panose="020B0503020204020204" pitchFamily="34" charset="-122"/>
                <a:cs typeface="华文新魏" panose="02010800040101010101" charset="-122"/>
              </a:rPr>
              <a:t>与参与者的关系</a:t>
            </a:r>
            <a:endParaRPr sz="2800" b="1">
              <a:latin typeface="微软雅黑" panose="020B0503020204020204" pitchFamily="34" charset="-122"/>
              <a:ea typeface="微软雅黑" panose="020B0503020204020204" pitchFamily="34" charset="-122"/>
              <a:cs typeface="华文新魏" panose="02010800040101010101" charset="-122"/>
            </a:endParaRPr>
          </a:p>
        </p:txBody>
      </p:sp>
      <p:sp>
        <p:nvSpPr>
          <p:cNvPr id="12" name="灯片编号占位符 11"/>
          <p:cNvSpPr>
            <a:spLocks noGrp="1"/>
          </p:cNvSpPr>
          <p:nvPr>
            <p:ph type="sldNum" sz="quarter" idx="12"/>
          </p:nvPr>
        </p:nvSpPr>
        <p:spPr/>
        <p:txBody>
          <a:bodyPr/>
          <a:lstStyle/>
          <a:p>
            <a:fld id="{74D2AB8B-5816-41F2-8B4B-CA5C3E4E6A65}" type="slidenum">
              <a:rPr lang="zh-CN" altLang="en-US" smtClean="0"/>
              <a:t>39</a:t>
            </a:fld>
            <a:endParaRPr lang="zh-CN" altLang="en-US"/>
          </a:p>
        </p:txBody>
      </p:sp>
      <p:sp>
        <p:nvSpPr>
          <p:cNvPr id="13" name="object 8"/>
          <p:cNvSpPr/>
          <p:nvPr/>
        </p:nvSpPr>
        <p:spPr>
          <a:xfrm>
            <a:off x="4685009" y="4260759"/>
            <a:ext cx="294005" cy="227965"/>
          </a:xfrm>
          <a:custGeom>
            <a:avLst/>
            <a:gdLst/>
            <a:ahLst/>
            <a:cxnLst/>
            <a:rect l="l" t="t" r="r" b="b"/>
            <a:pathLst>
              <a:path w="294004" h="227964">
                <a:moveTo>
                  <a:pt x="0" y="113829"/>
                </a:moveTo>
                <a:lnTo>
                  <a:pt x="11546" y="69521"/>
                </a:lnTo>
                <a:lnTo>
                  <a:pt x="43034" y="33339"/>
                </a:lnTo>
                <a:lnTo>
                  <a:pt x="89737" y="8945"/>
                </a:lnTo>
                <a:lnTo>
                  <a:pt x="146929" y="0"/>
                </a:lnTo>
                <a:lnTo>
                  <a:pt x="204120" y="8945"/>
                </a:lnTo>
                <a:lnTo>
                  <a:pt x="250823" y="33339"/>
                </a:lnTo>
                <a:lnTo>
                  <a:pt x="282311" y="69521"/>
                </a:lnTo>
                <a:lnTo>
                  <a:pt x="293857" y="113829"/>
                </a:lnTo>
                <a:lnTo>
                  <a:pt x="282311" y="158136"/>
                </a:lnTo>
                <a:lnTo>
                  <a:pt x="250823" y="194318"/>
                </a:lnTo>
                <a:lnTo>
                  <a:pt x="204120" y="218712"/>
                </a:lnTo>
                <a:lnTo>
                  <a:pt x="146929" y="227657"/>
                </a:lnTo>
                <a:lnTo>
                  <a:pt x="89737" y="218712"/>
                </a:lnTo>
                <a:lnTo>
                  <a:pt x="43034" y="194318"/>
                </a:lnTo>
                <a:lnTo>
                  <a:pt x="11546" y="158136"/>
                </a:lnTo>
                <a:lnTo>
                  <a:pt x="0" y="113829"/>
                </a:lnTo>
                <a:close/>
              </a:path>
            </a:pathLst>
          </a:custGeom>
          <a:ln w="28574">
            <a:solidFill>
              <a:srgbClr val="000000"/>
            </a:solidFill>
          </a:ln>
        </p:spPr>
        <p:txBody>
          <a:bodyPr wrap="square" lIns="0" tIns="0" rIns="0" bIns="0" rtlCol="0"/>
          <a:lstStyle/>
          <a:p>
            <a:endParaRPr/>
          </a:p>
        </p:txBody>
      </p:sp>
      <p:sp>
        <p:nvSpPr>
          <p:cNvPr id="14" name="object 9"/>
          <p:cNvSpPr/>
          <p:nvPr/>
        </p:nvSpPr>
        <p:spPr>
          <a:xfrm>
            <a:off x="4831356" y="4490252"/>
            <a:ext cx="1270" cy="213360"/>
          </a:xfrm>
          <a:custGeom>
            <a:avLst/>
            <a:gdLst/>
            <a:ahLst/>
            <a:cxnLst/>
            <a:rect l="l" t="t" r="r" b="b"/>
            <a:pathLst>
              <a:path w="1270" h="213360">
                <a:moveTo>
                  <a:pt x="580" y="-14287"/>
                </a:moveTo>
                <a:lnTo>
                  <a:pt x="580" y="227256"/>
                </a:lnTo>
              </a:path>
            </a:pathLst>
          </a:custGeom>
          <a:ln w="29736">
            <a:solidFill>
              <a:srgbClr val="000000"/>
            </a:solidFill>
          </a:ln>
        </p:spPr>
        <p:txBody>
          <a:bodyPr wrap="square" lIns="0" tIns="0" rIns="0" bIns="0" rtlCol="0"/>
          <a:lstStyle/>
          <a:p>
            <a:endParaRPr/>
          </a:p>
        </p:txBody>
      </p:sp>
      <p:sp>
        <p:nvSpPr>
          <p:cNvPr id="15" name="object 10"/>
          <p:cNvSpPr/>
          <p:nvPr/>
        </p:nvSpPr>
        <p:spPr>
          <a:xfrm>
            <a:off x="4599059" y="4549920"/>
            <a:ext cx="466090" cy="1270"/>
          </a:xfrm>
          <a:custGeom>
            <a:avLst/>
            <a:gdLst/>
            <a:ahLst/>
            <a:cxnLst/>
            <a:rect l="l" t="t" r="r" b="b"/>
            <a:pathLst>
              <a:path w="466089" h="1269">
                <a:moveTo>
                  <a:pt x="0" y="0"/>
                </a:moveTo>
                <a:lnTo>
                  <a:pt x="465758" y="918"/>
                </a:lnTo>
              </a:path>
            </a:pathLst>
          </a:custGeom>
          <a:ln w="28574">
            <a:solidFill>
              <a:srgbClr val="000000"/>
            </a:solidFill>
          </a:ln>
        </p:spPr>
        <p:txBody>
          <a:bodyPr wrap="square" lIns="0" tIns="0" rIns="0" bIns="0" rtlCol="0"/>
          <a:lstStyle/>
          <a:p>
            <a:endParaRPr/>
          </a:p>
        </p:txBody>
      </p:sp>
      <p:sp>
        <p:nvSpPr>
          <p:cNvPr id="16" name="object 11"/>
          <p:cNvSpPr/>
          <p:nvPr/>
        </p:nvSpPr>
        <p:spPr>
          <a:xfrm>
            <a:off x="4509623" y="4703221"/>
            <a:ext cx="643890" cy="250190"/>
          </a:xfrm>
          <a:custGeom>
            <a:avLst/>
            <a:gdLst/>
            <a:ahLst/>
            <a:cxnLst/>
            <a:rect l="l" t="t" r="r" b="b"/>
            <a:pathLst>
              <a:path w="643889" h="250189">
                <a:moveTo>
                  <a:pt x="0" y="249687"/>
                </a:moveTo>
                <a:lnTo>
                  <a:pt x="321733" y="0"/>
                </a:lnTo>
                <a:lnTo>
                  <a:pt x="643466" y="249687"/>
                </a:lnTo>
              </a:path>
            </a:pathLst>
          </a:custGeom>
          <a:ln w="28574">
            <a:solidFill>
              <a:srgbClr val="000000"/>
            </a:solidFill>
          </a:ln>
        </p:spPr>
        <p:txBody>
          <a:bodyPr wrap="square" lIns="0" tIns="0" rIns="0" bIns="0" rtlCol="0"/>
          <a:lstStyle/>
          <a:p>
            <a:endParaRPr/>
          </a:p>
        </p:txBody>
      </p:sp>
      <p:sp>
        <p:nvSpPr>
          <p:cNvPr id="17" name="object 12"/>
          <p:cNvSpPr/>
          <p:nvPr/>
        </p:nvSpPr>
        <p:spPr>
          <a:xfrm>
            <a:off x="6581840" y="4348070"/>
            <a:ext cx="3450590" cy="587375"/>
          </a:xfrm>
          <a:custGeom>
            <a:avLst/>
            <a:gdLst/>
            <a:ahLst/>
            <a:cxnLst/>
            <a:rect l="l" t="t" r="r" b="b"/>
            <a:pathLst>
              <a:path w="3450590" h="587375">
                <a:moveTo>
                  <a:pt x="1725084" y="0"/>
                </a:moveTo>
                <a:lnTo>
                  <a:pt x="1648242" y="286"/>
                </a:lnTo>
                <a:lnTo>
                  <a:pt x="1572260" y="1136"/>
                </a:lnTo>
                <a:lnTo>
                  <a:pt x="1497210" y="2539"/>
                </a:lnTo>
                <a:lnTo>
                  <a:pt x="1423161" y="4482"/>
                </a:lnTo>
                <a:lnTo>
                  <a:pt x="1278345" y="9943"/>
                </a:lnTo>
                <a:lnTo>
                  <a:pt x="1138375" y="17422"/>
                </a:lnTo>
                <a:lnTo>
                  <a:pt x="1003811" y="26824"/>
                </a:lnTo>
                <a:lnTo>
                  <a:pt x="875214" y="38054"/>
                </a:lnTo>
                <a:lnTo>
                  <a:pt x="753145" y="51016"/>
                </a:lnTo>
                <a:lnTo>
                  <a:pt x="694734" y="58117"/>
                </a:lnTo>
                <a:lnTo>
                  <a:pt x="638166" y="65615"/>
                </a:lnTo>
                <a:lnTo>
                  <a:pt x="583510" y="73498"/>
                </a:lnTo>
                <a:lnTo>
                  <a:pt x="530836" y="81755"/>
                </a:lnTo>
                <a:lnTo>
                  <a:pt x="480216" y="90373"/>
                </a:lnTo>
                <a:lnTo>
                  <a:pt x="431718" y="99340"/>
                </a:lnTo>
                <a:lnTo>
                  <a:pt x="385413" y="108645"/>
                </a:lnTo>
                <a:lnTo>
                  <a:pt x="341371" y="118276"/>
                </a:lnTo>
                <a:lnTo>
                  <a:pt x="299663" y="128220"/>
                </a:lnTo>
                <a:lnTo>
                  <a:pt x="260358" y="138466"/>
                </a:lnTo>
                <a:lnTo>
                  <a:pt x="223526" y="149002"/>
                </a:lnTo>
                <a:lnTo>
                  <a:pt x="157564" y="170895"/>
                </a:lnTo>
                <a:lnTo>
                  <a:pt x="102336" y="193804"/>
                </a:lnTo>
                <a:lnTo>
                  <a:pt x="58405" y="217633"/>
                </a:lnTo>
                <a:lnTo>
                  <a:pt x="26332" y="242287"/>
                </a:lnTo>
                <a:lnTo>
                  <a:pt x="1680" y="280606"/>
                </a:lnTo>
                <a:lnTo>
                  <a:pt x="0" y="293688"/>
                </a:lnTo>
                <a:lnTo>
                  <a:pt x="1680" y="306770"/>
                </a:lnTo>
                <a:lnTo>
                  <a:pt x="26332" y="345089"/>
                </a:lnTo>
                <a:lnTo>
                  <a:pt x="58405" y="369744"/>
                </a:lnTo>
                <a:lnTo>
                  <a:pt x="102336" y="393573"/>
                </a:lnTo>
                <a:lnTo>
                  <a:pt x="157564" y="416482"/>
                </a:lnTo>
                <a:lnTo>
                  <a:pt x="223526" y="438375"/>
                </a:lnTo>
                <a:lnTo>
                  <a:pt x="260358" y="448910"/>
                </a:lnTo>
                <a:lnTo>
                  <a:pt x="299663" y="459156"/>
                </a:lnTo>
                <a:lnTo>
                  <a:pt x="341371" y="469101"/>
                </a:lnTo>
                <a:lnTo>
                  <a:pt x="385413" y="478731"/>
                </a:lnTo>
                <a:lnTo>
                  <a:pt x="431718" y="488036"/>
                </a:lnTo>
                <a:lnTo>
                  <a:pt x="480216" y="497003"/>
                </a:lnTo>
                <a:lnTo>
                  <a:pt x="530836" y="505621"/>
                </a:lnTo>
                <a:lnTo>
                  <a:pt x="583510" y="513878"/>
                </a:lnTo>
                <a:lnTo>
                  <a:pt x="638166" y="521761"/>
                </a:lnTo>
                <a:lnTo>
                  <a:pt x="694734" y="529259"/>
                </a:lnTo>
                <a:lnTo>
                  <a:pt x="753145" y="536360"/>
                </a:lnTo>
                <a:lnTo>
                  <a:pt x="875214" y="549321"/>
                </a:lnTo>
                <a:lnTo>
                  <a:pt x="1003811" y="560551"/>
                </a:lnTo>
                <a:lnTo>
                  <a:pt x="1138375" y="569953"/>
                </a:lnTo>
                <a:lnTo>
                  <a:pt x="1278345" y="577432"/>
                </a:lnTo>
                <a:lnTo>
                  <a:pt x="1423161" y="582893"/>
                </a:lnTo>
                <a:lnTo>
                  <a:pt x="1572260" y="586239"/>
                </a:lnTo>
                <a:lnTo>
                  <a:pt x="1725084" y="587376"/>
                </a:lnTo>
                <a:lnTo>
                  <a:pt x="1801926" y="587090"/>
                </a:lnTo>
                <a:lnTo>
                  <a:pt x="1877907" y="586239"/>
                </a:lnTo>
                <a:lnTo>
                  <a:pt x="1952957" y="584836"/>
                </a:lnTo>
                <a:lnTo>
                  <a:pt x="2099985" y="580421"/>
                </a:lnTo>
                <a:lnTo>
                  <a:pt x="2242448" y="573939"/>
                </a:lnTo>
                <a:lnTo>
                  <a:pt x="2379785" y="565487"/>
                </a:lnTo>
                <a:lnTo>
                  <a:pt x="2511435" y="555159"/>
                </a:lnTo>
                <a:lnTo>
                  <a:pt x="2636838" y="543051"/>
                </a:lnTo>
                <a:lnTo>
                  <a:pt x="2697021" y="536360"/>
                </a:lnTo>
                <a:lnTo>
                  <a:pt x="2755432" y="529259"/>
                </a:lnTo>
                <a:lnTo>
                  <a:pt x="2812000" y="521761"/>
                </a:lnTo>
                <a:lnTo>
                  <a:pt x="2866657" y="513878"/>
                </a:lnTo>
                <a:lnTo>
                  <a:pt x="2919330" y="505621"/>
                </a:lnTo>
                <a:lnTo>
                  <a:pt x="2969951" y="497003"/>
                </a:lnTo>
                <a:lnTo>
                  <a:pt x="3018448" y="488036"/>
                </a:lnTo>
                <a:lnTo>
                  <a:pt x="3064753" y="478731"/>
                </a:lnTo>
                <a:lnTo>
                  <a:pt x="3108795" y="469101"/>
                </a:lnTo>
                <a:lnTo>
                  <a:pt x="3150503" y="459156"/>
                </a:lnTo>
                <a:lnTo>
                  <a:pt x="3189808" y="448910"/>
                </a:lnTo>
                <a:lnTo>
                  <a:pt x="3226640" y="438375"/>
                </a:lnTo>
                <a:lnTo>
                  <a:pt x="3292603" y="416482"/>
                </a:lnTo>
                <a:lnTo>
                  <a:pt x="3347830" y="393573"/>
                </a:lnTo>
                <a:lnTo>
                  <a:pt x="3391761" y="369744"/>
                </a:lnTo>
                <a:lnTo>
                  <a:pt x="3423834" y="345089"/>
                </a:lnTo>
                <a:lnTo>
                  <a:pt x="3448486" y="306770"/>
                </a:lnTo>
                <a:lnTo>
                  <a:pt x="3450167" y="293688"/>
                </a:lnTo>
                <a:lnTo>
                  <a:pt x="3448486" y="280606"/>
                </a:lnTo>
                <a:lnTo>
                  <a:pt x="3423834" y="242287"/>
                </a:lnTo>
                <a:lnTo>
                  <a:pt x="3391761" y="217633"/>
                </a:lnTo>
                <a:lnTo>
                  <a:pt x="3347830" y="193804"/>
                </a:lnTo>
                <a:lnTo>
                  <a:pt x="3292603" y="170895"/>
                </a:lnTo>
                <a:lnTo>
                  <a:pt x="3226640" y="149002"/>
                </a:lnTo>
                <a:lnTo>
                  <a:pt x="3189808" y="138466"/>
                </a:lnTo>
                <a:lnTo>
                  <a:pt x="3150503" y="128220"/>
                </a:lnTo>
                <a:lnTo>
                  <a:pt x="3108795" y="118276"/>
                </a:lnTo>
                <a:lnTo>
                  <a:pt x="3064753" y="108645"/>
                </a:lnTo>
                <a:lnTo>
                  <a:pt x="3018448" y="99340"/>
                </a:lnTo>
                <a:lnTo>
                  <a:pt x="2969951" y="90373"/>
                </a:lnTo>
                <a:lnTo>
                  <a:pt x="2919330" y="81755"/>
                </a:lnTo>
                <a:lnTo>
                  <a:pt x="2866657" y="73498"/>
                </a:lnTo>
                <a:lnTo>
                  <a:pt x="2812000" y="65615"/>
                </a:lnTo>
                <a:lnTo>
                  <a:pt x="2755432" y="58117"/>
                </a:lnTo>
                <a:lnTo>
                  <a:pt x="2697021" y="51016"/>
                </a:lnTo>
                <a:lnTo>
                  <a:pt x="2574952" y="38054"/>
                </a:lnTo>
                <a:lnTo>
                  <a:pt x="2446356" y="26824"/>
                </a:lnTo>
                <a:lnTo>
                  <a:pt x="2311792" y="17422"/>
                </a:lnTo>
                <a:lnTo>
                  <a:pt x="2171822" y="9943"/>
                </a:lnTo>
                <a:lnTo>
                  <a:pt x="2027006" y="4482"/>
                </a:lnTo>
                <a:lnTo>
                  <a:pt x="1877907" y="1136"/>
                </a:lnTo>
                <a:lnTo>
                  <a:pt x="1725084" y="0"/>
                </a:lnTo>
                <a:close/>
              </a:path>
            </a:pathLst>
          </a:custGeom>
          <a:solidFill>
            <a:srgbClr val="7A4779"/>
          </a:solidFill>
        </p:spPr>
        <p:txBody>
          <a:bodyPr wrap="square" lIns="0" tIns="0" rIns="0" bIns="0" rtlCol="0"/>
          <a:lstStyle/>
          <a:p>
            <a:endParaRPr/>
          </a:p>
        </p:txBody>
      </p:sp>
      <p:sp>
        <p:nvSpPr>
          <p:cNvPr id="18" name="object 13"/>
          <p:cNvSpPr/>
          <p:nvPr/>
        </p:nvSpPr>
        <p:spPr>
          <a:xfrm>
            <a:off x="6581840" y="4348070"/>
            <a:ext cx="3450590" cy="587375"/>
          </a:xfrm>
          <a:custGeom>
            <a:avLst/>
            <a:gdLst/>
            <a:ahLst/>
            <a:cxnLst/>
            <a:rect l="l" t="t" r="r" b="b"/>
            <a:pathLst>
              <a:path w="3450590" h="587375">
                <a:moveTo>
                  <a:pt x="0" y="293687"/>
                </a:moveTo>
                <a:lnTo>
                  <a:pt x="14917" y="254893"/>
                </a:lnTo>
                <a:lnTo>
                  <a:pt x="58405" y="217632"/>
                </a:lnTo>
                <a:lnTo>
                  <a:pt x="102336" y="193803"/>
                </a:lnTo>
                <a:lnTo>
                  <a:pt x="157564" y="170894"/>
                </a:lnTo>
                <a:lnTo>
                  <a:pt x="223526" y="149001"/>
                </a:lnTo>
                <a:lnTo>
                  <a:pt x="260358" y="138465"/>
                </a:lnTo>
                <a:lnTo>
                  <a:pt x="299663" y="128219"/>
                </a:lnTo>
                <a:lnTo>
                  <a:pt x="341371" y="118275"/>
                </a:lnTo>
                <a:lnTo>
                  <a:pt x="385413" y="108644"/>
                </a:lnTo>
                <a:lnTo>
                  <a:pt x="431718" y="99339"/>
                </a:lnTo>
                <a:lnTo>
                  <a:pt x="480216" y="90372"/>
                </a:lnTo>
                <a:lnTo>
                  <a:pt x="530836" y="81754"/>
                </a:lnTo>
                <a:lnTo>
                  <a:pt x="583510" y="73498"/>
                </a:lnTo>
                <a:lnTo>
                  <a:pt x="638166" y="65614"/>
                </a:lnTo>
                <a:lnTo>
                  <a:pt x="694734" y="58116"/>
                </a:lnTo>
                <a:lnTo>
                  <a:pt x="753145" y="51016"/>
                </a:lnTo>
                <a:lnTo>
                  <a:pt x="813328" y="44324"/>
                </a:lnTo>
                <a:lnTo>
                  <a:pt x="875214" y="38054"/>
                </a:lnTo>
                <a:lnTo>
                  <a:pt x="938731" y="32216"/>
                </a:lnTo>
                <a:lnTo>
                  <a:pt x="1003811" y="26824"/>
                </a:lnTo>
                <a:lnTo>
                  <a:pt x="1070382" y="21889"/>
                </a:lnTo>
                <a:lnTo>
                  <a:pt x="1138374" y="17422"/>
                </a:lnTo>
                <a:lnTo>
                  <a:pt x="1207719" y="13436"/>
                </a:lnTo>
                <a:lnTo>
                  <a:pt x="1278345" y="9943"/>
                </a:lnTo>
                <a:lnTo>
                  <a:pt x="1350182" y="6954"/>
                </a:lnTo>
                <a:lnTo>
                  <a:pt x="1423160" y="4482"/>
                </a:lnTo>
                <a:lnTo>
                  <a:pt x="1497210" y="2539"/>
                </a:lnTo>
                <a:lnTo>
                  <a:pt x="1572260" y="1136"/>
                </a:lnTo>
                <a:lnTo>
                  <a:pt x="1648241" y="286"/>
                </a:lnTo>
                <a:lnTo>
                  <a:pt x="1725083" y="0"/>
                </a:lnTo>
                <a:lnTo>
                  <a:pt x="1801925" y="286"/>
                </a:lnTo>
                <a:lnTo>
                  <a:pt x="1877906" y="1136"/>
                </a:lnTo>
                <a:lnTo>
                  <a:pt x="1952957" y="2539"/>
                </a:lnTo>
                <a:lnTo>
                  <a:pt x="2027006" y="4482"/>
                </a:lnTo>
                <a:lnTo>
                  <a:pt x="2099985" y="6954"/>
                </a:lnTo>
                <a:lnTo>
                  <a:pt x="2171822" y="9943"/>
                </a:lnTo>
                <a:lnTo>
                  <a:pt x="2242448" y="13436"/>
                </a:lnTo>
                <a:lnTo>
                  <a:pt x="2311792" y="17422"/>
                </a:lnTo>
                <a:lnTo>
                  <a:pt x="2379785" y="21889"/>
                </a:lnTo>
                <a:lnTo>
                  <a:pt x="2446356" y="26824"/>
                </a:lnTo>
                <a:lnTo>
                  <a:pt x="2511435" y="32216"/>
                </a:lnTo>
                <a:lnTo>
                  <a:pt x="2574953" y="38054"/>
                </a:lnTo>
                <a:lnTo>
                  <a:pt x="2636838" y="44324"/>
                </a:lnTo>
                <a:lnTo>
                  <a:pt x="2697021" y="51016"/>
                </a:lnTo>
                <a:lnTo>
                  <a:pt x="2755432" y="58116"/>
                </a:lnTo>
                <a:lnTo>
                  <a:pt x="2812001" y="65614"/>
                </a:lnTo>
                <a:lnTo>
                  <a:pt x="2866657" y="73498"/>
                </a:lnTo>
                <a:lnTo>
                  <a:pt x="2919330" y="81754"/>
                </a:lnTo>
                <a:lnTo>
                  <a:pt x="2969951" y="90372"/>
                </a:lnTo>
                <a:lnTo>
                  <a:pt x="3018449" y="99339"/>
                </a:lnTo>
                <a:lnTo>
                  <a:pt x="3064753" y="108644"/>
                </a:lnTo>
                <a:lnTo>
                  <a:pt x="3108795" y="118275"/>
                </a:lnTo>
                <a:lnTo>
                  <a:pt x="3150504" y="128219"/>
                </a:lnTo>
                <a:lnTo>
                  <a:pt x="3189809" y="138465"/>
                </a:lnTo>
                <a:lnTo>
                  <a:pt x="3226640" y="149001"/>
                </a:lnTo>
                <a:lnTo>
                  <a:pt x="3292603" y="170894"/>
                </a:lnTo>
                <a:lnTo>
                  <a:pt x="3347830" y="193803"/>
                </a:lnTo>
                <a:lnTo>
                  <a:pt x="3391761" y="217632"/>
                </a:lnTo>
                <a:lnTo>
                  <a:pt x="3423835" y="242286"/>
                </a:lnTo>
                <a:lnTo>
                  <a:pt x="3448486" y="280605"/>
                </a:lnTo>
                <a:lnTo>
                  <a:pt x="3450167" y="293687"/>
                </a:lnTo>
                <a:lnTo>
                  <a:pt x="3448486" y="306769"/>
                </a:lnTo>
                <a:lnTo>
                  <a:pt x="3423835" y="345088"/>
                </a:lnTo>
                <a:lnTo>
                  <a:pt x="3391761" y="369743"/>
                </a:lnTo>
                <a:lnTo>
                  <a:pt x="3347830" y="393572"/>
                </a:lnTo>
                <a:lnTo>
                  <a:pt x="3292603" y="416481"/>
                </a:lnTo>
                <a:lnTo>
                  <a:pt x="3226640" y="438374"/>
                </a:lnTo>
                <a:lnTo>
                  <a:pt x="3189809" y="448910"/>
                </a:lnTo>
                <a:lnTo>
                  <a:pt x="3150504" y="459156"/>
                </a:lnTo>
                <a:lnTo>
                  <a:pt x="3108795" y="469100"/>
                </a:lnTo>
                <a:lnTo>
                  <a:pt x="3064753" y="478730"/>
                </a:lnTo>
                <a:lnTo>
                  <a:pt x="3018449" y="488035"/>
                </a:lnTo>
                <a:lnTo>
                  <a:pt x="2969951" y="497003"/>
                </a:lnTo>
                <a:lnTo>
                  <a:pt x="2919330" y="505621"/>
                </a:lnTo>
                <a:lnTo>
                  <a:pt x="2866657" y="513877"/>
                </a:lnTo>
                <a:lnTo>
                  <a:pt x="2812001" y="521760"/>
                </a:lnTo>
                <a:lnTo>
                  <a:pt x="2755432" y="529258"/>
                </a:lnTo>
                <a:lnTo>
                  <a:pt x="2697021" y="536359"/>
                </a:lnTo>
                <a:lnTo>
                  <a:pt x="2636838" y="543050"/>
                </a:lnTo>
                <a:lnTo>
                  <a:pt x="2574953" y="549321"/>
                </a:lnTo>
                <a:lnTo>
                  <a:pt x="2511435" y="555158"/>
                </a:lnTo>
                <a:lnTo>
                  <a:pt x="2446356" y="560551"/>
                </a:lnTo>
                <a:lnTo>
                  <a:pt x="2379785" y="565486"/>
                </a:lnTo>
                <a:lnTo>
                  <a:pt x="2311792" y="569953"/>
                </a:lnTo>
                <a:lnTo>
                  <a:pt x="2242448" y="573939"/>
                </a:lnTo>
                <a:lnTo>
                  <a:pt x="2171822" y="577432"/>
                </a:lnTo>
                <a:lnTo>
                  <a:pt x="2099985" y="580420"/>
                </a:lnTo>
                <a:lnTo>
                  <a:pt x="2027006" y="582892"/>
                </a:lnTo>
                <a:lnTo>
                  <a:pt x="1952957" y="584836"/>
                </a:lnTo>
                <a:lnTo>
                  <a:pt x="1877906" y="586239"/>
                </a:lnTo>
                <a:lnTo>
                  <a:pt x="1801925" y="587089"/>
                </a:lnTo>
                <a:lnTo>
                  <a:pt x="1725083" y="587375"/>
                </a:lnTo>
                <a:lnTo>
                  <a:pt x="1648241" y="587089"/>
                </a:lnTo>
                <a:lnTo>
                  <a:pt x="1572260" y="586239"/>
                </a:lnTo>
                <a:lnTo>
                  <a:pt x="1497210" y="584836"/>
                </a:lnTo>
                <a:lnTo>
                  <a:pt x="1423160" y="582892"/>
                </a:lnTo>
                <a:lnTo>
                  <a:pt x="1350182" y="580420"/>
                </a:lnTo>
                <a:lnTo>
                  <a:pt x="1278345" y="577432"/>
                </a:lnTo>
                <a:lnTo>
                  <a:pt x="1207719" y="573939"/>
                </a:lnTo>
                <a:lnTo>
                  <a:pt x="1138374" y="569953"/>
                </a:lnTo>
                <a:lnTo>
                  <a:pt x="1070382" y="565486"/>
                </a:lnTo>
                <a:lnTo>
                  <a:pt x="1003811" y="560551"/>
                </a:lnTo>
                <a:lnTo>
                  <a:pt x="938731" y="555158"/>
                </a:lnTo>
                <a:lnTo>
                  <a:pt x="875214" y="549321"/>
                </a:lnTo>
                <a:lnTo>
                  <a:pt x="813328" y="543050"/>
                </a:lnTo>
                <a:lnTo>
                  <a:pt x="753145" y="536359"/>
                </a:lnTo>
                <a:lnTo>
                  <a:pt x="694734" y="529258"/>
                </a:lnTo>
                <a:lnTo>
                  <a:pt x="638166" y="521760"/>
                </a:lnTo>
                <a:lnTo>
                  <a:pt x="583510" y="513877"/>
                </a:lnTo>
                <a:lnTo>
                  <a:pt x="530836" y="505621"/>
                </a:lnTo>
                <a:lnTo>
                  <a:pt x="480216" y="497003"/>
                </a:lnTo>
                <a:lnTo>
                  <a:pt x="431718" y="488035"/>
                </a:lnTo>
                <a:lnTo>
                  <a:pt x="385413" y="478730"/>
                </a:lnTo>
                <a:lnTo>
                  <a:pt x="341371" y="469100"/>
                </a:lnTo>
                <a:lnTo>
                  <a:pt x="299663" y="459156"/>
                </a:lnTo>
                <a:lnTo>
                  <a:pt x="260358" y="448910"/>
                </a:lnTo>
                <a:lnTo>
                  <a:pt x="223526" y="438374"/>
                </a:lnTo>
                <a:lnTo>
                  <a:pt x="157564" y="416481"/>
                </a:lnTo>
                <a:lnTo>
                  <a:pt x="102336" y="393572"/>
                </a:lnTo>
                <a:lnTo>
                  <a:pt x="58405" y="369743"/>
                </a:lnTo>
                <a:lnTo>
                  <a:pt x="26332" y="345088"/>
                </a:lnTo>
                <a:lnTo>
                  <a:pt x="1680" y="306769"/>
                </a:lnTo>
                <a:lnTo>
                  <a:pt x="0" y="293687"/>
                </a:lnTo>
                <a:close/>
              </a:path>
            </a:pathLst>
          </a:custGeom>
          <a:ln w="28574">
            <a:solidFill>
              <a:srgbClr val="CBCBCB"/>
            </a:solidFill>
          </a:ln>
        </p:spPr>
        <p:txBody>
          <a:bodyPr wrap="square" lIns="0" tIns="0" rIns="0" bIns="0" rtlCol="0"/>
          <a:lstStyle/>
          <a:p>
            <a:endParaRPr/>
          </a:p>
        </p:txBody>
      </p:sp>
      <p:sp>
        <p:nvSpPr>
          <p:cNvPr id="19" name="object 14"/>
          <p:cNvSpPr txBox="1"/>
          <p:nvPr/>
        </p:nvSpPr>
        <p:spPr>
          <a:xfrm>
            <a:off x="7588756" y="4415698"/>
            <a:ext cx="1447800" cy="452120"/>
          </a:xfrm>
          <a:prstGeom prst="rect">
            <a:avLst/>
          </a:prstGeom>
        </p:spPr>
        <p:txBody>
          <a:bodyPr vert="horz" wrap="square" lIns="0" tIns="12700" rIns="0" bIns="0" rtlCol="0">
            <a:spAutoFit/>
          </a:bodyPr>
          <a:lstStyle/>
          <a:p>
            <a:pPr marL="12700">
              <a:lnSpc>
                <a:spcPct val="100000"/>
              </a:lnSpc>
              <a:spcBef>
                <a:spcPts val="100"/>
              </a:spcBef>
            </a:pPr>
            <a:r>
              <a:rPr sz="2800" b="1" dirty="0" err="1">
                <a:solidFill>
                  <a:srgbClr val="FFFFFF"/>
                </a:solidFill>
                <a:latin typeface="华文楷体" panose="02010600040101010101" pitchFamily="2" charset="-122"/>
                <a:ea typeface="华文楷体" panose="02010600040101010101" pitchFamily="2" charset="-122"/>
                <a:cs typeface="华文新魏" panose="02010800040101010101" charset="-122"/>
              </a:rPr>
              <a:t>注册</a:t>
            </a:r>
            <a:r>
              <a:rPr lang="zh-CN" altLang="en-US" sz="2800" b="1" dirty="0">
                <a:solidFill>
                  <a:srgbClr val="FFFFFF"/>
                </a:solidFill>
                <a:latin typeface="华文楷体" panose="02010600040101010101" pitchFamily="2" charset="-122"/>
                <a:ea typeface="华文楷体" panose="02010600040101010101" pitchFamily="2" charset="-122"/>
                <a:cs typeface="华文新魏" panose="02010800040101010101" charset="-122"/>
              </a:rPr>
              <a:t>课程</a:t>
            </a:r>
            <a:endParaRPr sz="2800" b="1" dirty="0">
              <a:latin typeface="华文楷体" panose="02010600040101010101" pitchFamily="2" charset="-122"/>
              <a:ea typeface="华文楷体" panose="02010600040101010101" pitchFamily="2" charset="-122"/>
              <a:cs typeface="华文新魏" panose="02010800040101010101" charset="-122"/>
            </a:endParaRPr>
          </a:p>
        </p:txBody>
      </p:sp>
      <p:sp>
        <p:nvSpPr>
          <p:cNvPr id="20" name="object 15"/>
          <p:cNvSpPr/>
          <p:nvPr/>
        </p:nvSpPr>
        <p:spPr>
          <a:xfrm>
            <a:off x="5481173" y="4705706"/>
            <a:ext cx="1009650" cy="73025"/>
          </a:xfrm>
          <a:custGeom>
            <a:avLst/>
            <a:gdLst/>
            <a:ahLst/>
            <a:cxnLst/>
            <a:rect l="l" t="t" r="r" b="b"/>
            <a:pathLst>
              <a:path w="1009650" h="73025">
                <a:moveTo>
                  <a:pt x="0" y="72578"/>
                </a:moveTo>
                <a:lnTo>
                  <a:pt x="1009147" y="0"/>
                </a:lnTo>
              </a:path>
            </a:pathLst>
          </a:custGeom>
          <a:ln w="28574">
            <a:solidFill>
              <a:srgbClr val="000000"/>
            </a:solidFill>
          </a:ln>
        </p:spPr>
        <p:txBody>
          <a:bodyPr wrap="square" lIns="0" tIns="0" rIns="0" bIns="0" rtlCol="0"/>
          <a:lstStyle/>
          <a:p>
            <a:endParaRPr/>
          </a:p>
        </p:txBody>
      </p:sp>
      <p:sp>
        <p:nvSpPr>
          <p:cNvPr id="21" name="object 16"/>
          <p:cNvSpPr/>
          <p:nvPr/>
        </p:nvSpPr>
        <p:spPr>
          <a:xfrm>
            <a:off x="6384928" y="4645676"/>
            <a:ext cx="133676" cy="132304"/>
          </a:xfrm>
          <a:prstGeom prst="rect">
            <a:avLst/>
          </a:prstGeom>
          <a:blipFill>
            <a:blip r:embed="rId3" cstate="print"/>
            <a:stretch>
              <a:fillRect/>
            </a:stretch>
          </a:blipFill>
        </p:spPr>
        <p:txBody>
          <a:bodyPr wrap="square" lIns="0" tIns="0" rIns="0" bIns="0" rtlCol="0"/>
          <a:lstStyle/>
          <a:p>
            <a:endParaRPr/>
          </a:p>
        </p:txBody>
      </p:sp>
      <p:sp>
        <p:nvSpPr>
          <p:cNvPr id="22" name="object 17"/>
          <p:cNvSpPr txBox="1"/>
          <p:nvPr/>
        </p:nvSpPr>
        <p:spPr>
          <a:xfrm>
            <a:off x="4458530" y="5021705"/>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学生</a:t>
            </a:r>
            <a:endParaRPr sz="2800">
              <a:latin typeface="华文新魏" panose="02010800040101010101" charset="-122"/>
              <a:cs typeface="华文新魏" panose="02010800040101010101" charset="-122"/>
            </a:endParaRPr>
          </a:p>
        </p:txBody>
      </p:sp>
      <p:sp>
        <p:nvSpPr>
          <p:cNvPr id="23" name="object 18"/>
          <p:cNvSpPr txBox="1"/>
          <p:nvPr/>
        </p:nvSpPr>
        <p:spPr>
          <a:xfrm>
            <a:off x="7579324" y="5919852"/>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用例描述</a:t>
            </a:r>
          </a:p>
        </p:txBody>
      </p:sp>
      <p:sp>
        <p:nvSpPr>
          <p:cNvPr id="24" name="object 19"/>
          <p:cNvSpPr/>
          <p:nvPr/>
        </p:nvSpPr>
        <p:spPr>
          <a:xfrm>
            <a:off x="7953243" y="5268796"/>
            <a:ext cx="650875" cy="630555"/>
          </a:xfrm>
          <a:custGeom>
            <a:avLst/>
            <a:gdLst/>
            <a:ahLst/>
            <a:cxnLst/>
            <a:rect l="l" t="t" r="r" b="b"/>
            <a:pathLst>
              <a:path w="650875" h="630554">
                <a:moveTo>
                  <a:pt x="80437" y="0"/>
                </a:moveTo>
                <a:lnTo>
                  <a:pt x="0" y="584572"/>
                </a:lnTo>
                <a:lnTo>
                  <a:pt x="564038" y="630448"/>
                </a:lnTo>
                <a:lnTo>
                  <a:pt x="650853" y="45877"/>
                </a:lnTo>
                <a:lnTo>
                  <a:pt x="80437" y="0"/>
                </a:lnTo>
                <a:close/>
              </a:path>
            </a:pathLst>
          </a:custGeom>
          <a:solidFill>
            <a:srgbClr val="CCCCCC"/>
          </a:solidFill>
        </p:spPr>
        <p:txBody>
          <a:bodyPr wrap="square" lIns="0" tIns="0" rIns="0" bIns="0" rtlCol="0"/>
          <a:lstStyle/>
          <a:p>
            <a:endParaRPr/>
          </a:p>
        </p:txBody>
      </p:sp>
      <p:sp>
        <p:nvSpPr>
          <p:cNvPr id="25" name="object 20"/>
          <p:cNvSpPr/>
          <p:nvPr/>
        </p:nvSpPr>
        <p:spPr>
          <a:xfrm>
            <a:off x="7953242" y="5268796"/>
            <a:ext cx="650875" cy="630555"/>
          </a:xfrm>
          <a:custGeom>
            <a:avLst/>
            <a:gdLst/>
            <a:ahLst/>
            <a:cxnLst/>
            <a:rect l="l" t="t" r="r" b="b"/>
            <a:pathLst>
              <a:path w="650875" h="630554">
                <a:moveTo>
                  <a:pt x="80437" y="0"/>
                </a:moveTo>
                <a:lnTo>
                  <a:pt x="650853" y="45877"/>
                </a:lnTo>
                <a:lnTo>
                  <a:pt x="564038" y="630448"/>
                </a:lnTo>
                <a:lnTo>
                  <a:pt x="0" y="584571"/>
                </a:lnTo>
                <a:lnTo>
                  <a:pt x="80437" y="0"/>
                </a:lnTo>
              </a:path>
            </a:pathLst>
          </a:custGeom>
          <a:ln w="6258">
            <a:solidFill>
              <a:srgbClr val="CCCCCC"/>
            </a:solidFill>
          </a:ln>
        </p:spPr>
        <p:txBody>
          <a:bodyPr wrap="square" lIns="0" tIns="0" rIns="0" bIns="0" rtlCol="0"/>
          <a:lstStyle/>
          <a:p>
            <a:endParaRPr/>
          </a:p>
        </p:txBody>
      </p:sp>
      <p:sp>
        <p:nvSpPr>
          <p:cNvPr id="26" name="object 21"/>
          <p:cNvSpPr/>
          <p:nvPr/>
        </p:nvSpPr>
        <p:spPr>
          <a:xfrm>
            <a:off x="7978257" y="5277770"/>
            <a:ext cx="614045" cy="608330"/>
          </a:xfrm>
          <a:custGeom>
            <a:avLst/>
            <a:gdLst/>
            <a:ahLst/>
            <a:cxnLst/>
            <a:rect l="l" t="t" r="r" b="b"/>
            <a:pathLst>
              <a:path w="614045" h="608329">
                <a:moveTo>
                  <a:pt x="43162" y="0"/>
                </a:moveTo>
                <a:lnTo>
                  <a:pt x="0" y="584583"/>
                </a:lnTo>
                <a:lnTo>
                  <a:pt x="570419" y="607759"/>
                </a:lnTo>
                <a:lnTo>
                  <a:pt x="613590" y="23186"/>
                </a:lnTo>
                <a:lnTo>
                  <a:pt x="43162" y="0"/>
                </a:lnTo>
                <a:close/>
              </a:path>
            </a:pathLst>
          </a:custGeom>
          <a:solidFill>
            <a:srgbClr val="CCCCCC"/>
          </a:solidFill>
        </p:spPr>
        <p:txBody>
          <a:bodyPr wrap="square" lIns="0" tIns="0" rIns="0" bIns="0" rtlCol="0"/>
          <a:lstStyle/>
          <a:p>
            <a:endParaRPr/>
          </a:p>
        </p:txBody>
      </p:sp>
      <p:sp>
        <p:nvSpPr>
          <p:cNvPr id="27" name="object 22"/>
          <p:cNvSpPr/>
          <p:nvPr/>
        </p:nvSpPr>
        <p:spPr>
          <a:xfrm>
            <a:off x="7978255" y="5277770"/>
            <a:ext cx="614045" cy="608330"/>
          </a:xfrm>
          <a:custGeom>
            <a:avLst/>
            <a:gdLst/>
            <a:ahLst/>
            <a:cxnLst/>
            <a:rect l="l" t="t" r="r" b="b"/>
            <a:pathLst>
              <a:path w="614045" h="608329">
                <a:moveTo>
                  <a:pt x="43162" y="0"/>
                </a:moveTo>
                <a:lnTo>
                  <a:pt x="613590" y="23186"/>
                </a:lnTo>
                <a:lnTo>
                  <a:pt x="570420" y="607758"/>
                </a:lnTo>
                <a:lnTo>
                  <a:pt x="0" y="584583"/>
                </a:lnTo>
                <a:lnTo>
                  <a:pt x="43162" y="0"/>
                </a:lnTo>
              </a:path>
            </a:pathLst>
          </a:custGeom>
          <a:ln w="6261">
            <a:solidFill>
              <a:srgbClr val="CCCCCC"/>
            </a:solidFill>
          </a:ln>
        </p:spPr>
        <p:txBody>
          <a:bodyPr wrap="square" lIns="0" tIns="0" rIns="0" bIns="0" rtlCol="0"/>
          <a:lstStyle/>
          <a:p>
            <a:endParaRPr/>
          </a:p>
        </p:txBody>
      </p:sp>
      <p:sp>
        <p:nvSpPr>
          <p:cNvPr id="28" name="object 23"/>
          <p:cNvSpPr/>
          <p:nvPr/>
        </p:nvSpPr>
        <p:spPr>
          <a:xfrm>
            <a:off x="8009156" y="5282509"/>
            <a:ext cx="570865" cy="584835"/>
          </a:xfrm>
          <a:custGeom>
            <a:avLst/>
            <a:gdLst/>
            <a:ahLst/>
            <a:cxnLst/>
            <a:rect l="l" t="t" r="r" b="b"/>
            <a:pathLst>
              <a:path w="570865" h="584835">
                <a:moveTo>
                  <a:pt x="0" y="584575"/>
                </a:moveTo>
                <a:lnTo>
                  <a:pt x="570426" y="584575"/>
                </a:lnTo>
                <a:lnTo>
                  <a:pt x="570426" y="0"/>
                </a:lnTo>
                <a:lnTo>
                  <a:pt x="0" y="0"/>
                </a:lnTo>
                <a:lnTo>
                  <a:pt x="0" y="584575"/>
                </a:lnTo>
                <a:close/>
              </a:path>
            </a:pathLst>
          </a:custGeom>
          <a:solidFill>
            <a:srgbClr val="CCCCCC"/>
          </a:solidFill>
        </p:spPr>
        <p:txBody>
          <a:bodyPr wrap="square" lIns="0" tIns="0" rIns="0" bIns="0" rtlCol="0"/>
          <a:lstStyle/>
          <a:p>
            <a:endParaRPr/>
          </a:p>
        </p:txBody>
      </p:sp>
      <p:sp>
        <p:nvSpPr>
          <p:cNvPr id="29" name="object 24"/>
          <p:cNvSpPr/>
          <p:nvPr/>
        </p:nvSpPr>
        <p:spPr>
          <a:xfrm>
            <a:off x="8009156" y="5282514"/>
            <a:ext cx="570865" cy="584835"/>
          </a:xfrm>
          <a:custGeom>
            <a:avLst/>
            <a:gdLst/>
            <a:ahLst/>
            <a:cxnLst/>
            <a:rect l="l" t="t" r="r" b="b"/>
            <a:pathLst>
              <a:path w="570865" h="584835">
                <a:moveTo>
                  <a:pt x="0" y="0"/>
                </a:moveTo>
                <a:lnTo>
                  <a:pt x="570419" y="0"/>
                </a:lnTo>
                <a:lnTo>
                  <a:pt x="570419" y="584569"/>
                </a:lnTo>
                <a:lnTo>
                  <a:pt x="0" y="584569"/>
                </a:lnTo>
                <a:lnTo>
                  <a:pt x="0" y="0"/>
                </a:lnTo>
              </a:path>
            </a:pathLst>
          </a:custGeom>
          <a:ln w="6265">
            <a:solidFill>
              <a:srgbClr val="CCCCCC"/>
            </a:solidFill>
          </a:ln>
        </p:spPr>
        <p:txBody>
          <a:bodyPr wrap="square" lIns="0" tIns="0" rIns="0" bIns="0" rtlCol="0"/>
          <a:lstStyle/>
          <a:p>
            <a:endParaRPr/>
          </a:p>
        </p:txBody>
      </p:sp>
      <p:sp>
        <p:nvSpPr>
          <p:cNvPr id="30" name="object 25"/>
          <p:cNvSpPr/>
          <p:nvPr/>
        </p:nvSpPr>
        <p:spPr>
          <a:xfrm>
            <a:off x="8101854" y="5259804"/>
            <a:ext cx="37465" cy="83185"/>
          </a:xfrm>
          <a:custGeom>
            <a:avLst/>
            <a:gdLst/>
            <a:ahLst/>
            <a:cxnLst/>
            <a:rect l="l" t="t" r="r" b="b"/>
            <a:pathLst>
              <a:path w="37465" h="83185">
                <a:moveTo>
                  <a:pt x="25013" y="78036"/>
                </a:moveTo>
                <a:lnTo>
                  <a:pt x="6381" y="78036"/>
                </a:lnTo>
                <a:lnTo>
                  <a:pt x="12764" y="82762"/>
                </a:lnTo>
                <a:lnTo>
                  <a:pt x="25013" y="82762"/>
                </a:lnTo>
                <a:lnTo>
                  <a:pt x="25013" y="78036"/>
                </a:lnTo>
                <a:close/>
              </a:path>
              <a:path w="37465" h="83185">
                <a:moveTo>
                  <a:pt x="6381" y="8991"/>
                </a:moveTo>
                <a:lnTo>
                  <a:pt x="0" y="8991"/>
                </a:lnTo>
                <a:lnTo>
                  <a:pt x="0" y="78036"/>
                </a:lnTo>
                <a:lnTo>
                  <a:pt x="6381" y="78036"/>
                </a:lnTo>
                <a:lnTo>
                  <a:pt x="6381" y="8991"/>
                </a:lnTo>
                <a:close/>
              </a:path>
              <a:path w="37465" h="83185">
                <a:moveTo>
                  <a:pt x="31395" y="32158"/>
                </a:moveTo>
                <a:lnTo>
                  <a:pt x="25013" y="32158"/>
                </a:lnTo>
                <a:lnTo>
                  <a:pt x="25013" y="78036"/>
                </a:lnTo>
                <a:lnTo>
                  <a:pt x="31395" y="78036"/>
                </a:lnTo>
                <a:lnTo>
                  <a:pt x="31395" y="32158"/>
                </a:lnTo>
                <a:close/>
              </a:path>
              <a:path w="37465" h="83185">
                <a:moveTo>
                  <a:pt x="37283" y="4248"/>
                </a:moveTo>
                <a:lnTo>
                  <a:pt x="31395" y="4248"/>
                </a:lnTo>
                <a:lnTo>
                  <a:pt x="31395" y="17965"/>
                </a:lnTo>
                <a:lnTo>
                  <a:pt x="37283" y="17965"/>
                </a:lnTo>
                <a:lnTo>
                  <a:pt x="37283" y="4248"/>
                </a:lnTo>
                <a:close/>
              </a:path>
              <a:path w="37465" h="83185">
                <a:moveTo>
                  <a:pt x="12764" y="4248"/>
                </a:moveTo>
                <a:lnTo>
                  <a:pt x="6381" y="4248"/>
                </a:lnTo>
                <a:lnTo>
                  <a:pt x="6381" y="8991"/>
                </a:lnTo>
                <a:lnTo>
                  <a:pt x="12764" y="4248"/>
                </a:lnTo>
                <a:close/>
              </a:path>
              <a:path w="37465" h="83185">
                <a:moveTo>
                  <a:pt x="25013" y="0"/>
                </a:moveTo>
                <a:lnTo>
                  <a:pt x="12764" y="0"/>
                </a:lnTo>
                <a:lnTo>
                  <a:pt x="12764" y="4248"/>
                </a:lnTo>
                <a:lnTo>
                  <a:pt x="31395" y="4248"/>
                </a:lnTo>
                <a:lnTo>
                  <a:pt x="25013" y="0"/>
                </a:lnTo>
                <a:close/>
              </a:path>
            </a:pathLst>
          </a:custGeom>
          <a:solidFill>
            <a:srgbClr val="CCCCCC"/>
          </a:solidFill>
        </p:spPr>
        <p:txBody>
          <a:bodyPr wrap="square" lIns="0" tIns="0" rIns="0" bIns="0" rtlCol="0"/>
          <a:lstStyle/>
          <a:p>
            <a:endParaRPr/>
          </a:p>
        </p:txBody>
      </p:sp>
      <p:sp>
        <p:nvSpPr>
          <p:cNvPr id="31" name="object 26"/>
          <p:cNvSpPr/>
          <p:nvPr/>
        </p:nvSpPr>
        <p:spPr>
          <a:xfrm>
            <a:off x="8101854" y="5259804"/>
            <a:ext cx="37465" cy="83185"/>
          </a:xfrm>
          <a:custGeom>
            <a:avLst/>
            <a:gdLst/>
            <a:ahLst/>
            <a:cxnLst/>
            <a:rect l="l" t="t" r="r" b="b"/>
            <a:pathLst>
              <a:path w="37465" h="83185">
                <a:moveTo>
                  <a:pt x="37282" y="17966"/>
                </a:moveTo>
                <a:lnTo>
                  <a:pt x="31394" y="17966"/>
                </a:lnTo>
                <a:lnTo>
                  <a:pt x="31394" y="13717"/>
                </a:lnTo>
                <a:lnTo>
                  <a:pt x="31394" y="4248"/>
                </a:lnTo>
                <a:lnTo>
                  <a:pt x="18631" y="4248"/>
                </a:lnTo>
                <a:lnTo>
                  <a:pt x="12763" y="4248"/>
                </a:lnTo>
                <a:lnTo>
                  <a:pt x="6381" y="13717"/>
                </a:lnTo>
                <a:lnTo>
                  <a:pt x="6381" y="73312"/>
                </a:lnTo>
                <a:lnTo>
                  <a:pt x="6381" y="78037"/>
                </a:lnTo>
                <a:lnTo>
                  <a:pt x="18631" y="78037"/>
                </a:lnTo>
                <a:lnTo>
                  <a:pt x="25013" y="78037"/>
                </a:lnTo>
                <a:lnTo>
                  <a:pt x="25013" y="73312"/>
                </a:lnTo>
                <a:lnTo>
                  <a:pt x="25013" y="32159"/>
                </a:lnTo>
                <a:lnTo>
                  <a:pt x="31394" y="32159"/>
                </a:lnTo>
                <a:lnTo>
                  <a:pt x="31394" y="73312"/>
                </a:lnTo>
                <a:lnTo>
                  <a:pt x="25013" y="78037"/>
                </a:lnTo>
                <a:lnTo>
                  <a:pt x="18631" y="82762"/>
                </a:lnTo>
                <a:lnTo>
                  <a:pt x="6381" y="78037"/>
                </a:lnTo>
                <a:lnTo>
                  <a:pt x="0" y="73312"/>
                </a:lnTo>
                <a:lnTo>
                  <a:pt x="0" y="13717"/>
                </a:lnTo>
                <a:lnTo>
                  <a:pt x="6381" y="4248"/>
                </a:lnTo>
                <a:lnTo>
                  <a:pt x="18631" y="0"/>
                </a:lnTo>
                <a:lnTo>
                  <a:pt x="31394" y="4248"/>
                </a:lnTo>
                <a:lnTo>
                  <a:pt x="37282" y="13717"/>
                </a:lnTo>
                <a:lnTo>
                  <a:pt x="37282" y="17966"/>
                </a:lnTo>
              </a:path>
            </a:pathLst>
          </a:custGeom>
          <a:ln w="6337">
            <a:solidFill>
              <a:srgbClr val="CCCCCC"/>
            </a:solidFill>
          </a:ln>
        </p:spPr>
        <p:txBody>
          <a:bodyPr wrap="square" lIns="0" tIns="0" rIns="0" bIns="0" rtlCol="0"/>
          <a:lstStyle/>
          <a:p>
            <a:endParaRPr/>
          </a:p>
        </p:txBody>
      </p:sp>
      <p:sp>
        <p:nvSpPr>
          <p:cNvPr id="32" name="object 27"/>
          <p:cNvSpPr/>
          <p:nvPr/>
        </p:nvSpPr>
        <p:spPr>
          <a:xfrm>
            <a:off x="8101854" y="5264052"/>
            <a:ext cx="37465" cy="74295"/>
          </a:xfrm>
          <a:custGeom>
            <a:avLst/>
            <a:gdLst/>
            <a:ahLst/>
            <a:cxnLst/>
            <a:rect l="l" t="t" r="r" b="b"/>
            <a:pathLst>
              <a:path w="37465" h="74295">
                <a:moveTo>
                  <a:pt x="37282" y="13717"/>
                </a:moveTo>
                <a:lnTo>
                  <a:pt x="37282" y="9468"/>
                </a:lnTo>
                <a:lnTo>
                  <a:pt x="31394" y="0"/>
                </a:lnTo>
                <a:lnTo>
                  <a:pt x="18631" y="0"/>
                </a:lnTo>
                <a:lnTo>
                  <a:pt x="6381" y="0"/>
                </a:lnTo>
                <a:lnTo>
                  <a:pt x="0" y="9468"/>
                </a:lnTo>
                <a:lnTo>
                  <a:pt x="0" y="69063"/>
                </a:lnTo>
                <a:lnTo>
                  <a:pt x="6381" y="73788"/>
                </a:lnTo>
                <a:lnTo>
                  <a:pt x="12763" y="73788"/>
                </a:lnTo>
                <a:lnTo>
                  <a:pt x="25013" y="73788"/>
                </a:lnTo>
                <a:lnTo>
                  <a:pt x="25013" y="69063"/>
                </a:lnTo>
                <a:lnTo>
                  <a:pt x="25013" y="27911"/>
                </a:lnTo>
              </a:path>
            </a:pathLst>
          </a:custGeom>
          <a:ln w="6329">
            <a:solidFill>
              <a:srgbClr val="CCCCCC"/>
            </a:solidFill>
          </a:ln>
        </p:spPr>
        <p:txBody>
          <a:bodyPr wrap="square" lIns="0" tIns="0" rIns="0" bIns="0" rtlCol="0"/>
          <a:lstStyle/>
          <a:p>
            <a:endParaRPr/>
          </a:p>
        </p:txBody>
      </p:sp>
      <p:sp>
        <p:nvSpPr>
          <p:cNvPr id="33" name="object 28"/>
          <p:cNvSpPr/>
          <p:nvPr/>
        </p:nvSpPr>
        <p:spPr>
          <a:xfrm>
            <a:off x="7928717" y="5250355"/>
            <a:ext cx="650875" cy="626110"/>
          </a:xfrm>
          <a:custGeom>
            <a:avLst/>
            <a:gdLst/>
            <a:ahLst/>
            <a:cxnLst/>
            <a:rect l="l" t="t" r="r" b="b"/>
            <a:pathLst>
              <a:path w="650875" h="626110">
                <a:moveTo>
                  <a:pt x="86814" y="0"/>
                </a:moveTo>
                <a:lnTo>
                  <a:pt x="0" y="579838"/>
                </a:lnTo>
                <a:lnTo>
                  <a:pt x="569931" y="625716"/>
                </a:lnTo>
                <a:lnTo>
                  <a:pt x="650859" y="41609"/>
                </a:lnTo>
                <a:lnTo>
                  <a:pt x="86814" y="0"/>
                </a:lnTo>
                <a:close/>
              </a:path>
            </a:pathLst>
          </a:custGeom>
          <a:solidFill>
            <a:srgbClr val="999999"/>
          </a:solidFill>
        </p:spPr>
        <p:txBody>
          <a:bodyPr wrap="square" lIns="0" tIns="0" rIns="0" bIns="0" rtlCol="0"/>
          <a:lstStyle/>
          <a:p>
            <a:endParaRPr/>
          </a:p>
        </p:txBody>
      </p:sp>
      <p:sp>
        <p:nvSpPr>
          <p:cNvPr id="34" name="object 29"/>
          <p:cNvSpPr/>
          <p:nvPr/>
        </p:nvSpPr>
        <p:spPr>
          <a:xfrm>
            <a:off x="7928716" y="5250354"/>
            <a:ext cx="650875" cy="626110"/>
          </a:xfrm>
          <a:custGeom>
            <a:avLst/>
            <a:gdLst/>
            <a:ahLst/>
            <a:cxnLst/>
            <a:rect l="l" t="t" r="r" b="b"/>
            <a:pathLst>
              <a:path w="650875" h="626110">
                <a:moveTo>
                  <a:pt x="86815" y="0"/>
                </a:moveTo>
                <a:lnTo>
                  <a:pt x="650860" y="41609"/>
                </a:lnTo>
                <a:lnTo>
                  <a:pt x="569931" y="625716"/>
                </a:lnTo>
                <a:lnTo>
                  <a:pt x="0" y="579838"/>
                </a:lnTo>
                <a:lnTo>
                  <a:pt x="86815" y="0"/>
                </a:lnTo>
              </a:path>
            </a:pathLst>
          </a:custGeom>
          <a:ln w="6257">
            <a:solidFill>
              <a:srgbClr val="000000"/>
            </a:solidFill>
          </a:ln>
        </p:spPr>
        <p:txBody>
          <a:bodyPr wrap="square" lIns="0" tIns="0" rIns="0" bIns="0" rtlCol="0"/>
          <a:lstStyle/>
          <a:p>
            <a:endParaRPr/>
          </a:p>
        </p:txBody>
      </p:sp>
      <p:sp>
        <p:nvSpPr>
          <p:cNvPr id="35" name="object 30"/>
          <p:cNvSpPr/>
          <p:nvPr/>
        </p:nvSpPr>
        <p:spPr>
          <a:xfrm>
            <a:off x="7959618" y="5255079"/>
            <a:ext cx="614045" cy="607695"/>
          </a:xfrm>
          <a:custGeom>
            <a:avLst/>
            <a:gdLst/>
            <a:ahLst/>
            <a:cxnLst/>
            <a:rect l="l" t="t" r="r" b="b"/>
            <a:pathLst>
              <a:path w="614045" h="607695">
                <a:moveTo>
                  <a:pt x="43160" y="0"/>
                </a:moveTo>
                <a:lnTo>
                  <a:pt x="0" y="584573"/>
                </a:lnTo>
                <a:lnTo>
                  <a:pt x="570426" y="607274"/>
                </a:lnTo>
                <a:lnTo>
                  <a:pt x="613577" y="22691"/>
                </a:lnTo>
                <a:lnTo>
                  <a:pt x="43160" y="0"/>
                </a:lnTo>
                <a:close/>
              </a:path>
            </a:pathLst>
          </a:custGeom>
          <a:solidFill>
            <a:srgbClr val="CCCCCC"/>
          </a:solidFill>
        </p:spPr>
        <p:txBody>
          <a:bodyPr wrap="square" lIns="0" tIns="0" rIns="0" bIns="0" rtlCol="0"/>
          <a:lstStyle/>
          <a:p>
            <a:endParaRPr/>
          </a:p>
        </p:txBody>
      </p:sp>
      <p:sp>
        <p:nvSpPr>
          <p:cNvPr id="36" name="object 31"/>
          <p:cNvSpPr/>
          <p:nvPr/>
        </p:nvSpPr>
        <p:spPr>
          <a:xfrm>
            <a:off x="7959618" y="5255079"/>
            <a:ext cx="614045" cy="607695"/>
          </a:xfrm>
          <a:custGeom>
            <a:avLst/>
            <a:gdLst/>
            <a:ahLst/>
            <a:cxnLst/>
            <a:rect l="l" t="t" r="r" b="b"/>
            <a:pathLst>
              <a:path w="614045" h="607695">
                <a:moveTo>
                  <a:pt x="43160" y="0"/>
                </a:moveTo>
                <a:lnTo>
                  <a:pt x="613577" y="22691"/>
                </a:lnTo>
                <a:lnTo>
                  <a:pt x="570426" y="607274"/>
                </a:lnTo>
                <a:lnTo>
                  <a:pt x="0" y="584573"/>
                </a:lnTo>
                <a:lnTo>
                  <a:pt x="43160" y="0"/>
                </a:lnTo>
              </a:path>
            </a:pathLst>
          </a:custGeom>
          <a:ln w="6261">
            <a:solidFill>
              <a:srgbClr val="000000"/>
            </a:solidFill>
          </a:ln>
        </p:spPr>
        <p:txBody>
          <a:bodyPr wrap="square" lIns="0" tIns="0" rIns="0" bIns="0" rtlCol="0"/>
          <a:lstStyle/>
          <a:p>
            <a:endParaRPr/>
          </a:p>
        </p:txBody>
      </p:sp>
      <p:sp>
        <p:nvSpPr>
          <p:cNvPr id="37" name="object 32"/>
          <p:cNvSpPr/>
          <p:nvPr/>
        </p:nvSpPr>
        <p:spPr>
          <a:xfrm>
            <a:off x="7984142" y="5259810"/>
            <a:ext cx="577215" cy="584200"/>
          </a:xfrm>
          <a:custGeom>
            <a:avLst/>
            <a:gdLst/>
            <a:ahLst/>
            <a:cxnLst/>
            <a:rect l="l" t="t" r="r" b="b"/>
            <a:pathLst>
              <a:path w="577215" h="584200">
                <a:moveTo>
                  <a:pt x="0" y="584099"/>
                </a:moveTo>
                <a:lnTo>
                  <a:pt x="576807" y="584099"/>
                </a:lnTo>
                <a:lnTo>
                  <a:pt x="576807" y="0"/>
                </a:lnTo>
                <a:lnTo>
                  <a:pt x="0" y="0"/>
                </a:lnTo>
                <a:lnTo>
                  <a:pt x="0" y="584099"/>
                </a:lnTo>
                <a:close/>
              </a:path>
            </a:pathLst>
          </a:custGeom>
          <a:solidFill>
            <a:srgbClr val="FF9999"/>
          </a:solidFill>
        </p:spPr>
        <p:txBody>
          <a:bodyPr wrap="square" lIns="0" tIns="0" rIns="0" bIns="0" rtlCol="0"/>
          <a:lstStyle/>
          <a:p>
            <a:endParaRPr/>
          </a:p>
        </p:txBody>
      </p:sp>
      <p:sp>
        <p:nvSpPr>
          <p:cNvPr id="38" name="object 33"/>
          <p:cNvSpPr/>
          <p:nvPr/>
        </p:nvSpPr>
        <p:spPr>
          <a:xfrm>
            <a:off x="7984141" y="5259804"/>
            <a:ext cx="577215" cy="584200"/>
          </a:xfrm>
          <a:custGeom>
            <a:avLst/>
            <a:gdLst/>
            <a:ahLst/>
            <a:cxnLst/>
            <a:rect l="l" t="t" r="r" b="b"/>
            <a:pathLst>
              <a:path w="577215" h="584200">
                <a:moveTo>
                  <a:pt x="0" y="0"/>
                </a:moveTo>
                <a:lnTo>
                  <a:pt x="576803" y="0"/>
                </a:lnTo>
                <a:lnTo>
                  <a:pt x="576803" y="584104"/>
                </a:lnTo>
                <a:lnTo>
                  <a:pt x="0" y="584104"/>
                </a:lnTo>
                <a:lnTo>
                  <a:pt x="0" y="0"/>
                </a:lnTo>
              </a:path>
            </a:pathLst>
          </a:custGeom>
          <a:ln w="6263">
            <a:solidFill>
              <a:srgbClr val="000000"/>
            </a:solidFill>
          </a:ln>
        </p:spPr>
        <p:txBody>
          <a:bodyPr wrap="square" lIns="0" tIns="0" rIns="0" bIns="0" rtlCol="0"/>
          <a:lstStyle/>
          <a:p>
            <a:endParaRPr/>
          </a:p>
        </p:txBody>
      </p:sp>
      <p:sp>
        <p:nvSpPr>
          <p:cNvPr id="39" name="object 34"/>
          <p:cNvSpPr/>
          <p:nvPr/>
        </p:nvSpPr>
        <p:spPr>
          <a:xfrm>
            <a:off x="8083709" y="5236637"/>
            <a:ext cx="36830" cy="83185"/>
          </a:xfrm>
          <a:custGeom>
            <a:avLst/>
            <a:gdLst/>
            <a:ahLst/>
            <a:cxnLst/>
            <a:rect l="l" t="t" r="r" b="b"/>
            <a:pathLst>
              <a:path w="36829" h="83185">
                <a:moveTo>
                  <a:pt x="24526" y="78036"/>
                </a:moveTo>
                <a:lnTo>
                  <a:pt x="5885" y="78036"/>
                </a:lnTo>
                <a:lnTo>
                  <a:pt x="5885" y="82762"/>
                </a:lnTo>
                <a:lnTo>
                  <a:pt x="24526" y="82762"/>
                </a:lnTo>
                <a:lnTo>
                  <a:pt x="24526" y="78036"/>
                </a:lnTo>
                <a:close/>
              </a:path>
              <a:path w="36829" h="83185">
                <a:moveTo>
                  <a:pt x="12260" y="4724"/>
                </a:moveTo>
                <a:lnTo>
                  <a:pt x="5885" y="4724"/>
                </a:lnTo>
                <a:lnTo>
                  <a:pt x="0" y="8972"/>
                </a:lnTo>
                <a:lnTo>
                  <a:pt x="0" y="78036"/>
                </a:lnTo>
                <a:lnTo>
                  <a:pt x="5885" y="78036"/>
                </a:lnTo>
                <a:lnTo>
                  <a:pt x="5885" y="8972"/>
                </a:lnTo>
                <a:lnTo>
                  <a:pt x="12260" y="4724"/>
                </a:lnTo>
                <a:close/>
              </a:path>
              <a:path w="36829" h="83185">
                <a:moveTo>
                  <a:pt x="30909" y="32158"/>
                </a:moveTo>
                <a:lnTo>
                  <a:pt x="24526" y="32158"/>
                </a:lnTo>
                <a:lnTo>
                  <a:pt x="24526" y="78036"/>
                </a:lnTo>
                <a:lnTo>
                  <a:pt x="30909" y="73769"/>
                </a:lnTo>
                <a:lnTo>
                  <a:pt x="30909" y="32158"/>
                </a:lnTo>
                <a:close/>
              </a:path>
              <a:path w="36829" h="83185">
                <a:moveTo>
                  <a:pt x="36776" y="8972"/>
                </a:moveTo>
                <a:lnTo>
                  <a:pt x="30909" y="8972"/>
                </a:lnTo>
                <a:lnTo>
                  <a:pt x="30909" y="18441"/>
                </a:lnTo>
                <a:lnTo>
                  <a:pt x="36776" y="18441"/>
                </a:lnTo>
                <a:lnTo>
                  <a:pt x="36776" y="8972"/>
                </a:lnTo>
                <a:close/>
              </a:path>
              <a:path w="36829" h="83185">
                <a:moveTo>
                  <a:pt x="30909" y="4724"/>
                </a:moveTo>
                <a:lnTo>
                  <a:pt x="24526" y="4724"/>
                </a:lnTo>
                <a:lnTo>
                  <a:pt x="24526" y="8972"/>
                </a:lnTo>
                <a:lnTo>
                  <a:pt x="30909" y="8972"/>
                </a:lnTo>
                <a:lnTo>
                  <a:pt x="30909" y="4724"/>
                </a:lnTo>
                <a:close/>
              </a:path>
              <a:path w="36829" h="83185">
                <a:moveTo>
                  <a:pt x="18144" y="0"/>
                </a:moveTo>
                <a:lnTo>
                  <a:pt x="12260" y="4724"/>
                </a:lnTo>
                <a:lnTo>
                  <a:pt x="18144" y="4724"/>
                </a:lnTo>
                <a:lnTo>
                  <a:pt x="18144" y="0"/>
                </a:lnTo>
                <a:close/>
              </a:path>
            </a:pathLst>
          </a:custGeom>
          <a:solidFill>
            <a:srgbClr val="E5E5E5"/>
          </a:solidFill>
        </p:spPr>
        <p:txBody>
          <a:bodyPr wrap="square" lIns="0" tIns="0" rIns="0" bIns="0" rtlCol="0"/>
          <a:lstStyle/>
          <a:p>
            <a:endParaRPr/>
          </a:p>
        </p:txBody>
      </p:sp>
      <p:sp>
        <p:nvSpPr>
          <p:cNvPr id="40" name="object 35"/>
          <p:cNvSpPr/>
          <p:nvPr/>
        </p:nvSpPr>
        <p:spPr>
          <a:xfrm>
            <a:off x="8083708" y="5236636"/>
            <a:ext cx="36830" cy="83185"/>
          </a:xfrm>
          <a:custGeom>
            <a:avLst/>
            <a:gdLst/>
            <a:ahLst/>
            <a:cxnLst/>
            <a:rect l="l" t="t" r="r" b="b"/>
            <a:pathLst>
              <a:path w="36829" h="83185">
                <a:moveTo>
                  <a:pt x="36776" y="18442"/>
                </a:moveTo>
                <a:lnTo>
                  <a:pt x="30908" y="18442"/>
                </a:lnTo>
                <a:lnTo>
                  <a:pt x="30908" y="13717"/>
                </a:lnTo>
                <a:lnTo>
                  <a:pt x="24527" y="8973"/>
                </a:lnTo>
                <a:lnTo>
                  <a:pt x="18145" y="4724"/>
                </a:lnTo>
                <a:lnTo>
                  <a:pt x="5885" y="8973"/>
                </a:lnTo>
                <a:lnTo>
                  <a:pt x="5885" y="13717"/>
                </a:lnTo>
                <a:lnTo>
                  <a:pt x="5885" y="73769"/>
                </a:lnTo>
                <a:lnTo>
                  <a:pt x="5885" y="78037"/>
                </a:lnTo>
                <a:lnTo>
                  <a:pt x="12261" y="78037"/>
                </a:lnTo>
                <a:lnTo>
                  <a:pt x="18145" y="78037"/>
                </a:lnTo>
                <a:lnTo>
                  <a:pt x="24527" y="73769"/>
                </a:lnTo>
                <a:lnTo>
                  <a:pt x="24527" y="32159"/>
                </a:lnTo>
                <a:lnTo>
                  <a:pt x="30908" y="32159"/>
                </a:lnTo>
                <a:lnTo>
                  <a:pt x="30908" y="73769"/>
                </a:lnTo>
                <a:lnTo>
                  <a:pt x="24527" y="78037"/>
                </a:lnTo>
                <a:lnTo>
                  <a:pt x="12261" y="82762"/>
                </a:lnTo>
                <a:lnTo>
                  <a:pt x="5885" y="78037"/>
                </a:lnTo>
                <a:lnTo>
                  <a:pt x="0" y="73769"/>
                </a:lnTo>
                <a:lnTo>
                  <a:pt x="0" y="13717"/>
                </a:lnTo>
                <a:lnTo>
                  <a:pt x="5885" y="4724"/>
                </a:lnTo>
                <a:lnTo>
                  <a:pt x="18145" y="0"/>
                </a:lnTo>
                <a:lnTo>
                  <a:pt x="30908" y="4724"/>
                </a:lnTo>
                <a:lnTo>
                  <a:pt x="36776" y="13717"/>
                </a:lnTo>
                <a:lnTo>
                  <a:pt x="36776" y="18442"/>
                </a:lnTo>
              </a:path>
            </a:pathLst>
          </a:custGeom>
          <a:ln w="6338">
            <a:solidFill>
              <a:srgbClr val="7E7E7E"/>
            </a:solidFill>
          </a:ln>
        </p:spPr>
        <p:txBody>
          <a:bodyPr wrap="square" lIns="0" tIns="0" rIns="0" bIns="0" rtlCol="0"/>
          <a:lstStyle/>
          <a:p>
            <a:endParaRPr/>
          </a:p>
        </p:txBody>
      </p:sp>
      <p:sp>
        <p:nvSpPr>
          <p:cNvPr id="41" name="object 36"/>
          <p:cNvSpPr/>
          <p:nvPr/>
        </p:nvSpPr>
        <p:spPr>
          <a:xfrm>
            <a:off x="8083708" y="5241361"/>
            <a:ext cx="31115" cy="78105"/>
          </a:xfrm>
          <a:custGeom>
            <a:avLst/>
            <a:gdLst/>
            <a:ahLst/>
            <a:cxnLst/>
            <a:rect l="l" t="t" r="r" b="b"/>
            <a:pathLst>
              <a:path w="31115" h="78104">
                <a:moveTo>
                  <a:pt x="30908" y="13717"/>
                </a:moveTo>
                <a:lnTo>
                  <a:pt x="30908" y="8992"/>
                </a:lnTo>
                <a:lnTo>
                  <a:pt x="30908" y="0"/>
                </a:lnTo>
                <a:lnTo>
                  <a:pt x="18145" y="0"/>
                </a:lnTo>
                <a:lnTo>
                  <a:pt x="5885" y="4248"/>
                </a:lnTo>
                <a:lnTo>
                  <a:pt x="0" y="8992"/>
                </a:lnTo>
                <a:lnTo>
                  <a:pt x="0" y="69044"/>
                </a:lnTo>
                <a:lnTo>
                  <a:pt x="5885" y="73312"/>
                </a:lnTo>
                <a:lnTo>
                  <a:pt x="12261" y="78037"/>
                </a:lnTo>
                <a:lnTo>
                  <a:pt x="24527" y="73312"/>
                </a:lnTo>
                <a:lnTo>
                  <a:pt x="24527" y="69044"/>
                </a:lnTo>
                <a:lnTo>
                  <a:pt x="24527" y="32159"/>
                </a:lnTo>
              </a:path>
            </a:pathLst>
          </a:custGeom>
          <a:ln w="6345">
            <a:solidFill>
              <a:srgbClr val="999999"/>
            </a:solidFill>
          </a:ln>
        </p:spPr>
        <p:txBody>
          <a:bodyPr wrap="square" lIns="0" tIns="0" rIns="0" bIns="0" rtlCol="0"/>
          <a:lstStyle/>
          <a:p>
            <a:endParaRPr/>
          </a:p>
        </p:txBody>
      </p:sp>
      <p:sp>
        <p:nvSpPr>
          <p:cNvPr id="42" name="object 37"/>
          <p:cNvSpPr/>
          <p:nvPr/>
        </p:nvSpPr>
        <p:spPr>
          <a:xfrm>
            <a:off x="8065071" y="5351559"/>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43" name="object 38"/>
          <p:cNvSpPr/>
          <p:nvPr/>
        </p:nvSpPr>
        <p:spPr>
          <a:xfrm>
            <a:off x="8065071" y="5370001"/>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44" name="object 39"/>
          <p:cNvSpPr/>
          <p:nvPr/>
        </p:nvSpPr>
        <p:spPr>
          <a:xfrm>
            <a:off x="8065071" y="5393187"/>
            <a:ext cx="297815" cy="0"/>
          </a:xfrm>
          <a:custGeom>
            <a:avLst/>
            <a:gdLst/>
            <a:ahLst/>
            <a:cxnLst/>
            <a:rect l="l" t="t" r="r" b="b"/>
            <a:pathLst>
              <a:path w="297815">
                <a:moveTo>
                  <a:pt x="0" y="0"/>
                </a:moveTo>
                <a:lnTo>
                  <a:pt x="297229" y="0"/>
                </a:lnTo>
              </a:path>
            </a:pathLst>
          </a:custGeom>
          <a:ln w="6148">
            <a:solidFill>
              <a:srgbClr val="000000"/>
            </a:solidFill>
          </a:ln>
        </p:spPr>
        <p:txBody>
          <a:bodyPr wrap="square" lIns="0" tIns="0" rIns="0" bIns="0" rtlCol="0"/>
          <a:lstStyle/>
          <a:p>
            <a:endParaRPr/>
          </a:p>
        </p:txBody>
      </p:sp>
      <p:sp>
        <p:nvSpPr>
          <p:cNvPr id="45" name="object 40"/>
          <p:cNvSpPr/>
          <p:nvPr/>
        </p:nvSpPr>
        <p:spPr>
          <a:xfrm>
            <a:off x="8065071" y="5434321"/>
            <a:ext cx="427990" cy="0"/>
          </a:xfrm>
          <a:custGeom>
            <a:avLst/>
            <a:gdLst/>
            <a:ahLst/>
            <a:cxnLst/>
            <a:rect l="l" t="t" r="r" b="b"/>
            <a:pathLst>
              <a:path w="427990">
                <a:moveTo>
                  <a:pt x="0" y="0"/>
                </a:moveTo>
                <a:lnTo>
                  <a:pt x="427690" y="0"/>
                </a:lnTo>
              </a:path>
            </a:pathLst>
          </a:custGeom>
          <a:ln w="6148">
            <a:solidFill>
              <a:srgbClr val="000000"/>
            </a:solidFill>
          </a:ln>
        </p:spPr>
        <p:txBody>
          <a:bodyPr wrap="square" lIns="0" tIns="0" rIns="0" bIns="0" rtlCol="0"/>
          <a:lstStyle/>
          <a:p>
            <a:endParaRPr/>
          </a:p>
        </p:txBody>
      </p:sp>
      <p:sp>
        <p:nvSpPr>
          <p:cNvPr id="46" name="object 41"/>
          <p:cNvSpPr/>
          <p:nvPr/>
        </p:nvSpPr>
        <p:spPr>
          <a:xfrm>
            <a:off x="8065071" y="5457507"/>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47" name="object 42"/>
          <p:cNvSpPr/>
          <p:nvPr/>
        </p:nvSpPr>
        <p:spPr>
          <a:xfrm>
            <a:off x="8065071" y="5480675"/>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48" name="object 43"/>
          <p:cNvSpPr/>
          <p:nvPr/>
        </p:nvSpPr>
        <p:spPr>
          <a:xfrm>
            <a:off x="8065071" y="5499117"/>
            <a:ext cx="297815" cy="0"/>
          </a:xfrm>
          <a:custGeom>
            <a:avLst/>
            <a:gdLst/>
            <a:ahLst/>
            <a:cxnLst/>
            <a:rect l="l" t="t" r="r" b="b"/>
            <a:pathLst>
              <a:path w="297815">
                <a:moveTo>
                  <a:pt x="0" y="0"/>
                </a:moveTo>
                <a:lnTo>
                  <a:pt x="297229" y="0"/>
                </a:lnTo>
              </a:path>
            </a:pathLst>
          </a:custGeom>
          <a:ln w="6148">
            <a:solidFill>
              <a:srgbClr val="000000"/>
            </a:solidFill>
          </a:ln>
        </p:spPr>
        <p:txBody>
          <a:bodyPr wrap="square" lIns="0" tIns="0" rIns="0" bIns="0" rtlCol="0"/>
          <a:lstStyle/>
          <a:p>
            <a:endParaRPr/>
          </a:p>
        </p:txBody>
      </p:sp>
      <p:sp>
        <p:nvSpPr>
          <p:cNvPr id="49" name="object 44"/>
          <p:cNvSpPr/>
          <p:nvPr/>
        </p:nvSpPr>
        <p:spPr>
          <a:xfrm>
            <a:off x="8065071" y="5544994"/>
            <a:ext cx="427990" cy="0"/>
          </a:xfrm>
          <a:custGeom>
            <a:avLst/>
            <a:gdLst/>
            <a:ahLst/>
            <a:cxnLst/>
            <a:rect l="l" t="t" r="r" b="b"/>
            <a:pathLst>
              <a:path w="427990">
                <a:moveTo>
                  <a:pt x="0" y="0"/>
                </a:moveTo>
                <a:lnTo>
                  <a:pt x="427690" y="0"/>
                </a:lnTo>
              </a:path>
            </a:pathLst>
          </a:custGeom>
          <a:ln w="6148">
            <a:solidFill>
              <a:srgbClr val="000000"/>
            </a:solidFill>
          </a:ln>
        </p:spPr>
        <p:txBody>
          <a:bodyPr wrap="square" lIns="0" tIns="0" rIns="0" bIns="0" rtlCol="0"/>
          <a:lstStyle/>
          <a:p>
            <a:endParaRPr/>
          </a:p>
        </p:txBody>
      </p:sp>
      <p:sp>
        <p:nvSpPr>
          <p:cNvPr id="50" name="object 45"/>
          <p:cNvSpPr/>
          <p:nvPr/>
        </p:nvSpPr>
        <p:spPr>
          <a:xfrm>
            <a:off x="8065071" y="5563437"/>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51" name="object 46"/>
          <p:cNvSpPr/>
          <p:nvPr/>
        </p:nvSpPr>
        <p:spPr>
          <a:xfrm>
            <a:off x="8065071" y="5586147"/>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52" name="object 47"/>
          <p:cNvSpPr/>
          <p:nvPr/>
        </p:nvSpPr>
        <p:spPr>
          <a:xfrm>
            <a:off x="8065071" y="5604589"/>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53" name="object 48"/>
          <p:cNvSpPr/>
          <p:nvPr/>
        </p:nvSpPr>
        <p:spPr>
          <a:xfrm>
            <a:off x="8065071" y="5650943"/>
            <a:ext cx="427990" cy="0"/>
          </a:xfrm>
          <a:custGeom>
            <a:avLst/>
            <a:gdLst/>
            <a:ahLst/>
            <a:cxnLst/>
            <a:rect l="l" t="t" r="r" b="b"/>
            <a:pathLst>
              <a:path w="427990">
                <a:moveTo>
                  <a:pt x="0" y="0"/>
                </a:moveTo>
                <a:lnTo>
                  <a:pt x="427690" y="0"/>
                </a:lnTo>
              </a:path>
            </a:pathLst>
          </a:custGeom>
          <a:ln w="6148">
            <a:solidFill>
              <a:srgbClr val="000000"/>
            </a:solidFill>
          </a:ln>
        </p:spPr>
        <p:txBody>
          <a:bodyPr wrap="square" lIns="0" tIns="0" rIns="0" bIns="0" rtlCol="0"/>
          <a:lstStyle/>
          <a:p>
            <a:endParaRPr/>
          </a:p>
        </p:txBody>
      </p:sp>
      <p:sp>
        <p:nvSpPr>
          <p:cNvPr id="54" name="object 49"/>
          <p:cNvSpPr/>
          <p:nvPr/>
        </p:nvSpPr>
        <p:spPr>
          <a:xfrm>
            <a:off x="8065071" y="5669386"/>
            <a:ext cx="409575" cy="0"/>
          </a:xfrm>
          <a:custGeom>
            <a:avLst/>
            <a:gdLst/>
            <a:ahLst/>
            <a:cxnLst/>
            <a:rect l="l" t="t" r="r" b="b"/>
            <a:pathLst>
              <a:path w="409575">
                <a:moveTo>
                  <a:pt x="0" y="0"/>
                </a:moveTo>
                <a:lnTo>
                  <a:pt x="409057" y="0"/>
                </a:lnTo>
              </a:path>
            </a:pathLst>
          </a:custGeom>
          <a:ln w="6148">
            <a:solidFill>
              <a:srgbClr val="000000"/>
            </a:solidFill>
          </a:ln>
        </p:spPr>
        <p:txBody>
          <a:bodyPr wrap="square" lIns="0" tIns="0" rIns="0" bIns="0" rtlCol="0"/>
          <a:lstStyle/>
          <a:p>
            <a:endParaRPr/>
          </a:p>
        </p:txBody>
      </p:sp>
      <p:sp>
        <p:nvSpPr>
          <p:cNvPr id="55" name="object 50"/>
          <p:cNvSpPr/>
          <p:nvPr/>
        </p:nvSpPr>
        <p:spPr>
          <a:xfrm>
            <a:off x="8065071" y="5692095"/>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56" name="object 51"/>
          <p:cNvSpPr/>
          <p:nvPr/>
        </p:nvSpPr>
        <p:spPr>
          <a:xfrm>
            <a:off x="8065071" y="5715263"/>
            <a:ext cx="415925" cy="0"/>
          </a:xfrm>
          <a:custGeom>
            <a:avLst/>
            <a:gdLst/>
            <a:ahLst/>
            <a:cxnLst/>
            <a:rect l="l" t="t" r="r" b="b"/>
            <a:pathLst>
              <a:path w="415925">
                <a:moveTo>
                  <a:pt x="0" y="0"/>
                </a:moveTo>
                <a:lnTo>
                  <a:pt x="415439" y="0"/>
                </a:lnTo>
              </a:path>
            </a:pathLst>
          </a:custGeom>
          <a:ln w="6148">
            <a:solidFill>
              <a:srgbClr val="000000"/>
            </a:solidFill>
          </a:ln>
        </p:spPr>
        <p:txBody>
          <a:bodyPr wrap="square" lIns="0" tIns="0" rIns="0" bIns="0" rtlCol="0"/>
          <a:lstStyle/>
          <a:p>
            <a:endParaRPr/>
          </a:p>
        </p:txBody>
      </p:sp>
      <p:sp>
        <p:nvSpPr>
          <p:cNvPr id="57" name="object 52"/>
          <p:cNvSpPr/>
          <p:nvPr/>
        </p:nvSpPr>
        <p:spPr>
          <a:xfrm>
            <a:off x="8065071" y="5733709"/>
            <a:ext cx="421640" cy="0"/>
          </a:xfrm>
          <a:custGeom>
            <a:avLst/>
            <a:gdLst/>
            <a:ahLst/>
            <a:cxnLst/>
            <a:rect l="l" t="t" r="r" b="b"/>
            <a:pathLst>
              <a:path w="421640">
                <a:moveTo>
                  <a:pt x="0" y="0"/>
                </a:moveTo>
                <a:lnTo>
                  <a:pt x="421308" y="0"/>
                </a:lnTo>
              </a:path>
            </a:pathLst>
          </a:custGeom>
          <a:ln w="6148">
            <a:solidFill>
              <a:srgbClr val="000000"/>
            </a:solidFill>
          </a:ln>
        </p:spPr>
        <p:txBody>
          <a:bodyPr wrap="square" lIns="0" tIns="0" rIns="0" bIns="0" rtlCol="0"/>
          <a:lstStyle/>
          <a:p>
            <a:endParaRPr/>
          </a:p>
        </p:txBody>
      </p:sp>
      <p:sp>
        <p:nvSpPr>
          <p:cNvPr id="58" name="object 53"/>
          <p:cNvSpPr/>
          <p:nvPr/>
        </p:nvSpPr>
        <p:spPr>
          <a:xfrm>
            <a:off x="8065071" y="5756412"/>
            <a:ext cx="123825" cy="0"/>
          </a:xfrm>
          <a:custGeom>
            <a:avLst/>
            <a:gdLst/>
            <a:ahLst/>
            <a:cxnLst/>
            <a:rect l="l" t="t" r="r" b="b"/>
            <a:pathLst>
              <a:path w="123825">
                <a:moveTo>
                  <a:pt x="0" y="0"/>
                </a:moveTo>
                <a:lnTo>
                  <a:pt x="123598" y="0"/>
                </a:lnTo>
              </a:path>
            </a:pathLst>
          </a:custGeom>
          <a:ln w="6148">
            <a:solidFill>
              <a:srgbClr val="000000"/>
            </a:solidFill>
          </a:ln>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advTm="69178"/>
    </mc:Choice>
    <mc:Fallback xmlns="">
      <p:transition spd="slow" advTm="69178"/>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用例的命名</a:t>
            </a:r>
          </a:p>
        </p:txBody>
      </p:sp>
      <p:sp>
        <p:nvSpPr>
          <p:cNvPr id="3" name="内容占位符 2"/>
          <p:cNvSpPr>
            <a:spLocks noGrp="1"/>
          </p:cNvSpPr>
          <p:nvPr>
            <p:ph idx="1"/>
          </p:nvPr>
        </p:nvSpPr>
        <p:spPr>
          <a:xfrm>
            <a:off x="838200" y="1690688"/>
            <a:ext cx="10515600" cy="4351338"/>
          </a:xfrm>
        </p:spPr>
        <p:txBody>
          <a:bodyPr>
            <a:normAutofit/>
          </a:bodyPr>
          <a:lstStyle/>
          <a:p>
            <a:pPr marL="241300">
              <a:lnSpc>
                <a:spcPct val="100000"/>
              </a:lnSpc>
              <a:spcBef>
                <a:spcPts val="5"/>
              </a:spcBef>
              <a:buFont typeface="Arial" panose="020B0604020202020204"/>
              <a:buChar char="•"/>
              <a:tabLst>
                <a:tab pos="241300" algn="l"/>
              </a:tabLst>
            </a:pPr>
            <a:r>
              <a:rPr lang="zh-CN" altLang="en-US" sz="3600" dirty="0">
                <a:cs typeface="华文新魏" panose="02010800040101010101" charset="-122"/>
              </a:rPr>
              <a:t>表明参与者的</a:t>
            </a:r>
            <a:r>
              <a:rPr lang="zh-CN" altLang="en-US" sz="3600">
                <a:cs typeface="华文新魏" panose="02010800040101010101" charset="-122"/>
              </a:rPr>
              <a:t>目标或者系统作用</a:t>
            </a:r>
            <a:endParaRPr lang="zh-CN" altLang="en-US" sz="3600" dirty="0">
              <a:cs typeface="华文新魏" panose="02010800040101010101" charset="-122"/>
            </a:endParaRPr>
          </a:p>
          <a:p>
            <a:pPr marL="241300">
              <a:lnSpc>
                <a:spcPct val="100000"/>
              </a:lnSpc>
              <a:spcBef>
                <a:spcPts val="640"/>
              </a:spcBef>
              <a:buFont typeface="Arial" panose="020B0604020202020204"/>
              <a:buChar char="•"/>
              <a:tabLst>
                <a:tab pos="241300" algn="l"/>
              </a:tabLst>
            </a:pPr>
            <a:r>
              <a:rPr lang="zh-CN" altLang="en-US" sz="3600" dirty="0">
                <a:cs typeface="华文新魏" panose="02010800040101010101" charset="-122"/>
              </a:rPr>
              <a:t>使用主动语态：用动词起始</a:t>
            </a:r>
          </a:p>
          <a:p>
            <a:pPr marL="241300">
              <a:lnSpc>
                <a:spcPct val="100000"/>
              </a:lnSpc>
              <a:spcBef>
                <a:spcPts val="640"/>
              </a:spcBef>
              <a:buFont typeface="Arial" panose="020B0604020202020204"/>
              <a:buChar char="•"/>
              <a:tabLst>
                <a:tab pos="241300" algn="l"/>
              </a:tabLst>
            </a:pPr>
            <a:r>
              <a:rPr lang="zh-CN" altLang="en-US" sz="3600" dirty="0">
                <a:cs typeface="华文新魏" panose="02010800040101010101" charset="-122"/>
              </a:rPr>
              <a:t>设计一系列操作流程</a:t>
            </a:r>
            <a:r>
              <a:rPr lang="en-US" altLang="zh-CN" sz="3600" dirty="0">
                <a:cs typeface="华文新魏" panose="02010800040101010101" charset="-122"/>
              </a:rPr>
              <a:t>(to-do</a:t>
            </a:r>
            <a:r>
              <a:rPr lang="en-US" altLang="zh-CN" sz="3600" spc="-10" dirty="0">
                <a:cs typeface="华文新魏" panose="02010800040101010101" charset="-122"/>
              </a:rPr>
              <a:t> </a:t>
            </a:r>
            <a:r>
              <a:rPr lang="en-US" altLang="zh-CN" sz="3600" dirty="0">
                <a:cs typeface="华文新魏" panose="02010800040101010101" charset="-122"/>
              </a:rPr>
              <a:t>list)</a:t>
            </a:r>
          </a:p>
          <a:p>
            <a:endParaRPr lang="zh-CN" altLang="en-US" sz="36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2512"/>
    </mc:Choice>
    <mc:Fallback xmlns="">
      <p:transition spd="slow" advTm="22512"/>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90600" y="1371601"/>
            <a:ext cx="10210800" cy="4098925"/>
          </a:xfrm>
          <a:prstGeom prst="rect">
            <a:avLst/>
          </a:prstGeom>
        </p:spPr>
        <p:txBody>
          <a:bodyPr vert="horz" wrap="square" lIns="0" tIns="12700" rIns="0" bIns="0" rtlCol="0">
            <a:spAutoFit/>
          </a:bodyPr>
          <a:lstStyle/>
          <a:p>
            <a:pPr marL="240665" marR="5080" indent="-228600">
              <a:lnSpc>
                <a:spcPct val="118000"/>
              </a:lnSpc>
              <a:spcBef>
                <a:spcPts val="10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用例建模是为了表示系统的行为。通过模型可以很容易理解系统 进行的操作</a:t>
            </a:r>
          </a:p>
          <a:p>
            <a:pPr marL="241300" indent="-228600">
              <a:lnSpc>
                <a:spcPct val="100000"/>
              </a:lnSpc>
              <a:spcBef>
                <a:spcPts val="1665"/>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应该识别出所有的用例，用来表达所有的需求。</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系统的任何一个特性都可以找到对应的用例</a:t>
            </a:r>
          </a:p>
          <a:p>
            <a:pPr marL="240665" marR="5080" indent="-228600">
              <a:lnSpc>
                <a:spcPct val="118000"/>
              </a:lnSpc>
              <a:spcBef>
                <a:spcPts val="113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用例模型并不包含多余的行为；所有的用例可以追溯到系统的功 能性需求作为验证。</a:t>
            </a:r>
          </a:p>
          <a:p>
            <a:pPr marL="241300" indent="-228600">
              <a:lnSpc>
                <a:spcPct val="100000"/>
              </a:lnSpc>
              <a:spcBef>
                <a:spcPts val="167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去掉所有的</a:t>
            </a:r>
            <a:r>
              <a:rPr sz="2800" b="1" spc="-5" dirty="0">
                <a:latin typeface="微软雅黑" panose="020B0503020204020204" pitchFamily="34" charset="-122"/>
                <a:ea typeface="微软雅黑" panose="020B0503020204020204" pitchFamily="34" charset="-122"/>
                <a:cs typeface="华文新魏" panose="02010800040101010101" charset="-122"/>
              </a:rPr>
              <a:t>CRUD</a:t>
            </a:r>
            <a:r>
              <a:rPr sz="2800" b="1" spc="-10" dirty="0">
                <a:latin typeface="微软雅黑" panose="020B0503020204020204" pitchFamily="34" charset="-122"/>
                <a:ea typeface="微软雅黑" panose="020B0503020204020204" pitchFamily="34" charset="-122"/>
                <a:cs typeface="华文新魏" panose="02010800040101010101" charset="-122"/>
              </a:rPr>
              <a:t> </a:t>
            </a:r>
            <a:r>
              <a:rPr sz="2800" b="1" spc="-5" dirty="0">
                <a:latin typeface="微软雅黑" panose="020B0503020204020204" pitchFamily="34" charset="-122"/>
                <a:ea typeface="微软雅黑" panose="020B0503020204020204" pitchFamily="34" charset="-122"/>
                <a:cs typeface="华文新魏" panose="02010800040101010101" charset="-122"/>
              </a:rPr>
              <a:t>类的用例</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txBox="1"/>
          <p:nvPr/>
        </p:nvSpPr>
        <p:spPr>
          <a:xfrm>
            <a:off x="1447800" y="5602046"/>
            <a:ext cx="9091295" cy="874598"/>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800" b="1" spc="-5" dirty="0">
                <a:latin typeface="微软雅黑" panose="020B0503020204020204" pitchFamily="34" charset="-122"/>
                <a:ea typeface="微软雅黑" panose="020B0503020204020204" pitchFamily="34" charset="-122"/>
                <a:cs typeface="华文新魏" panose="02010800040101010101" charset="-122"/>
              </a:rPr>
              <a:t>创建(C</a:t>
            </a:r>
            <a:r>
              <a:rPr sz="2800" spc="-5" dirty="0">
                <a:latin typeface="微软雅黑" panose="020B0503020204020204" pitchFamily="34" charset="-122"/>
                <a:ea typeface="微软雅黑" panose="020B0503020204020204" pitchFamily="34" charset="-122"/>
                <a:cs typeface="华文新魏" panose="02010800040101010101" charset="-122"/>
              </a:rPr>
              <a:t>reate),</a:t>
            </a:r>
            <a:r>
              <a:rPr sz="2800" spc="15" dirty="0">
                <a:latin typeface="微软雅黑" panose="020B0503020204020204" pitchFamily="34" charset="-122"/>
                <a:ea typeface="微软雅黑" panose="020B0503020204020204" pitchFamily="34" charset="-122"/>
                <a:cs typeface="华文新魏" panose="02010800040101010101" charset="-122"/>
              </a:rPr>
              <a:t> </a:t>
            </a:r>
            <a:r>
              <a:rPr sz="2800" dirty="0">
                <a:latin typeface="微软雅黑" panose="020B0503020204020204" pitchFamily="34" charset="-122"/>
                <a:ea typeface="微软雅黑" panose="020B0503020204020204" pitchFamily="34" charset="-122"/>
                <a:cs typeface="华文新魏" panose="02010800040101010101" charset="-122"/>
              </a:rPr>
              <a:t>查找</a:t>
            </a:r>
            <a:r>
              <a:rPr sz="2800" spc="-5" dirty="0">
                <a:latin typeface="微软雅黑" panose="020B0503020204020204" pitchFamily="34" charset="-122"/>
                <a:ea typeface="微软雅黑" panose="020B0503020204020204" pitchFamily="34" charset="-122"/>
                <a:cs typeface="华文新魏" panose="02010800040101010101" charset="-122"/>
              </a:rPr>
              <a:t>(</a:t>
            </a:r>
            <a:r>
              <a:rPr sz="2800" b="1" spc="-5" dirty="0">
                <a:latin typeface="微软雅黑" panose="020B0503020204020204" pitchFamily="34" charset="-122"/>
                <a:ea typeface="微软雅黑" panose="020B0503020204020204" pitchFamily="34" charset="-122"/>
                <a:cs typeface="华文新魏" panose="02010800040101010101" charset="-122"/>
              </a:rPr>
              <a:t>R</a:t>
            </a:r>
            <a:r>
              <a:rPr sz="2800" spc="-5" dirty="0">
                <a:latin typeface="微软雅黑" panose="020B0503020204020204" pitchFamily="34" charset="-122"/>
                <a:ea typeface="微软雅黑" panose="020B0503020204020204" pitchFamily="34" charset="-122"/>
                <a:cs typeface="华文新魏" panose="02010800040101010101" charset="-122"/>
              </a:rPr>
              <a:t>etrieve),</a:t>
            </a:r>
            <a:r>
              <a:rPr sz="2800" spc="20" dirty="0">
                <a:latin typeface="微软雅黑" panose="020B0503020204020204" pitchFamily="34" charset="-122"/>
                <a:ea typeface="微软雅黑" panose="020B0503020204020204" pitchFamily="34" charset="-122"/>
                <a:cs typeface="华文新魏" panose="02010800040101010101" charset="-122"/>
              </a:rPr>
              <a:t> </a:t>
            </a:r>
            <a:r>
              <a:rPr sz="2800" dirty="0">
                <a:latin typeface="微软雅黑" panose="020B0503020204020204" pitchFamily="34" charset="-122"/>
                <a:ea typeface="微软雅黑" panose="020B0503020204020204" pitchFamily="34" charset="-122"/>
                <a:cs typeface="华文新魏" panose="02010800040101010101" charset="-122"/>
              </a:rPr>
              <a:t>更新</a:t>
            </a:r>
            <a:r>
              <a:rPr sz="2800" spc="-5" dirty="0">
                <a:latin typeface="微软雅黑" panose="020B0503020204020204" pitchFamily="34" charset="-122"/>
                <a:ea typeface="微软雅黑" panose="020B0503020204020204" pitchFamily="34" charset="-122"/>
                <a:cs typeface="华文新魏" panose="02010800040101010101" charset="-122"/>
              </a:rPr>
              <a:t>(</a:t>
            </a:r>
            <a:r>
              <a:rPr sz="2800" b="1" spc="-5" dirty="0">
                <a:latin typeface="微软雅黑" panose="020B0503020204020204" pitchFamily="34" charset="-122"/>
                <a:ea typeface="微软雅黑" panose="020B0503020204020204" pitchFamily="34" charset="-122"/>
                <a:cs typeface="华文新魏" panose="02010800040101010101" charset="-122"/>
              </a:rPr>
              <a:t>U</a:t>
            </a:r>
            <a:r>
              <a:rPr sz="2800" spc="-5" dirty="0">
                <a:latin typeface="微软雅黑" panose="020B0503020204020204" pitchFamily="34" charset="-122"/>
                <a:ea typeface="微软雅黑" panose="020B0503020204020204" pitchFamily="34" charset="-122"/>
                <a:cs typeface="华文新魏" panose="02010800040101010101" charset="-122"/>
              </a:rPr>
              <a:t>pdate),</a:t>
            </a:r>
            <a:r>
              <a:rPr sz="2800" spc="20" dirty="0">
                <a:latin typeface="微软雅黑" panose="020B0503020204020204" pitchFamily="34" charset="-122"/>
                <a:ea typeface="微软雅黑" panose="020B0503020204020204" pitchFamily="34" charset="-122"/>
                <a:cs typeface="华文新魏" panose="02010800040101010101" charset="-122"/>
              </a:rPr>
              <a:t> </a:t>
            </a:r>
            <a:r>
              <a:rPr sz="2800" dirty="0">
                <a:latin typeface="微软雅黑" panose="020B0503020204020204" pitchFamily="34" charset="-122"/>
                <a:ea typeface="微软雅黑" panose="020B0503020204020204" pitchFamily="34" charset="-122"/>
                <a:cs typeface="华文新魏" panose="02010800040101010101" charset="-122"/>
              </a:rPr>
              <a:t>删除</a:t>
            </a:r>
            <a:r>
              <a:rPr sz="2800" spc="-5" dirty="0">
                <a:latin typeface="微软雅黑" panose="020B0503020204020204" pitchFamily="34" charset="-122"/>
                <a:ea typeface="微软雅黑" panose="020B0503020204020204" pitchFamily="34" charset="-122"/>
                <a:cs typeface="华文新魏" panose="02010800040101010101" charset="-122"/>
              </a:rPr>
              <a:t>(</a:t>
            </a:r>
            <a:r>
              <a:rPr sz="2800" b="1" spc="-5" dirty="0">
                <a:latin typeface="微软雅黑" panose="020B0503020204020204" pitchFamily="34" charset="-122"/>
                <a:ea typeface="微软雅黑" panose="020B0503020204020204" pitchFamily="34" charset="-122"/>
                <a:cs typeface="华文新魏" panose="02010800040101010101" charset="-122"/>
              </a:rPr>
              <a:t>D</a:t>
            </a:r>
            <a:r>
              <a:rPr sz="2800" spc="-5" dirty="0">
                <a:latin typeface="微软雅黑" panose="020B0503020204020204" pitchFamily="34" charset="-122"/>
                <a:ea typeface="微软雅黑" panose="020B0503020204020204" pitchFamily="34" charset="-122"/>
                <a:cs typeface="华文新魏" panose="02010800040101010101" charset="-122"/>
              </a:rPr>
              <a:t>elete)</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txBox="1"/>
          <p:nvPr/>
        </p:nvSpPr>
        <p:spPr>
          <a:xfrm>
            <a:off x="10539095" y="5602046"/>
            <a:ext cx="605367" cy="695960"/>
          </a:xfrm>
          <a:prstGeom prst="rect">
            <a:avLst/>
          </a:prstGeom>
        </p:spPr>
        <p:txBody>
          <a:bodyPr vert="horz" wrap="square" lIns="0" tIns="12700" rIns="0" bIns="0" rtlCol="0">
            <a:spAutoFit/>
          </a:bodyPr>
          <a:lstStyle/>
          <a:p>
            <a:pPr marL="12700">
              <a:lnSpc>
                <a:spcPct val="100000"/>
              </a:lnSpc>
              <a:spcBef>
                <a:spcPts val="100"/>
              </a:spcBef>
            </a:pPr>
            <a:r>
              <a:rPr sz="4400" spc="-1730" dirty="0">
                <a:solidFill>
                  <a:srgbClr val="33CCFF"/>
                </a:solidFill>
                <a:latin typeface="Wingdings" panose="05000000000000000000"/>
                <a:cs typeface="Wingdings" panose="05000000000000000000"/>
              </a:rPr>
              <a:t></a:t>
            </a:r>
            <a:endParaRPr sz="4400" dirty="0">
              <a:latin typeface="Wingdings" panose="05000000000000000000"/>
              <a:cs typeface="Wingdings" panose="05000000000000000000"/>
            </a:endParaRPr>
          </a:p>
        </p:txBody>
      </p:sp>
      <p:sp>
        <p:nvSpPr>
          <p:cNvPr id="7" name="标题 6"/>
          <p:cNvSpPr>
            <a:spLocks noGrp="1"/>
          </p:cNvSpPr>
          <p:nvPr>
            <p:ph type="title"/>
          </p:nvPr>
        </p:nvSpPr>
        <p:spPr/>
        <p:txBody>
          <a:bodyPr/>
          <a:lstStyle/>
          <a:p>
            <a:r>
              <a:rPr lang="zh-CN" altLang="en-US" spc="-5" dirty="0"/>
              <a:t>用例建模过程中的检查项</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3276"/>
    </mc:Choice>
    <mc:Fallback xmlns="">
      <p:transition spd="slow" advTm="83276"/>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构建用例模型的步骤</a:t>
            </a:r>
          </a:p>
        </p:txBody>
      </p:sp>
      <p:sp>
        <p:nvSpPr>
          <p:cNvPr id="3" name="内容占位符 2"/>
          <p:cNvSpPr>
            <a:spLocks noGrp="1"/>
          </p:cNvSpPr>
          <p:nvPr>
            <p:ph idx="1"/>
          </p:nvPr>
        </p:nvSpPr>
        <p:spPr/>
        <p:txBody>
          <a:bodyPr/>
          <a:lstStyle/>
          <a:p>
            <a:pPr marR="1160780">
              <a:lnSpc>
                <a:spcPct val="100000"/>
              </a:lnSpc>
              <a:spcBef>
                <a:spcPts val="2600"/>
              </a:spcBef>
              <a:buClr>
                <a:srgbClr val="000000"/>
              </a:buClr>
              <a:buFont typeface="Arial" panose="020B0604020202020204"/>
              <a:buChar char="•"/>
              <a:tabLst>
                <a:tab pos="228600" algn="l"/>
              </a:tabLst>
            </a:pPr>
            <a:r>
              <a:rPr lang="zh-CN" altLang="en-US" dirty="0">
                <a:solidFill>
                  <a:srgbClr val="A6A6A6"/>
                </a:solidFill>
                <a:latin typeface="华文新魏" panose="02010800040101010101" charset="-122"/>
                <a:cs typeface="华文新魏" panose="02010800040101010101" charset="-122"/>
              </a:rPr>
              <a:t>第一步</a:t>
            </a:r>
            <a:r>
              <a:rPr lang="zh-CN" altLang="en-US" dirty="0">
                <a:solidFill>
                  <a:srgbClr val="B5B5B5"/>
                </a:solidFill>
                <a:latin typeface="华文新魏" panose="02010800040101010101" charset="-122"/>
                <a:cs typeface="华文新魏" panose="02010800040101010101" charset="-122"/>
              </a:rPr>
              <a:t>：</a:t>
            </a:r>
            <a:r>
              <a:rPr lang="zh-CN" altLang="en-US" dirty="0">
                <a:solidFill>
                  <a:srgbClr val="A6A6A6"/>
                </a:solidFill>
                <a:latin typeface="华文新魏" panose="02010800040101010101" charset="-122"/>
                <a:cs typeface="华文新魏" panose="02010800040101010101" charset="-122"/>
              </a:rPr>
              <a:t>找到所有的参与者和用例</a:t>
            </a:r>
            <a:endParaRPr lang="zh-CN" altLang="en-US" dirty="0">
              <a:latin typeface="华文新魏" panose="02010800040101010101" charset="-122"/>
              <a:cs typeface="华文新魏" panose="02010800040101010101" charset="-122"/>
            </a:endParaRPr>
          </a:p>
          <a:p>
            <a:pPr marL="342265" marR="1071880" lvl="1" indent="-342265">
              <a:lnSpc>
                <a:spcPct val="100000"/>
              </a:lnSpc>
              <a:spcBef>
                <a:spcPts val="440"/>
              </a:spcBef>
              <a:buClr>
                <a:srgbClr val="000000"/>
              </a:buClr>
              <a:buFont typeface="Arial" panose="020B0604020202020204"/>
              <a:buChar char="•"/>
              <a:tabLst>
                <a:tab pos="342265" algn="l"/>
                <a:tab pos="342900" algn="l"/>
              </a:tabLst>
            </a:pPr>
            <a:r>
              <a:rPr lang="zh-CN" altLang="en-US" sz="2800" dirty="0">
                <a:solidFill>
                  <a:srgbClr val="A6A6A6"/>
                </a:solidFill>
                <a:latin typeface="华文新魏" panose="02010800040101010101" charset="-122"/>
                <a:cs typeface="华文新魏" panose="02010800040101010101" charset="-122"/>
              </a:rPr>
              <a:t>识别出参与者并做简单的描述</a:t>
            </a:r>
            <a:endParaRPr lang="zh-CN" altLang="en-US" sz="2800" dirty="0">
              <a:latin typeface="华文新魏" panose="02010800040101010101" charset="-122"/>
              <a:cs typeface="华文新魏" panose="02010800040101010101" charset="-122"/>
            </a:endParaRPr>
          </a:p>
          <a:p>
            <a:pPr marL="1041400" lvl="1" indent="-342900">
              <a:lnSpc>
                <a:spcPct val="100000"/>
              </a:lnSpc>
              <a:spcBef>
                <a:spcPts val="640"/>
              </a:spcBef>
              <a:buClr>
                <a:srgbClr val="000000"/>
              </a:buClr>
              <a:buFont typeface="Arial" panose="020B0604020202020204"/>
              <a:buChar char="•"/>
              <a:tabLst>
                <a:tab pos="1040765" algn="l"/>
                <a:tab pos="1041400" algn="l"/>
              </a:tabLst>
            </a:pPr>
            <a:r>
              <a:rPr lang="zh-CN" altLang="en-US" sz="2800" dirty="0">
                <a:solidFill>
                  <a:srgbClr val="A6A6A6"/>
                </a:solidFill>
                <a:latin typeface="华文新魏" panose="02010800040101010101" charset="-122"/>
                <a:cs typeface="华文新魏" panose="02010800040101010101" charset="-122"/>
              </a:rPr>
              <a:t>识别出用例并做简单的介绍</a:t>
            </a:r>
            <a:endParaRPr lang="zh-CN" altLang="en-US" sz="2800" dirty="0">
              <a:latin typeface="华文新魏" panose="02010800040101010101" charset="-122"/>
              <a:cs typeface="华文新魏" panose="02010800040101010101" charset="-122"/>
            </a:endParaRPr>
          </a:p>
          <a:p>
            <a:pPr marL="241300">
              <a:lnSpc>
                <a:spcPct val="100000"/>
              </a:lnSpc>
              <a:spcBef>
                <a:spcPts val="345"/>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第二步：编写用例</a:t>
            </a:r>
          </a:p>
          <a:p>
            <a:pPr marL="1041400" lvl="1" indent="-342900">
              <a:lnSpc>
                <a:spcPct val="100000"/>
              </a:lnSpc>
              <a:spcBef>
                <a:spcPts val="535"/>
              </a:spcBef>
              <a:buFont typeface="Arial" panose="020B0604020202020204"/>
              <a:buChar char="•"/>
              <a:tabLst>
                <a:tab pos="1040765" algn="l"/>
                <a:tab pos="1041400" algn="l"/>
              </a:tabLst>
            </a:pPr>
            <a:r>
              <a:rPr lang="zh-CN" altLang="en-US" sz="2800" dirty="0">
                <a:latin typeface="华文新魏" panose="02010800040101010101" charset="-122"/>
                <a:cs typeface="华文新魏" panose="02010800040101010101" charset="-122"/>
              </a:rPr>
              <a:t>找出用例</a:t>
            </a:r>
          </a:p>
          <a:p>
            <a:pPr marL="1041400" lvl="1" indent="-342900">
              <a:lnSpc>
                <a:spcPct val="100000"/>
              </a:lnSpc>
              <a:spcBef>
                <a:spcPts val="540"/>
              </a:spcBef>
              <a:buFont typeface="Arial" panose="020B0604020202020204"/>
              <a:buChar char="•"/>
              <a:tabLst>
                <a:tab pos="1040765" algn="l"/>
                <a:tab pos="1041400" algn="l"/>
              </a:tabLst>
            </a:pPr>
            <a:r>
              <a:rPr lang="zh-CN" altLang="en-US" sz="2800" dirty="0">
                <a:latin typeface="华文新魏" panose="02010800040101010101" charset="-122"/>
                <a:cs typeface="华文新魏" panose="02010800040101010101" charset="-122"/>
              </a:rPr>
              <a:t>给用例事件流程划分重要等级</a:t>
            </a:r>
          </a:p>
          <a:p>
            <a:pPr marL="1041400" lvl="1" indent="-342900">
              <a:lnSpc>
                <a:spcPct val="100000"/>
              </a:lnSpc>
              <a:spcBef>
                <a:spcPts val="640"/>
              </a:spcBef>
              <a:buFont typeface="Arial" panose="020B0604020202020204"/>
              <a:buChar char="•"/>
              <a:tabLst>
                <a:tab pos="1040765" algn="l"/>
                <a:tab pos="1041400" algn="l"/>
              </a:tabLst>
            </a:pPr>
            <a:r>
              <a:rPr lang="zh-CN" altLang="en-US" sz="2800" dirty="0">
                <a:latin typeface="华文新魏" panose="02010800040101010101" charset="-122"/>
                <a:cs typeface="华文新魏" panose="02010800040101010101" charset="-122"/>
              </a:rPr>
              <a:t>按照重要程度排序</a:t>
            </a:r>
            <a:endParaRPr lang="en-US" altLang="zh-CN" sz="2800" dirty="0">
              <a:latin typeface="华文新魏" panose="02010800040101010101" charset="-122"/>
              <a:cs typeface="华文新魏" panose="02010800040101010101" charset="-122"/>
            </a:endParaRPr>
          </a:p>
          <a:p>
            <a:pPr marL="1041400" lvl="1" indent="-342900">
              <a:lnSpc>
                <a:spcPct val="100000"/>
              </a:lnSpc>
              <a:spcBef>
                <a:spcPts val="640"/>
              </a:spcBef>
              <a:buFont typeface="Arial" panose="020B0604020202020204"/>
              <a:buChar char="•"/>
              <a:tabLst>
                <a:tab pos="1040765" algn="l"/>
                <a:tab pos="1041400" algn="l"/>
              </a:tabLst>
            </a:pPr>
            <a:r>
              <a:rPr lang="zh-CN" altLang="en-US" sz="2800" dirty="0">
                <a:latin typeface="华文新魏" panose="02010800040101010101" charset="-122"/>
                <a:cs typeface="华文新魏" panose="02010800040101010101" charset="-122"/>
              </a:rPr>
              <a:t>详细描述事件流程</a:t>
            </a:r>
          </a:p>
          <a:p>
            <a:endParaRPr lang="zh-CN" altLang="en-US" dirty="0"/>
          </a:p>
        </p:txBody>
      </p:sp>
      <p:sp>
        <p:nvSpPr>
          <p:cNvPr id="5" name="object 2"/>
          <p:cNvSpPr/>
          <p:nvPr/>
        </p:nvSpPr>
        <p:spPr>
          <a:xfrm>
            <a:off x="7811724" y="2240302"/>
            <a:ext cx="3093821" cy="2898744"/>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42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9863"/>
    </mc:Choice>
    <mc:Fallback xmlns="">
      <p:transition spd="slow" advTm="19863"/>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000" y="109897"/>
            <a:ext cx="10515600" cy="1325563"/>
          </a:xfrm>
        </p:spPr>
        <p:txBody>
          <a:bodyPr/>
          <a:lstStyle/>
          <a:p>
            <a:r>
              <a:rPr lang="zh-CN" altLang="en-US" spc="-5" dirty="0"/>
              <a:t>用例建模的过程：</a:t>
            </a:r>
            <a:r>
              <a:rPr lang="zh-CN" altLang="en-US" spc="-30" dirty="0"/>
              <a:t> </a:t>
            </a:r>
            <a:r>
              <a:rPr lang="zh-CN" altLang="en-US" spc="-5" dirty="0">
                <a:solidFill>
                  <a:srgbClr val="663366"/>
                </a:solidFill>
              </a:rPr>
              <a:t>用例图  </a:t>
            </a:r>
            <a:r>
              <a:rPr lang="zh-CN" altLang="en-US" spc="-5" dirty="0">
                <a:solidFill>
                  <a:srgbClr val="ED7D31"/>
                </a:solidFill>
              </a:rPr>
              <a:t>用例提纲</a:t>
            </a:r>
            <a:r>
              <a:rPr lang="zh-CN" altLang="en-US" sz="2000" spc="160" dirty="0">
                <a:solidFill>
                  <a:srgbClr val="99FF99"/>
                </a:solidFill>
                <a:latin typeface="Times New Roman" panose="02020603050405020304"/>
                <a:cs typeface="Times New Roman" panose="02020603050405020304"/>
              </a:rPr>
              <a:t>    </a:t>
            </a:r>
            <a:r>
              <a:rPr lang="zh-CN" altLang="en-US" spc="-5" dirty="0">
                <a:solidFill>
                  <a:srgbClr val="00B050"/>
                </a:solidFill>
              </a:rPr>
              <a:t>用例详细规约</a:t>
            </a:r>
            <a:endParaRPr lang="zh-CN" altLang="en-US" dirty="0"/>
          </a:p>
        </p:txBody>
      </p:sp>
      <p:sp>
        <p:nvSpPr>
          <p:cNvPr id="5" name="object 4"/>
          <p:cNvSpPr/>
          <p:nvPr/>
        </p:nvSpPr>
        <p:spPr>
          <a:xfrm>
            <a:off x="8131036" y="3644540"/>
            <a:ext cx="1069975" cy="787400"/>
          </a:xfrm>
          <a:custGeom>
            <a:avLst/>
            <a:gdLst/>
            <a:ahLst/>
            <a:cxnLst/>
            <a:rect l="l" t="t" r="r" b="b"/>
            <a:pathLst>
              <a:path w="1069975" h="787400">
                <a:moveTo>
                  <a:pt x="131766" y="0"/>
                </a:moveTo>
                <a:lnTo>
                  <a:pt x="0" y="728662"/>
                </a:lnTo>
                <a:lnTo>
                  <a:pt x="927531" y="787400"/>
                </a:lnTo>
                <a:lnTo>
                  <a:pt x="1069633" y="57150"/>
                </a:lnTo>
                <a:lnTo>
                  <a:pt x="131766" y="0"/>
                </a:lnTo>
                <a:close/>
              </a:path>
            </a:pathLst>
          </a:custGeom>
          <a:solidFill>
            <a:srgbClr val="D6D6D6"/>
          </a:solidFill>
        </p:spPr>
        <p:txBody>
          <a:bodyPr wrap="square" lIns="0" tIns="0" rIns="0" bIns="0" rtlCol="0"/>
          <a:lstStyle/>
          <a:p>
            <a:endParaRPr/>
          </a:p>
        </p:txBody>
      </p:sp>
      <p:sp>
        <p:nvSpPr>
          <p:cNvPr id="6" name="object 5"/>
          <p:cNvSpPr/>
          <p:nvPr/>
        </p:nvSpPr>
        <p:spPr>
          <a:xfrm>
            <a:off x="8131036" y="3644540"/>
            <a:ext cx="1069975" cy="787400"/>
          </a:xfrm>
          <a:custGeom>
            <a:avLst/>
            <a:gdLst/>
            <a:ahLst/>
            <a:cxnLst/>
            <a:rect l="l" t="t" r="r" b="b"/>
            <a:pathLst>
              <a:path w="1069975" h="787400">
                <a:moveTo>
                  <a:pt x="131766" y="0"/>
                </a:moveTo>
                <a:lnTo>
                  <a:pt x="1069633" y="57149"/>
                </a:lnTo>
                <a:lnTo>
                  <a:pt x="927532" y="787399"/>
                </a:lnTo>
                <a:lnTo>
                  <a:pt x="0" y="728662"/>
                </a:lnTo>
                <a:lnTo>
                  <a:pt x="131766" y="0"/>
                </a:lnTo>
              </a:path>
            </a:pathLst>
          </a:custGeom>
          <a:ln w="4156">
            <a:solidFill>
              <a:srgbClr val="D6D6D6"/>
            </a:solidFill>
          </a:ln>
        </p:spPr>
        <p:txBody>
          <a:bodyPr wrap="square" lIns="0" tIns="0" rIns="0" bIns="0" rtlCol="0"/>
          <a:lstStyle/>
          <a:p>
            <a:endParaRPr/>
          </a:p>
        </p:txBody>
      </p:sp>
      <p:sp>
        <p:nvSpPr>
          <p:cNvPr id="7" name="object 6"/>
          <p:cNvSpPr/>
          <p:nvPr/>
        </p:nvSpPr>
        <p:spPr>
          <a:xfrm>
            <a:off x="8169789" y="3655653"/>
            <a:ext cx="1010285" cy="758825"/>
          </a:xfrm>
          <a:custGeom>
            <a:avLst/>
            <a:gdLst/>
            <a:ahLst/>
            <a:cxnLst/>
            <a:rect l="l" t="t" r="r" b="b"/>
            <a:pathLst>
              <a:path w="1010284" h="758825">
                <a:moveTo>
                  <a:pt x="72343" y="0"/>
                </a:moveTo>
                <a:lnTo>
                  <a:pt x="0" y="730250"/>
                </a:lnTo>
                <a:lnTo>
                  <a:pt x="940450" y="758825"/>
                </a:lnTo>
                <a:lnTo>
                  <a:pt x="1010208" y="28575"/>
                </a:lnTo>
                <a:lnTo>
                  <a:pt x="72343" y="0"/>
                </a:lnTo>
                <a:close/>
              </a:path>
            </a:pathLst>
          </a:custGeom>
          <a:solidFill>
            <a:srgbClr val="D6D6D6"/>
          </a:solidFill>
        </p:spPr>
        <p:txBody>
          <a:bodyPr wrap="square" lIns="0" tIns="0" rIns="0" bIns="0" rtlCol="0"/>
          <a:lstStyle/>
          <a:p>
            <a:endParaRPr/>
          </a:p>
        </p:txBody>
      </p:sp>
      <p:sp>
        <p:nvSpPr>
          <p:cNvPr id="8" name="object 7"/>
          <p:cNvSpPr/>
          <p:nvPr/>
        </p:nvSpPr>
        <p:spPr>
          <a:xfrm>
            <a:off x="8169789" y="3655653"/>
            <a:ext cx="1010285" cy="758825"/>
          </a:xfrm>
          <a:custGeom>
            <a:avLst/>
            <a:gdLst/>
            <a:ahLst/>
            <a:cxnLst/>
            <a:rect l="l" t="t" r="r" b="b"/>
            <a:pathLst>
              <a:path w="1010284" h="758825">
                <a:moveTo>
                  <a:pt x="72342" y="0"/>
                </a:moveTo>
                <a:lnTo>
                  <a:pt x="1010208" y="28574"/>
                </a:lnTo>
                <a:lnTo>
                  <a:pt x="940450" y="758824"/>
                </a:lnTo>
                <a:lnTo>
                  <a:pt x="0" y="730249"/>
                </a:lnTo>
                <a:lnTo>
                  <a:pt x="72342" y="0"/>
                </a:lnTo>
              </a:path>
            </a:pathLst>
          </a:custGeom>
          <a:ln w="4156">
            <a:solidFill>
              <a:srgbClr val="D6D6D6"/>
            </a:solidFill>
          </a:ln>
        </p:spPr>
        <p:txBody>
          <a:bodyPr wrap="square" lIns="0" tIns="0" rIns="0" bIns="0" rtlCol="0"/>
          <a:lstStyle/>
          <a:p>
            <a:endParaRPr/>
          </a:p>
        </p:txBody>
      </p:sp>
      <p:sp>
        <p:nvSpPr>
          <p:cNvPr id="9" name="object 8"/>
          <p:cNvSpPr/>
          <p:nvPr/>
        </p:nvSpPr>
        <p:spPr>
          <a:xfrm>
            <a:off x="8221464" y="3662003"/>
            <a:ext cx="937894" cy="728980"/>
          </a:xfrm>
          <a:custGeom>
            <a:avLst/>
            <a:gdLst/>
            <a:ahLst/>
            <a:cxnLst/>
            <a:rect l="l" t="t" r="r" b="b"/>
            <a:pathLst>
              <a:path w="937895" h="728979">
                <a:moveTo>
                  <a:pt x="0" y="0"/>
                </a:moveTo>
                <a:lnTo>
                  <a:pt x="937867" y="0"/>
                </a:lnTo>
                <a:lnTo>
                  <a:pt x="937867" y="728662"/>
                </a:lnTo>
                <a:lnTo>
                  <a:pt x="0" y="728662"/>
                </a:lnTo>
                <a:lnTo>
                  <a:pt x="0" y="0"/>
                </a:lnTo>
                <a:close/>
              </a:path>
            </a:pathLst>
          </a:custGeom>
          <a:solidFill>
            <a:srgbClr val="D6D6D6"/>
          </a:solidFill>
        </p:spPr>
        <p:txBody>
          <a:bodyPr wrap="square" lIns="0" tIns="0" rIns="0" bIns="0" rtlCol="0"/>
          <a:lstStyle/>
          <a:p>
            <a:endParaRPr/>
          </a:p>
        </p:txBody>
      </p:sp>
      <p:sp>
        <p:nvSpPr>
          <p:cNvPr id="10" name="object 9"/>
          <p:cNvSpPr/>
          <p:nvPr/>
        </p:nvSpPr>
        <p:spPr>
          <a:xfrm>
            <a:off x="8221464" y="3662003"/>
            <a:ext cx="937894" cy="728980"/>
          </a:xfrm>
          <a:custGeom>
            <a:avLst/>
            <a:gdLst/>
            <a:ahLst/>
            <a:cxnLst/>
            <a:rect l="l" t="t" r="r" b="b"/>
            <a:pathLst>
              <a:path w="937895" h="728979">
                <a:moveTo>
                  <a:pt x="0" y="0"/>
                </a:moveTo>
                <a:lnTo>
                  <a:pt x="937866" y="0"/>
                </a:lnTo>
                <a:lnTo>
                  <a:pt x="937866" y="728662"/>
                </a:lnTo>
                <a:lnTo>
                  <a:pt x="0" y="728662"/>
                </a:lnTo>
                <a:lnTo>
                  <a:pt x="0" y="0"/>
                </a:lnTo>
                <a:close/>
              </a:path>
            </a:pathLst>
          </a:custGeom>
          <a:ln w="4156">
            <a:solidFill>
              <a:srgbClr val="D6D6D6"/>
            </a:solidFill>
          </a:ln>
        </p:spPr>
        <p:txBody>
          <a:bodyPr wrap="square" lIns="0" tIns="0" rIns="0" bIns="0" rtlCol="0"/>
          <a:lstStyle/>
          <a:p>
            <a:endParaRPr/>
          </a:p>
        </p:txBody>
      </p:sp>
      <p:sp>
        <p:nvSpPr>
          <p:cNvPr id="11" name="object 10"/>
          <p:cNvSpPr/>
          <p:nvPr/>
        </p:nvSpPr>
        <p:spPr>
          <a:xfrm>
            <a:off x="8371821" y="3631350"/>
            <a:ext cx="66164" cy="107344"/>
          </a:xfrm>
          <a:prstGeom prst="rect">
            <a:avLst/>
          </a:prstGeom>
          <a:blipFill>
            <a:blip r:embed="rId4" cstate="print"/>
            <a:stretch>
              <a:fillRect/>
            </a:stretch>
          </a:blipFill>
        </p:spPr>
        <p:txBody>
          <a:bodyPr wrap="square" lIns="0" tIns="0" rIns="0" bIns="0" rtlCol="0"/>
          <a:lstStyle/>
          <a:p>
            <a:endParaRPr/>
          </a:p>
        </p:txBody>
      </p:sp>
      <p:sp>
        <p:nvSpPr>
          <p:cNvPr id="12" name="object 11"/>
          <p:cNvSpPr/>
          <p:nvPr/>
        </p:nvSpPr>
        <p:spPr>
          <a:xfrm>
            <a:off x="8089697" y="3620728"/>
            <a:ext cx="1069975" cy="781050"/>
          </a:xfrm>
          <a:custGeom>
            <a:avLst/>
            <a:gdLst/>
            <a:ahLst/>
            <a:cxnLst/>
            <a:rect l="l" t="t" r="r" b="b"/>
            <a:pathLst>
              <a:path w="1069975" h="781050">
                <a:moveTo>
                  <a:pt x="142101" y="0"/>
                </a:moveTo>
                <a:lnTo>
                  <a:pt x="0" y="723900"/>
                </a:lnTo>
                <a:lnTo>
                  <a:pt x="937868" y="781050"/>
                </a:lnTo>
                <a:lnTo>
                  <a:pt x="1069634" y="52387"/>
                </a:lnTo>
                <a:lnTo>
                  <a:pt x="142101" y="0"/>
                </a:lnTo>
                <a:close/>
              </a:path>
            </a:pathLst>
          </a:custGeom>
          <a:solidFill>
            <a:srgbClr val="A9A9A9"/>
          </a:solidFill>
        </p:spPr>
        <p:txBody>
          <a:bodyPr wrap="square" lIns="0" tIns="0" rIns="0" bIns="0" rtlCol="0"/>
          <a:lstStyle/>
          <a:p>
            <a:endParaRPr/>
          </a:p>
        </p:txBody>
      </p:sp>
      <p:sp>
        <p:nvSpPr>
          <p:cNvPr id="13" name="object 12"/>
          <p:cNvSpPr/>
          <p:nvPr/>
        </p:nvSpPr>
        <p:spPr>
          <a:xfrm>
            <a:off x="8089697" y="3620728"/>
            <a:ext cx="1069975" cy="781050"/>
          </a:xfrm>
          <a:custGeom>
            <a:avLst/>
            <a:gdLst/>
            <a:ahLst/>
            <a:cxnLst/>
            <a:rect l="l" t="t" r="r" b="b"/>
            <a:pathLst>
              <a:path w="1069975" h="781050">
                <a:moveTo>
                  <a:pt x="142101" y="0"/>
                </a:moveTo>
                <a:lnTo>
                  <a:pt x="1069634" y="52387"/>
                </a:lnTo>
                <a:lnTo>
                  <a:pt x="937867" y="781049"/>
                </a:lnTo>
                <a:lnTo>
                  <a:pt x="0" y="723899"/>
                </a:lnTo>
                <a:lnTo>
                  <a:pt x="142101" y="0"/>
                </a:lnTo>
              </a:path>
            </a:pathLst>
          </a:custGeom>
          <a:ln w="4156">
            <a:solidFill>
              <a:srgbClr val="000000"/>
            </a:solidFill>
          </a:ln>
        </p:spPr>
        <p:txBody>
          <a:bodyPr wrap="square" lIns="0" tIns="0" rIns="0" bIns="0" rtlCol="0"/>
          <a:lstStyle/>
          <a:p>
            <a:endParaRPr/>
          </a:p>
        </p:txBody>
      </p:sp>
      <p:sp>
        <p:nvSpPr>
          <p:cNvPr id="14" name="object 13"/>
          <p:cNvSpPr/>
          <p:nvPr/>
        </p:nvSpPr>
        <p:spPr>
          <a:xfrm>
            <a:off x="8141369" y="3627078"/>
            <a:ext cx="1007744" cy="758825"/>
          </a:xfrm>
          <a:custGeom>
            <a:avLst/>
            <a:gdLst/>
            <a:ahLst/>
            <a:cxnLst/>
            <a:rect l="l" t="t" r="r" b="b"/>
            <a:pathLst>
              <a:path w="1007745" h="758825">
                <a:moveTo>
                  <a:pt x="69758" y="0"/>
                </a:moveTo>
                <a:lnTo>
                  <a:pt x="0" y="728662"/>
                </a:lnTo>
                <a:lnTo>
                  <a:pt x="937867" y="758825"/>
                </a:lnTo>
                <a:lnTo>
                  <a:pt x="1007626" y="28575"/>
                </a:lnTo>
                <a:lnTo>
                  <a:pt x="69758" y="0"/>
                </a:lnTo>
                <a:close/>
              </a:path>
            </a:pathLst>
          </a:custGeom>
          <a:solidFill>
            <a:srgbClr val="D6D6D6"/>
          </a:solidFill>
        </p:spPr>
        <p:txBody>
          <a:bodyPr wrap="square" lIns="0" tIns="0" rIns="0" bIns="0" rtlCol="0"/>
          <a:lstStyle/>
          <a:p>
            <a:endParaRPr/>
          </a:p>
        </p:txBody>
      </p:sp>
      <p:sp>
        <p:nvSpPr>
          <p:cNvPr id="15" name="object 14"/>
          <p:cNvSpPr/>
          <p:nvPr/>
        </p:nvSpPr>
        <p:spPr>
          <a:xfrm>
            <a:off x="8180125" y="3633428"/>
            <a:ext cx="951230" cy="728980"/>
          </a:xfrm>
          <a:custGeom>
            <a:avLst/>
            <a:gdLst/>
            <a:ahLst/>
            <a:cxnLst/>
            <a:rect l="l" t="t" r="r" b="b"/>
            <a:pathLst>
              <a:path w="951229" h="728979">
                <a:moveTo>
                  <a:pt x="0" y="0"/>
                </a:moveTo>
                <a:lnTo>
                  <a:pt x="950784" y="0"/>
                </a:lnTo>
                <a:lnTo>
                  <a:pt x="950784" y="728662"/>
                </a:lnTo>
                <a:lnTo>
                  <a:pt x="0" y="728662"/>
                </a:lnTo>
                <a:lnTo>
                  <a:pt x="0" y="0"/>
                </a:lnTo>
                <a:close/>
              </a:path>
            </a:pathLst>
          </a:custGeom>
          <a:solidFill>
            <a:srgbClr val="E4E4E4"/>
          </a:solidFill>
        </p:spPr>
        <p:txBody>
          <a:bodyPr wrap="square" lIns="0" tIns="0" rIns="0" bIns="0" rtlCol="0"/>
          <a:lstStyle/>
          <a:p>
            <a:endParaRPr/>
          </a:p>
        </p:txBody>
      </p:sp>
      <p:sp>
        <p:nvSpPr>
          <p:cNvPr id="16" name="object 15"/>
          <p:cNvSpPr/>
          <p:nvPr/>
        </p:nvSpPr>
        <p:spPr>
          <a:xfrm>
            <a:off x="8180125" y="3633428"/>
            <a:ext cx="951230" cy="728980"/>
          </a:xfrm>
          <a:custGeom>
            <a:avLst/>
            <a:gdLst/>
            <a:ahLst/>
            <a:cxnLst/>
            <a:rect l="l" t="t" r="r" b="b"/>
            <a:pathLst>
              <a:path w="951229" h="728979">
                <a:moveTo>
                  <a:pt x="0" y="0"/>
                </a:moveTo>
                <a:lnTo>
                  <a:pt x="950784" y="0"/>
                </a:lnTo>
                <a:lnTo>
                  <a:pt x="950784" y="728662"/>
                </a:lnTo>
                <a:lnTo>
                  <a:pt x="0" y="728662"/>
                </a:lnTo>
                <a:lnTo>
                  <a:pt x="0" y="0"/>
                </a:lnTo>
                <a:close/>
              </a:path>
            </a:pathLst>
          </a:custGeom>
          <a:ln w="4156">
            <a:solidFill>
              <a:srgbClr val="000000"/>
            </a:solidFill>
          </a:ln>
        </p:spPr>
        <p:txBody>
          <a:bodyPr wrap="square" lIns="0" tIns="0" rIns="0" bIns="0" rtlCol="0"/>
          <a:lstStyle/>
          <a:p>
            <a:endParaRPr/>
          </a:p>
        </p:txBody>
      </p:sp>
      <p:sp>
        <p:nvSpPr>
          <p:cNvPr id="17" name="object 16"/>
          <p:cNvSpPr/>
          <p:nvPr/>
        </p:nvSpPr>
        <p:spPr>
          <a:xfrm>
            <a:off x="8343401" y="3601186"/>
            <a:ext cx="63580" cy="108931"/>
          </a:xfrm>
          <a:prstGeom prst="rect">
            <a:avLst/>
          </a:prstGeom>
          <a:blipFill>
            <a:blip r:embed="rId5" cstate="print"/>
            <a:stretch>
              <a:fillRect/>
            </a:stretch>
          </a:blipFill>
        </p:spPr>
        <p:txBody>
          <a:bodyPr wrap="square" lIns="0" tIns="0" rIns="0" bIns="0" rtlCol="0"/>
          <a:lstStyle/>
          <a:p>
            <a:endParaRPr/>
          </a:p>
        </p:txBody>
      </p:sp>
      <p:sp>
        <p:nvSpPr>
          <p:cNvPr id="18" name="object 17"/>
          <p:cNvSpPr/>
          <p:nvPr/>
        </p:nvSpPr>
        <p:spPr>
          <a:xfrm>
            <a:off x="8314476" y="3747728"/>
            <a:ext cx="671830" cy="1905"/>
          </a:xfrm>
          <a:custGeom>
            <a:avLst/>
            <a:gdLst/>
            <a:ahLst/>
            <a:cxnLst/>
            <a:rect l="l" t="t" r="r" b="b"/>
            <a:pathLst>
              <a:path w="671829" h="1904">
                <a:moveTo>
                  <a:pt x="0" y="0"/>
                </a:moveTo>
                <a:lnTo>
                  <a:pt x="671751" y="1587"/>
                </a:lnTo>
              </a:path>
            </a:pathLst>
          </a:custGeom>
          <a:ln w="4156">
            <a:solidFill>
              <a:srgbClr val="000000"/>
            </a:solidFill>
          </a:ln>
        </p:spPr>
        <p:txBody>
          <a:bodyPr wrap="square" lIns="0" tIns="0" rIns="0" bIns="0" rtlCol="0"/>
          <a:lstStyle/>
          <a:p>
            <a:endParaRPr/>
          </a:p>
        </p:txBody>
      </p:sp>
      <p:sp>
        <p:nvSpPr>
          <p:cNvPr id="19" name="object 18"/>
          <p:cNvSpPr/>
          <p:nvPr/>
        </p:nvSpPr>
        <p:spPr>
          <a:xfrm>
            <a:off x="8314476" y="3769953"/>
            <a:ext cx="682625" cy="1905"/>
          </a:xfrm>
          <a:custGeom>
            <a:avLst/>
            <a:gdLst/>
            <a:ahLst/>
            <a:cxnLst/>
            <a:rect l="l" t="t" r="r" b="b"/>
            <a:pathLst>
              <a:path w="682625" h="1904">
                <a:moveTo>
                  <a:pt x="0" y="0"/>
                </a:moveTo>
                <a:lnTo>
                  <a:pt x="682084" y="1587"/>
                </a:lnTo>
              </a:path>
            </a:pathLst>
          </a:custGeom>
          <a:ln w="4156">
            <a:solidFill>
              <a:srgbClr val="000000"/>
            </a:solidFill>
          </a:ln>
        </p:spPr>
        <p:txBody>
          <a:bodyPr wrap="square" lIns="0" tIns="0" rIns="0" bIns="0" rtlCol="0"/>
          <a:lstStyle/>
          <a:p>
            <a:endParaRPr/>
          </a:p>
        </p:txBody>
      </p:sp>
      <p:sp>
        <p:nvSpPr>
          <p:cNvPr id="20" name="object 19"/>
          <p:cNvSpPr/>
          <p:nvPr/>
        </p:nvSpPr>
        <p:spPr>
          <a:xfrm>
            <a:off x="8314476" y="3800115"/>
            <a:ext cx="488315" cy="1905"/>
          </a:xfrm>
          <a:custGeom>
            <a:avLst/>
            <a:gdLst/>
            <a:ahLst/>
            <a:cxnLst/>
            <a:rect l="l" t="t" r="r" b="b"/>
            <a:pathLst>
              <a:path w="488315" h="1904">
                <a:moveTo>
                  <a:pt x="0" y="0"/>
                </a:moveTo>
                <a:lnTo>
                  <a:pt x="488311" y="1587"/>
                </a:lnTo>
              </a:path>
            </a:pathLst>
          </a:custGeom>
          <a:ln w="4156">
            <a:solidFill>
              <a:srgbClr val="000000"/>
            </a:solidFill>
          </a:ln>
        </p:spPr>
        <p:txBody>
          <a:bodyPr wrap="square" lIns="0" tIns="0" rIns="0" bIns="0" rtlCol="0"/>
          <a:lstStyle/>
          <a:p>
            <a:endParaRPr/>
          </a:p>
        </p:txBody>
      </p:sp>
      <p:sp>
        <p:nvSpPr>
          <p:cNvPr id="21" name="object 20"/>
          <p:cNvSpPr/>
          <p:nvPr/>
        </p:nvSpPr>
        <p:spPr>
          <a:xfrm>
            <a:off x="8314476" y="3850915"/>
            <a:ext cx="702945" cy="1905"/>
          </a:xfrm>
          <a:custGeom>
            <a:avLst/>
            <a:gdLst/>
            <a:ahLst/>
            <a:cxnLst/>
            <a:rect l="l" t="t" r="r" b="b"/>
            <a:pathLst>
              <a:path w="702945" h="1904">
                <a:moveTo>
                  <a:pt x="0" y="0"/>
                </a:moveTo>
                <a:lnTo>
                  <a:pt x="702753" y="1588"/>
                </a:lnTo>
              </a:path>
            </a:pathLst>
          </a:custGeom>
          <a:ln w="4156">
            <a:solidFill>
              <a:srgbClr val="000000"/>
            </a:solidFill>
          </a:ln>
        </p:spPr>
        <p:txBody>
          <a:bodyPr wrap="square" lIns="0" tIns="0" rIns="0" bIns="0" rtlCol="0"/>
          <a:lstStyle/>
          <a:p>
            <a:endParaRPr/>
          </a:p>
        </p:txBody>
      </p:sp>
      <p:sp>
        <p:nvSpPr>
          <p:cNvPr id="22" name="object 21"/>
          <p:cNvSpPr/>
          <p:nvPr/>
        </p:nvSpPr>
        <p:spPr>
          <a:xfrm>
            <a:off x="8314476" y="3879490"/>
            <a:ext cx="671830" cy="1905"/>
          </a:xfrm>
          <a:custGeom>
            <a:avLst/>
            <a:gdLst/>
            <a:ahLst/>
            <a:cxnLst/>
            <a:rect l="l" t="t" r="r" b="b"/>
            <a:pathLst>
              <a:path w="671829" h="1904">
                <a:moveTo>
                  <a:pt x="0" y="0"/>
                </a:moveTo>
                <a:lnTo>
                  <a:pt x="671751" y="1588"/>
                </a:lnTo>
              </a:path>
            </a:pathLst>
          </a:custGeom>
          <a:ln w="4156">
            <a:solidFill>
              <a:srgbClr val="000000"/>
            </a:solidFill>
          </a:ln>
        </p:spPr>
        <p:txBody>
          <a:bodyPr wrap="square" lIns="0" tIns="0" rIns="0" bIns="0" rtlCol="0"/>
          <a:lstStyle/>
          <a:p>
            <a:endParaRPr/>
          </a:p>
        </p:txBody>
      </p:sp>
      <p:sp>
        <p:nvSpPr>
          <p:cNvPr id="23" name="object 22"/>
          <p:cNvSpPr/>
          <p:nvPr/>
        </p:nvSpPr>
        <p:spPr>
          <a:xfrm>
            <a:off x="8314476" y="3908065"/>
            <a:ext cx="682625" cy="1905"/>
          </a:xfrm>
          <a:custGeom>
            <a:avLst/>
            <a:gdLst/>
            <a:ahLst/>
            <a:cxnLst/>
            <a:rect l="l" t="t" r="r" b="b"/>
            <a:pathLst>
              <a:path w="682625" h="1904">
                <a:moveTo>
                  <a:pt x="0" y="0"/>
                </a:moveTo>
                <a:lnTo>
                  <a:pt x="682084" y="1588"/>
                </a:lnTo>
              </a:path>
            </a:pathLst>
          </a:custGeom>
          <a:ln w="4156">
            <a:solidFill>
              <a:srgbClr val="000000"/>
            </a:solidFill>
          </a:ln>
        </p:spPr>
        <p:txBody>
          <a:bodyPr wrap="square" lIns="0" tIns="0" rIns="0" bIns="0" rtlCol="0"/>
          <a:lstStyle/>
          <a:p>
            <a:endParaRPr/>
          </a:p>
        </p:txBody>
      </p:sp>
      <p:sp>
        <p:nvSpPr>
          <p:cNvPr id="24" name="object 23"/>
          <p:cNvSpPr/>
          <p:nvPr/>
        </p:nvSpPr>
        <p:spPr>
          <a:xfrm>
            <a:off x="8314476" y="3931878"/>
            <a:ext cx="488315" cy="1905"/>
          </a:xfrm>
          <a:custGeom>
            <a:avLst/>
            <a:gdLst/>
            <a:ahLst/>
            <a:cxnLst/>
            <a:rect l="l" t="t" r="r" b="b"/>
            <a:pathLst>
              <a:path w="488315" h="1904">
                <a:moveTo>
                  <a:pt x="0" y="0"/>
                </a:moveTo>
                <a:lnTo>
                  <a:pt x="488311" y="1588"/>
                </a:lnTo>
              </a:path>
            </a:pathLst>
          </a:custGeom>
          <a:ln w="4156">
            <a:solidFill>
              <a:srgbClr val="000000"/>
            </a:solidFill>
          </a:ln>
        </p:spPr>
        <p:txBody>
          <a:bodyPr wrap="square" lIns="0" tIns="0" rIns="0" bIns="0" rtlCol="0"/>
          <a:lstStyle/>
          <a:p>
            <a:endParaRPr/>
          </a:p>
        </p:txBody>
      </p:sp>
      <p:sp>
        <p:nvSpPr>
          <p:cNvPr id="25" name="object 24"/>
          <p:cNvSpPr/>
          <p:nvPr/>
        </p:nvSpPr>
        <p:spPr>
          <a:xfrm>
            <a:off x="8314476" y="3989028"/>
            <a:ext cx="702945" cy="1905"/>
          </a:xfrm>
          <a:custGeom>
            <a:avLst/>
            <a:gdLst/>
            <a:ahLst/>
            <a:cxnLst/>
            <a:rect l="l" t="t" r="r" b="b"/>
            <a:pathLst>
              <a:path w="702945" h="1904">
                <a:moveTo>
                  <a:pt x="0" y="0"/>
                </a:moveTo>
                <a:lnTo>
                  <a:pt x="702753" y="1588"/>
                </a:lnTo>
              </a:path>
            </a:pathLst>
          </a:custGeom>
          <a:ln w="4156">
            <a:solidFill>
              <a:srgbClr val="000000"/>
            </a:solidFill>
          </a:ln>
        </p:spPr>
        <p:txBody>
          <a:bodyPr wrap="square" lIns="0" tIns="0" rIns="0" bIns="0" rtlCol="0"/>
          <a:lstStyle/>
          <a:p>
            <a:endParaRPr/>
          </a:p>
        </p:txBody>
      </p:sp>
      <p:sp>
        <p:nvSpPr>
          <p:cNvPr id="26" name="object 25"/>
          <p:cNvSpPr/>
          <p:nvPr/>
        </p:nvSpPr>
        <p:spPr>
          <a:xfrm>
            <a:off x="8314476" y="4011253"/>
            <a:ext cx="671830" cy="1905"/>
          </a:xfrm>
          <a:custGeom>
            <a:avLst/>
            <a:gdLst/>
            <a:ahLst/>
            <a:cxnLst/>
            <a:rect l="l" t="t" r="r" b="b"/>
            <a:pathLst>
              <a:path w="671829" h="1904">
                <a:moveTo>
                  <a:pt x="0" y="0"/>
                </a:moveTo>
                <a:lnTo>
                  <a:pt x="671751" y="1588"/>
                </a:lnTo>
              </a:path>
            </a:pathLst>
          </a:custGeom>
          <a:ln w="4156">
            <a:solidFill>
              <a:srgbClr val="000000"/>
            </a:solidFill>
          </a:ln>
        </p:spPr>
        <p:txBody>
          <a:bodyPr wrap="square" lIns="0" tIns="0" rIns="0" bIns="0" rtlCol="0"/>
          <a:lstStyle/>
          <a:p>
            <a:endParaRPr/>
          </a:p>
        </p:txBody>
      </p:sp>
      <p:sp>
        <p:nvSpPr>
          <p:cNvPr id="27" name="object 26"/>
          <p:cNvSpPr/>
          <p:nvPr/>
        </p:nvSpPr>
        <p:spPr>
          <a:xfrm>
            <a:off x="8314476" y="4039828"/>
            <a:ext cx="682625" cy="1905"/>
          </a:xfrm>
          <a:custGeom>
            <a:avLst/>
            <a:gdLst/>
            <a:ahLst/>
            <a:cxnLst/>
            <a:rect l="l" t="t" r="r" b="b"/>
            <a:pathLst>
              <a:path w="682625" h="1904">
                <a:moveTo>
                  <a:pt x="0" y="0"/>
                </a:moveTo>
                <a:lnTo>
                  <a:pt x="682084" y="1588"/>
                </a:lnTo>
              </a:path>
            </a:pathLst>
          </a:custGeom>
          <a:ln w="4156">
            <a:solidFill>
              <a:srgbClr val="000000"/>
            </a:solidFill>
          </a:ln>
        </p:spPr>
        <p:txBody>
          <a:bodyPr wrap="square" lIns="0" tIns="0" rIns="0" bIns="0" rtlCol="0"/>
          <a:lstStyle/>
          <a:p>
            <a:endParaRPr/>
          </a:p>
        </p:txBody>
      </p:sp>
      <p:sp>
        <p:nvSpPr>
          <p:cNvPr id="28" name="object 27"/>
          <p:cNvSpPr/>
          <p:nvPr/>
        </p:nvSpPr>
        <p:spPr>
          <a:xfrm>
            <a:off x="8314476" y="4063640"/>
            <a:ext cx="682625" cy="1905"/>
          </a:xfrm>
          <a:custGeom>
            <a:avLst/>
            <a:gdLst/>
            <a:ahLst/>
            <a:cxnLst/>
            <a:rect l="l" t="t" r="r" b="b"/>
            <a:pathLst>
              <a:path w="682625" h="1904">
                <a:moveTo>
                  <a:pt x="0" y="0"/>
                </a:moveTo>
                <a:lnTo>
                  <a:pt x="682084" y="1588"/>
                </a:lnTo>
              </a:path>
            </a:pathLst>
          </a:custGeom>
          <a:ln w="4156">
            <a:solidFill>
              <a:srgbClr val="000000"/>
            </a:solidFill>
          </a:ln>
        </p:spPr>
        <p:txBody>
          <a:bodyPr wrap="square" lIns="0" tIns="0" rIns="0" bIns="0" rtlCol="0"/>
          <a:lstStyle/>
          <a:p>
            <a:endParaRPr/>
          </a:p>
        </p:txBody>
      </p:sp>
      <p:sp>
        <p:nvSpPr>
          <p:cNvPr id="29" name="object 28"/>
          <p:cNvSpPr/>
          <p:nvPr/>
        </p:nvSpPr>
        <p:spPr>
          <a:xfrm>
            <a:off x="8314476" y="4120790"/>
            <a:ext cx="702945" cy="1905"/>
          </a:xfrm>
          <a:custGeom>
            <a:avLst/>
            <a:gdLst/>
            <a:ahLst/>
            <a:cxnLst/>
            <a:rect l="l" t="t" r="r" b="b"/>
            <a:pathLst>
              <a:path w="702945" h="1904">
                <a:moveTo>
                  <a:pt x="0" y="0"/>
                </a:moveTo>
                <a:lnTo>
                  <a:pt x="702753" y="1588"/>
                </a:lnTo>
              </a:path>
            </a:pathLst>
          </a:custGeom>
          <a:ln w="4156">
            <a:solidFill>
              <a:srgbClr val="000000"/>
            </a:solidFill>
          </a:ln>
        </p:spPr>
        <p:txBody>
          <a:bodyPr wrap="square" lIns="0" tIns="0" rIns="0" bIns="0" rtlCol="0"/>
          <a:lstStyle/>
          <a:p>
            <a:endParaRPr/>
          </a:p>
        </p:txBody>
      </p:sp>
      <p:sp>
        <p:nvSpPr>
          <p:cNvPr id="30" name="object 29"/>
          <p:cNvSpPr/>
          <p:nvPr/>
        </p:nvSpPr>
        <p:spPr>
          <a:xfrm>
            <a:off x="8314476" y="4144603"/>
            <a:ext cx="671830" cy="1905"/>
          </a:xfrm>
          <a:custGeom>
            <a:avLst/>
            <a:gdLst/>
            <a:ahLst/>
            <a:cxnLst/>
            <a:rect l="l" t="t" r="r" b="b"/>
            <a:pathLst>
              <a:path w="671829" h="1904">
                <a:moveTo>
                  <a:pt x="0" y="0"/>
                </a:moveTo>
                <a:lnTo>
                  <a:pt x="671751" y="1588"/>
                </a:lnTo>
              </a:path>
            </a:pathLst>
          </a:custGeom>
          <a:ln w="4156">
            <a:solidFill>
              <a:srgbClr val="000000"/>
            </a:solidFill>
          </a:ln>
        </p:spPr>
        <p:txBody>
          <a:bodyPr wrap="square" lIns="0" tIns="0" rIns="0" bIns="0" rtlCol="0"/>
          <a:lstStyle/>
          <a:p>
            <a:endParaRPr/>
          </a:p>
        </p:txBody>
      </p:sp>
      <p:sp>
        <p:nvSpPr>
          <p:cNvPr id="31" name="object 30"/>
          <p:cNvSpPr/>
          <p:nvPr/>
        </p:nvSpPr>
        <p:spPr>
          <a:xfrm>
            <a:off x="8314476" y="4173178"/>
            <a:ext cx="682625" cy="1905"/>
          </a:xfrm>
          <a:custGeom>
            <a:avLst/>
            <a:gdLst/>
            <a:ahLst/>
            <a:cxnLst/>
            <a:rect l="l" t="t" r="r" b="b"/>
            <a:pathLst>
              <a:path w="682625" h="1904">
                <a:moveTo>
                  <a:pt x="0" y="0"/>
                </a:moveTo>
                <a:lnTo>
                  <a:pt x="682084" y="1588"/>
                </a:lnTo>
              </a:path>
            </a:pathLst>
          </a:custGeom>
          <a:ln w="4156">
            <a:solidFill>
              <a:srgbClr val="000000"/>
            </a:solidFill>
          </a:ln>
        </p:spPr>
        <p:txBody>
          <a:bodyPr wrap="square" lIns="0" tIns="0" rIns="0" bIns="0" rtlCol="0"/>
          <a:lstStyle/>
          <a:p>
            <a:endParaRPr/>
          </a:p>
        </p:txBody>
      </p:sp>
      <p:sp>
        <p:nvSpPr>
          <p:cNvPr id="32" name="object 31"/>
          <p:cNvSpPr/>
          <p:nvPr/>
        </p:nvSpPr>
        <p:spPr>
          <a:xfrm>
            <a:off x="8314476" y="4201753"/>
            <a:ext cx="682625" cy="1905"/>
          </a:xfrm>
          <a:custGeom>
            <a:avLst/>
            <a:gdLst/>
            <a:ahLst/>
            <a:cxnLst/>
            <a:rect l="l" t="t" r="r" b="b"/>
            <a:pathLst>
              <a:path w="682625" h="1904">
                <a:moveTo>
                  <a:pt x="0" y="0"/>
                </a:moveTo>
                <a:lnTo>
                  <a:pt x="682084" y="1588"/>
                </a:lnTo>
              </a:path>
            </a:pathLst>
          </a:custGeom>
          <a:ln w="4156">
            <a:solidFill>
              <a:srgbClr val="000000"/>
            </a:solidFill>
          </a:ln>
        </p:spPr>
        <p:txBody>
          <a:bodyPr wrap="square" lIns="0" tIns="0" rIns="0" bIns="0" rtlCol="0"/>
          <a:lstStyle/>
          <a:p>
            <a:endParaRPr/>
          </a:p>
        </p:txBody>
      </p:sp>
      <p:sp>
        <p:nvSpPr>
          <p:cNvPr id="33" name="object 32"/>
          <p:cNvSpPr/>
          <p:nvPr/>
        </p:nvSpPr>
        <p:spPr>
          <a:xfrm>
            <a:off x="8314476" y="4223978"/>
            <a:ext cx="692785" cy="1905"/>
          </a:xfrm>
          <a:custGeom>
            <a:avLst/>
            <a:gdLst/>
            <a:ahLst/>
            <a:cxnLst/>
            <a:rect l="l" t="t" r="r" b="b"/>
            <a:pathLst>
              <a:path w="692784" h="1904">
                <a:moveTo>
                  <a:pt x="0" y="0"/>
                </a:moveTo>
                <a:lnTo>
                  <a:pt x="692419" y="1588"/>
                </a:lnTo>
              </a:path>
            </a:pathLst>
          </a:custGeom>
          <a:ln w="4156">
            <a:solidFill>
              <a:srgbClr val="000000"/>
            </a:solidFill>
          </a:ln>
        </p:spPr>
        <p:txBody>
          <a:bodyPr wrap="square" lIns="0" tIns="0" rIns="0" bIns="0" rtlCol="0"/>
          <a:lstStyle/>
          <a:p>
            <a:endParaRPr/>
          </a:p>
        </p:txBody>
      </p:sp>
      <p:sp>
        <p:nvSpPr>
          <p:cNvPr id="34" name="object 33"/>
          <p:cNvSpPr/>
          <p:nvPr/>
        </p:nvSpPr>
        <p:spPr>
          <a:xfrm>
            <a:off x="8314476" y="4252553"/>
            <a:ext cx="204470" cy="1905"/>
          </a:xfrm>
          <a:custGeom>
            <a:avLst/>
            <a:gdLst/>
            <a:ahLst/>
            <a:cxnLst/>
            <a:rect l="l" t="t" r="r" b="b"/>
            <a:pathLst>
              <a:path w="204470" h="1904">
                <a:moveTo>
                  <a:pt x="0" y="0"/>
                </a:moveTo>
                <a:lnTo>
                  <a:pt x="204109" y="1588"/>
                </a:lnTo>
              </a:path>
            </a:pathLst>
          </a:custGeom>
          <a:ln w="4156">
            <a:solidFill>
              <a:srgbClr val="000000"/>
            </a:solidFill>
          </a:ln>
        </p:spPr>
        <p:txBody>
          <a:bodyPr wrap="square" lIns="0" tIns="0" rIns="0" bIns="0" rtlCol="0"/>
          <a:lstStyle/>
          <a:p>
            <a:endParaRPr/>
          </a:p>
        </p:txBody>
      </p:sp>
      <p:sp>
        <p:nvSpPr>
          <p:cNvPr id="35" name="object 34"/>
          <p:cNvSpPr txBox="1"/>
          <p:nvPr/>
        </p:nvSpPr>
        <p:spPr>
          <a:xfrm>
            <a:off x="6983893" y="4455753"/>
            <a:ext cx="4655820" cy="1927225"/>
          </a:xfrm>
          <a:prstGeom prst="rect">
            <a:avLst/>
          </a:prstGeom>
          <a:solidFill>
            <a:srgbClr val="B7D89F"/>
          </a:solidFill>
        </p:spPr>
        <p:txBody>
          <a:bodyPr vert="horz" wrap="square" lIns="0" tIns="39370" rIns="0" bIns="0" rtlCol="0">
            <a:spAutoFit/>
          </a:bodyPr>
          <a:lstStyle/>
          <a:p>
            <a:pPr marL="77470">
              <a:lnSpc>
                <a:spcPts val="2840"/>
              </a:lnSpc>
              <a:spcBef>
                <a:spcPts val="310"/>
              </a:spcBef>
            </a:pPr>
            <a:r>
              <a:rPr sz="2400" b="1" u="heavy" spc="-5" dirty="0">
                <a:uFill>
                  <a:solidFill>
                    <a:srgbClr val="000000"/>
                  </a:solidFill>
                </a:uFill>
                <a:latin typeface="华文新魏" panose="02010800040101010101" charset="-122"/>
                <a:cs typeface="华文新魏" panose="02010800040101010101" charset="-122"/>
              </a:rPr>
              <a:t>注册课程用例的详细规约</a:t>
            </a:r>
            <a:endParaRPr sz="2400">
              <a:latin typeface="华文新魏" panose="02010800040101010101" charset="-122"/>
              <a:cs typeface="华文新魏" panose="02010800040101010101" charset="-122"/>
            </a:endParaRPr>
          </a:p>
          <a:p>
            <a:pPr marL="77470">
              <a:lnSpc>
                <a:spcPts val="2840"/>
              </a:lnSpc>
            </a:pPr>
            <a:r>
              <a:rPr sz="2400" dirty="0">
                <a:latin typeface="华文新魏" panose="02010800040101010101" charset="-122"/>
                <a:cs typeface="华文新魏" panose="02010800040101010101" charset="-122"/>
              </a:rPr>
              <a:t>+</a:t>
            </a:r>
            <a:r>
              <a:rPr sz="2400" spc="-5" dirty="0">
                <a:latin typeface="华文新魏" panose="02010800040101010101" charset="-122"/>
                <a:cs typeface="华文新魏" panose="02010800040101010101" charset="-122"/>
              </a:rPr>
              <a:t> </a:t>
            </a:r>
            <a:r>
              <a:rPr sz="2400" dirty="0">
                <a:latin typeface="华文新魏" panose="02010800040101010101" charset="-122"/>
                <a:cs typeface="华文新魏" panose="02010800040101010101" charset="-122"/>
              </a:rPr>
              <a:t>列出详细的事件流程</a:t>
            </a:r>
            <a:endParaRPr sz="2400">
              <a:latin typeface="华文新魏" panose="02010800040101010101" charset="-122"/>
              <a:cs typeface="华文新魏" panose="02010800040101010101" charset="-122"/>
            </a:endParaRPr>
          </a:p>
          <a:p>
            <a:pPr marL="673100" indent="-215265">
              <a:lnSpc>
                <a:spcPct val="100000"/>
              </a:lnSpc>
              <a:spcBef>
                <a:spcPts val="20"/>
              </a:spcBef>
              <a:buFont typeface="Symbol" panose="05050102010706020507"/>
              <a:buChar char=""/>
              <a:tabLst>
                <a:tab pos="673735" algn="l"/>
              </a:tabLst>
            </a:pPr>
            <a:r>
              <a:rPr sz="2400" dirty="0">
                <a:latin typeface="华文新魏" panose="02010800040101010101" charset="-122"/>
                <a:cs typeface="华文新魏" panose="02010800040101010101" charset="-122"/>
              </a:rPr>
              <a:t>按步骤（详细）</a:t>
            </a:r>
            <a:endParaRPr sz="2400">
              <a:latin typeface="华文新魏" panose="02010800040101010101" charset="-122"/>
              <a:cs typeface="华文新魏" panose="02010800040101010101" charset="-122"/>
            </a:endParaRPr>
          </a:p>
          <a:p>
            <a:pPr marL="534670">
              <a:lnSpc>
                <a:spcPct val="100000"/>
              </a:lnSpc>
              <a:spcBef>
                <a:spcPts val="20"/>
              </a:spcBef>
            </a:pPr>
            <a:r>
              <a:rPr sz="2400" dirty="0">
                <a:latin typeface="华文新魏" panose="02010800040101010101" charset="-122"/>
                <a:cs typeface="华文新魏" panose="02010800040101010101" charset="-122"/>
              </a:rPr>
              <a:t>+</a:t>
            </a:r>
            <a:r>
              <a:rPr sz="2400" spc="-5" dirty="0">
                <a:latin typeface="华文新魏" panose="02010800040101010101" charset="-122"/>
                <a:cs typeface="华文新魏" panose="02010800040101010101" charset="-122"/>
              </a:rPr>
              <a:t> </a:t>
            </a:r>
            <a:r>
              <a:rPr sz="2400" dirty="0">
                <a:latin typeface="华文新魏" panose="02010800040101010101" charset="-122"/>
                <a:cs typeface="华文新魏" panose="02010800040101010101" charset="-122"/>
              </a:rPr>
              <a:t>特殊的规约说明</a:t>
            </a:r>
            <a:endParaRPr sz="2400">
              <a:latin typeface="华文新魏" panose="02010800040101010101" charset="-122"/>
              <a:cs typeface="华文新魏" panose="02010800040101010101" charset="-122"/>
            </a:endParaRPr>
          </a:p>
          <a:p>
            <a:pPr marL="534670">
              <a:lnSpc>
                <a:spcPct val="100000"/>
              </a:lnSpc>
              <a:spcBef>
                <a:spcPts val="20"/>
              </a:spcBef>
            </a:pPr>
            <a:r>
              <a:rPr sz="2400" dirty="0">
                <a:latin typeface="华文新魏" panose="02010800040101010101" charset="-122"/>
                <a:cs typeface="华文新魏" panose="02010800040101010101" charset="-122"/>
              </a:rPr>
              <a:t>+</a:t>
            </a:r>
            <a:r>
              <a:rPr sz="2400" spc="-5" dirty="0">
                <a:latin typeface="华文新魏" panose="02010800040101010101" charset="-122"/>
                <a:cs typeface="华文新魏" panose="02010800040101010101" charset="-122"/>
              </a:rPr>
              <a:t> </a:t>
            </a:r>
            <a:r>
              <a:rPr sz="2400" dirty="0">
                <a:latin typeface="华文新魏" panose="02010800040101010101" charset="-122"/>
                <a:cs typeface="华文新魏" panose="02010800040101010101" charset="-122"/>
              </a:rPr>
              <a:t>前置/后置条件</a:t>
            </a:r>
            <a:endParaRPr sz="2400">
              <a:latin typeface="华文新魏" panose="02010800040101010101" charset="-122"/>
              <a:cs typeface="华文新魏" panose="02010800040101010101" charset="-122"/>
            </a:endParaRPr>
          </a:p>
        </p:txBody>
      </p:sp>
      <p:sp>
        <p:nvSpPr>
          <p:cNvPr id="36" name="object 35"/>
          <p:cNvSpPr/>
          <p:nvPr/>
        </p:nvSpPr>
        <p:spPr>
          <a:xfrm>
            <a:off x="5351023" y="3781064"/>
            <a:ext cx="1104265" cy="443865"/>
          </a:xfrm>
          <a:custGeom>
            <a:avLst/>
            <a:gdLst/>
            <a:ahLst/>
            <a:cxnLst/>
            <a:rect l="l" t="t" r="r" b="b"/>
            <a:pathLst>
              <a:path w="1104265" h="443864">
                <a:moveTo>
                  <a:pt x="0" y="0"/>
                </a:moveTo>
                <a:lnTo>
                  <a:pt x="1104259" y="443824"/>
                </a:lnTo>
              </a:path>
            </a:pathLst>
          </a:custGeom>
          <a:ln w="57149">
            <a:solidFill>
              <a:srgbClr val="A6FBA9"/>
            </a:solidFill>
          </a:ln>
        </p:spPr>
        <p:txBody>
          <a:bodyPr wrap="square" lIns="0" tIns="0" rIns="0" bIns="0" rtlCol="0"/>
          <a:lstStyle/>
          <a:p>
            <a:endParaRPr/>
          </a:p>
        </p:txBody>
      </p:sp>
      <p:sp>
        <p:nvSpPr>
          <p:cNvPr id="37" name="object 36"/>
          <p:cNvSpPr/>
          <p:nvPr/>
        </p:nvSpPr>
        <p:spPr>
          <a:xfrm>
            <a:off x="6317260" y="4102724"/>
            <a:ext cx="191135" cy="159385"/>
          </a:xfrm>
          <a:custGeom>
            <a:avLst/>
            <a:gdLst/>
            <a:ahLst/>
            <a:cxnLst/>
            <a:rect l="l" t="t" r="r" b="b"/>
            <a:pathLst>
              <a:path w="191134" h="159385">
                <a:moveTo>
                  <a:pt x="63938" y="0"/>
                </a:moveTo>
                <a:lnTo>
                  <a:pt x="0" y="159081"/>
                </a:lnTo>
                <a:lnTo>
                  <a:pt x="191051" y="143478"/>
                </a:lnTo>
                <a:lnTo>
                  <a:pt x="63938" y="0"/>
                </a:lnTo>
                <a:close/>
              </a:path>
            </a:pathLst>
          </a:custGeom>
          <a:solidFill>
            <a:srgbClr val="A6FBA9"/>
          </a:solidFill>
        </p:spPr>
        <p:txBody>
          <a:bodyPr wrap="square" lIns="0" tIns="0" rIns="0" bIns="0" rtlCol="0"/>
          <a:lstStyle/>
          <a:p>
            <a:endParaRPr/>
          </a:p>
        </p:txBody>
      </p:sp>
      <p:sp>
        <p:nvSpPr>
          <p:cNvPr id="38" name="object 37"/>
          <p:cNvSpPr/>
          <p:nvPr/>
        </p:nvSpPr>
        <p:spPr>
          <a:xfrm>
            <a:off x="4281638" y="3466481"/>
            <a:ext cx="899794" cy="787400"/>
          </a:xfrm>
          <a:custGeom>
            <a:avLst/>
            <a:gdLst/>
            <a:ahLst/>
            <a:cxnLst/>
            <a:rect l="l" t="t" r="r" b="b"/>
            <a:pathLst>
              <a:path w="899795" h="787400">
                <a:moveTo>
                  <a:pt x="112182" y="0"/>
                </a:moveTo>
                <a:lnTo>
                  <a:pt x="0" y="728661"/>
                </a:lnTo>
                <a:lnTo>
                  <a:pt x="778932" y="787398"/>
                </a:lnTo>
                <a:lnTo>
                  <a:pt x="899582" y="57150"/>
                </a:lnTo>
                <a:lnTo>
                  <a:pt x="112182" y="0"/>
                </a:lnTo>
                <a:close/>
              </a:path>
            </a:pathLst>
          </a:custGeom>
          <a:solidFill>
            <a:srgbClr val="E4E4E4"/>
          </a:solidFill>
        </p:spPr>
        <p:txBody>
          <a:bodyPr wrap="square" lIns="0" tIns="0" rIns="0" bIns="0" rtlCol="0"/>
          <a:lstStyle/>
          <a:p>
            <a:endParaRPr/>
          </a:p>
        </p:txBody>
      </p:sp>
      <p:sp>
        <p:nvSpPr>
          <p:cNvPr id="39" name="object 38"/>
          <p:cNvSpPr/>
          <p:nvPr/>
        </p:nvSpPr>
        <p:spPr>
          <a:xfrm>
            <a:off x="4281638" y="3466481"/>
            <a:ext cx="899794" cy="787400"/>
          </a:xfrm>
          <a:custGeom>
            <a:avLst/>
            <a:gdLst/>
            <a:ahLst/>
            <a:cxnLst/>
            <a:rect l="l" t="t" r="r" b="b"/>
            <a:pathLst>
              <a:path w="899795" h="787400">
                <a:moveTo>
                  <a:pt x="112182" y="0"/>
                </a:moveTo>
                <a:lnTo>
                  <a:pt x="0" y="728661"/>
                </a:lnTo>
                <a:lnTo>
                  <a:pt x="778932" y="787398"/>
                </a:lnTo>
                <a:lnTo>
                  <a:pt x="899582" y="57150"/>
                </a:lnTo>
                <a:lnTo>
                  <a:pt x="112182" y="0"/>
                </a:lnTo>
                <a:close/>
              </a:path>
            </a:pathLst>
          </a:custGeom>
          <a:solidFill>
            <a:srgbClr val="E4E4E4"/>
          </a:solidFill>
        </p:spPr>
        <p:txBody>
          <a:bodyPr wrap="square" lIns="0" tIns="0" rIns="0" bIns="0" rtlCol="0"/>
          <a:lstStyle/>
          <a:p>
            <a:endParaRPr/>
          </a:p>
        </p:txBody>
      </p:sp>
      <p:sp>
        <p:nvSpPr>
          <p:cNvPr id="40" name="object 39"/>
          <p:cNvSpPr/>
          <p:nvPr/>
        </p:nvSpPr>
        <p:spPr>
          <a:xfrm>
            <a:off x="4281638" y="3466481"/>
            <a:ext cx="899794" cy="787400"/>
          </a:xfrm>
          <a:custGeom>
            <a:avLst/>
            <a:gdLst/>
            <a:ahLst/>
            <a:cxnLst/>
            <a:rect l="l" t="t" r="r" b="b"/>
            <a:pathLst>
              <a:path w="899795" h="787400">
                <a:moveTo>
                  <a:pt x="112183" y="0"/>
                </a:moveTo>
                <a:lnTo>
                  <a:pt x="899582" y="57149"/>
                </a:lnTo>
                <a:lnTo>
                  <a:pt x="778932" y="787399"/>
                </a:lnTo>
                <a:lnTo>
                  <a:pt x="0" y="728662"/>
                </a:lnTo>
                <a:lnTo>
                  <a:pt x="112183" y="0"/>
                </a:lnTo>
              </a:path>
            </a:pathLst>
          </a:custGeom>
          <a:ln w="4156">
            <a:solidFill>
              <a:srgbClr val="D6D6D6"/>
            </a:solidFill>
          </a:ln>
        </p:spPr>
        <p:txBody>
          <a:bodyPr wrap="square" lIns="0" tIns="0" rIns="0" bIns="0" rtlCol="0"/>
          <a:lstStyle/>
          <a:p>
            <a:endParaRPr/>
          </a:p>
        </p:txBody>
      </p:sp>
      <p:sp>
        <p:nvSpPr>
          <p:cNvPr id="41" name="object 40"/>
          <p:cNvSpPr/>
          <p:nvPr/>
        </p:nvSpPr>
        <p:spPr>
          <a:xfrm>
            <a:off x="4317621" y="3477594"/>
            <a:ext cx="847090" cy="758825"/>
          </a:xfrm>
          <a:custGeom>
            <a:avLst/>
            <a:gdLst/>
            <a:ahLst/>
            <a:cxnLst/>
            <a:rect l="l" t="t" r="r" b="b"/>
            <a:pathLst>
              <a:path w="847089" h="758825">
                <a:moveTo>
                  <a:pt x="59267" y="0"/>
                </a:moveTo>
                <a:lnTo>
                  <a:pt x="0" y="730250"/>
                </a:lnTo>
                <a:lnTo>
                  <a:pt x="785282" y="758825"/>
                </a:lnTo>
                <a:lnTo>
                  <a:pt x="846667" y="28575"/>
                </a:lnTo>
                <a:lnTo>
                  <a:pt x="59267" y="0"/>
                </a:lnTo>
                <a:close/>
              </a:path>
            </a:pathLst>
          </a:custGeom>
          <a:solidFill>
            <a:srgbClr val="E4E4E4"/>
          </a:solidFill>
        </p:spPr>
        <p:txBody>
          <a:bodyPr wrap="square" lIns="0" tIns="0" rIns="0" bIns="0" rtlCol="0"/>
          <a:lstStyle/>
          <a:p>
            <a:endParaRPr/>
          </a:p>
        </p:txBody>
      </p:sp>
      <p:sp>
        <p:nvSpPr>
          <p:cNvPr id="42" name="object 41"/>
          <p:cNvSpPr/>
          <p:nvPr/>
        </p:nvSpPr>
        <p:spPr>
          <a:xfrm>
            <a:off x="4317621" y="3477594"/>
            <a:ext cx="847090" cy="758825"/>
          </a:xfrm>
          <a:custGeom>
            <a:avLst/>
            <a:gdLst/>
            <a:ahLst/>
            <a:cxnLst/>
            <a:rect l="l" t="t" r="r" b="b"/>
            <a:pathLst>
              <a:path w="847089" h="758825">
                <a:moveTo>
                  <a:pt x="59267" y="0"/>
                </a:moveTo>
                <a:lnTo>
                  <a:pt x="0" y="730250"/>
                </a:lnTo>
                <a:lnTo>
                  <a:pt x="785282" y="758825"/>
                </a:lnTo>
                <a:lnTo>
                  <a:pt x="846667" y="28575"/>
                </a:lnTo>
                <a:lnTo>
                  <a:pt x="59267" y="0"/>
                </a:lnTo>
                <a:close/>
              </a:path>
            </a:pathLst>
          </a:custGeom>
          <a:solidFill>
            <a:srgbClr val="E4E4E4"/>
          </a:solidFill>
        </p:spPr>
        <p:txBody>
          <a:bodyPr wrap="square" lIns="0" tIns="0" rIns="0" bIns="0" rtlCol="0"/>
          <a:lstStyle/>
          <a:p>
            <a:endParaRPr/>
          </a:p>
        </p:txBody>
      </p:sp>
      <p:sp>
        <p:nvSpPr>
          <p:cNvPr id="43" name="object 42"/>
          <p:cNvSpPr/>
          <p:nvPr/>
        </p:nvSpPr>
        <p:spPr>
          <a:xfrm>
            <a:off x="4317621" y="3477594"/>
            <a:ext cx="847090" cy="758825"/>
          </a:xfrm>
          <a:custGeom>
            <a:avLst/>
            <a:gdLst/>
            <a:ahLst/>
            <a:cxnLst/>
            <a:rect l="l" t="t" r="r" b="b"/>
            <a:pathLst>
              <a:path w="847089" h="758825">
                <a:moveTo>
                  <a:pt x="59266" y="0"/>
                </a:moveTo>
                <a:lnTo>
                  <a:pt x="846666" y="28574"/>
                </a:lnTo>
                <a:lnTo>
                  <a:pt x="785283" y="758824"/>
                </a:lnTo>
                <a:lnTo>
                  <a:pt x="0" y="730249"/>
                </a:lnTo>
                <a:lnTo>
                  <a:pt x="59266" y="0"/>
                </a:lnTo>
              </a:path>
            </a:pathLst>
          </a:custGeom>
          <a:ln w="4156">
            <a:solidFill>
              <a:srgbClr val="D6D6D6"/>
            </a:solidFill>
          </a:ln>
        </p:spPr>
        <p:txBody>
          <a:bodyPr wrap="square" lIns="0" tIns="0" rIns="0" bIns="0" rtlCol="0"/>
          <a:lstStyle/>
          <a:p>
            <a:endParaRPr/>
          </a:p>
        </p:txBody>
      </p:sp>
      <p:sp>
        <p:nvSpPr>
          <p:cNvPr id="44" name="object 43"/>
          <p:cNvSpPr/>
          <p:nvPr/>
        </p:nvSpPr>
        <p:spPr>
          <a:xfrm>
            <a:off x="4359954" y="3483944"/>
            <a:ext cx="787400" cy="728980"/>
          </a:xfrm>
          <a:custGeom>
            <a:avLst/>
            <a:gdLst/>
            <a:ahLst/>
            <a:cxnLst/>
            <a:rect l="l" t="t" r="r" b="b"/>
            <a:pathLst>
              <a:path w="787400" h="728979">
                <a:moveTo>
                  <a:pt x="0" y="0"/>
                </a:moveTo>
                <a:lnTo>
                  <a:pt x="787400" y="0"/>
                </a:lnTo>
                <a:lnTo>
                  <a:pt x="787400" y="728662"/>
                </a:lnTo>
                <a:lnTo>
                  <a:pt x="0" y="728662"/>
                </a:lnTo>
                <a:lnTo>
                  <a:pt x="0" y="0"/>
                </a:lnTo>
                <a:close/>
              </a:path>
            </a:pathLst>
          </a:custGeom>
          <a:solidFill>
            <a:srgbClr val="E4E4E4"/>
          </a:solidFill>
        </p:spPr>
        <p:txBody>
          <a:bodyPr wrap="square" lIns="0" tIns="0" rIns="0" bIns="0" rtlCol="0"/>
          <a:lstStyle/>
          <a:p>
            <a:endParaRPr/>
          </a:p>
        </p:txBody>
      </p:sp>
      <p:sp>
        <p:nvSpPr>
          <p:cNvPr id="45" name="object 44"/>
          <p:cNvSpPr/>
          <p:nvPr/>
        </p:nvSpPr>
        <p:spPr>
          <a:xfrm>
            <a:off x="4359953" y="3483944"/>
            <a:ext cx="787400" cy="728980"/>
          </a:xfrm>
          <a:custGeom>
            <a:avLst/>
            <a:gdLst/>
            <a:ahLst/>
            <a:cxnLst/>
            <a:rect l="l" t="t" r="r" b="b"/>
            <a:pathLst>
              <a:path w="787400" h="728979">
                <a:moveTo>
                  <a:pt x="0" y="0"/>
                </a:moveTo>
                <a:lnTo>
                  <a:pt x="787399" y="0"/>
                </a:lnTo>
                <a:lnTo>
                  <a:pt x="787399" y="728662"/>
                </a:lnTo>
                <a:lnTo>
                  <a:pt x="0" y="728662"/>
                </a:lnTo>
                <a:lnTo>
                  <a:pt x="0" y="0"/>
                </a:lnTo>
                <a:close/>
              </a:path>
            </a:pathLst>
          </a:custGeom>
          <a:ln w="4156">
            <a:solidFill>
              <a:srgbClr val="D6D6D6"/>
            </a:solidFill>
          </a:ln>
        </p:spPr>
        <p:txBody>
          <a:bodyPr wrap="square" lIns="0" tIns="0" rIns="0" bIns="0" rtlCol="0"/>
          <a:lstStyle/>
          <a:p>
            <a:endParaRPr/>
          </a:p>
        </p:txBody>
      </p:sp>
      <p:sp>
        <p:nvSpPr>
          <p:cNvPr id="46" name="object 45"/>
          <p:cNvSpPr/>
          <p:nvPr/>
        </p:nvSpPr>
        <p:spPr>
          <a:xfrm>
            <a:off x="4486954" y="3455369"/>
            <a:ext cx="53340" cy="103505"/>
          </a:xfrm>
          <a:custGeom>
            <a:avLst/>
            <a:gdLst/>
            <a:ahLst/>
            <a:cxnLst/>
            <a:rect l="l" t="t" r="r" b="b"/>
            <a:pathLst>
              <a:path w="53339" h="103504">
                <a:moveTo>
                  <a:pt x="35984" y="96837"/>
                </a:moveTo>
                <a:lnTo>
                  <a:pt x="8467" y="96837"/>
                </a:lnTo>
                <a:lnTo>
                  <a:pt x="16934" y="103187"/>
                </a:lnTo>
                <a:lnTo>
                  <a:pt x="35984" y="103187"/>
                </a:lnTo>
                <a:lnTo>
                  <a:pt x="35984" y="96837"/>
                </a:lnTo>
                <a:close/>
              </a:path>
              <a:path w="53339" h="103504">
                <a:moveTo>
                  <a:pt x="8467" y="11112"/>
                </a:moveTo>
                <a:lnTo>
                  <a:pt x="0" y="11112"/>
                </a:lnTo>
                <a:lnTo>
                  <a:pt x="0" y="96837"/>
                </a:lnTo>
                <a:lnTo>
                  <a:pt x="8467" y="96837"/>
                </a:lnTo>
                <a:lnTo>
                  <a:pt x="8467" y="11112"/>
                </a:lnTo>
                <a:close/>
              </a:path>
              <a:path w="53339" h="103504">
                <a:moveTo>
                  <a:pt x="44451" y="39687"/>
                </a:moveTo>
                <a:lnTo>
                  <a:pt x="35984" y="39687"/>
                </a:lnTo>
                <a:lnTo>
                  <a:pt x="35984" y="96837"/>
                </a:lnTo>
                <a:lnTo>
                  <a:pt x="44451" y="96837"/>
                </a:lnTo>
                <a:lnTo>
                  <a:pt x="44451" y="39687"/>
                </a:lnTo>
                <a:close/>
              </a:path>
              <a:path w="53339" h="103504">
                <a:moveTo>
                  <a:pt x="52917" y="4762"/>
                </a:moveTo>
                <a:lnTo>
                  <a:pt x="44451" y="4762"/>
                </a:lnTo>
                <a:lnTo>
                  <a:pt x="44451" y="22225"/>
                </a:lnTo>
                <a:lnTo>
                  <a:pt x="52917" y="22225"/>
                </a:lnTo>
                <a:lnTo>
                  <a:pt x="52917" y="4762"/>
                </a:lnTo>
                <a:close/>
              </a:path>
              <a:path w="53339" h="103504">
                <a:moveTo>
                  <a:pt x="16934" y="4762"/>
                </a:moveTo>
                <a:lnTo>
                  <a:pt x="8467" y="4762"/>
                </a:lnTo>
                <a:lnTo>
                  <a:pt x="8467" y="11112"/>
                </a:lnTo>
                <a:lnTo>
                  <a:pt x="16934" y="4762"/>
                </a:lnTo>
                <a:close/>
              </a:path>
              <a:path w="53339" h="103504">
                <a:moveTo>
                  <a:pt x="35984" y="0"/>
                </a:moveTo>
                <a:lnTo>
                  <a:pt x="16934" y="0"/>
                </a:lnTo>
                <a:lnTo>
                  <a:pt x="16934" y="4762"/>
                </a:lnTo>
                <a:lnTo>
                  <a:pt x="44451" y="4762"/>
                </a:lnTo>
                <a:lnTo>
                  <a:pt x="35984" y="0"/>
                </a:lnTo>
                <a:close/>
              </a:path>
            </a:pathLst>
          </a:custGeom>
          <a:solidFill>
            <a:srgbClr val="E4E4E4"/>
          </a:solidFill>
        </p:spPr>
        <p:txBody>
          <a:bodyPr wrap="square" lIns="0" tIns="0" rIns="0" bIns="0" rtlCol="0"/>
          <a:lstStyle/>
          <a:p>
            <a:endParaRPr/>
          </a:p>
        </p:txBody>
      </p:sp>
      <p:sp>
        <p:nvSpPr>
          <p:cNvPr id="47" name="object 46"/>
          <p:cNvSpPr/>
          <p:nvPr/>
        </p:nvSpPr>
        <p:spPr>
          <a:xfrm>
            <a:off x="4486954" y="3455369"/>
            <a:ext cx="53340" cy="103505"/>
          </a:xfrm>
          <a:custGeom>
            <a:avLst/>
            <a:gdLst/>
            <a:ahLst/>
            <a:cxnLst/>
            <a:rect l="l" t="t" r="r" b="b"/>
            <a:pathLst>
              <a:path w="53339" h="103504">
                <a:moveTo>
                  <a:pt x="35984" y="96837"/>
                </a:moveTo>
                <a:lnTo>
                  <a:pt x="8467" y="96837"/>
                </a:lnTo>
                <a:lnTo>
                  <a:pt x="25400" y="103187"/>
                </a:lnTo>
                <a:lnTo>
                  <a:pt x="35984" y="96837"/>
                </a:lnTo>
                <a:close/>
              </a:path>
              <a:path w="53339" h="103504">
                <a:moveTo>
                  <a:pt x="25400" y="0"/>
                </a:moveTo>
                <a:lnTo>
                  <a:pt x="8467" y="4762"/>
                </a:lnTo>
                <a:lnTo>
                  <a:pt x="0" y="15875"/>
                </a:lnTo>
                <a:lnTo>
                  <a:pt x="0" y="90487"/>
                </a:lnTo>
                <a:lnTo>
                  <a:pt x="8467" y="96837"/>
                </a:lnTo>
                <a:lnTo>
                  <a:pt x="8467" y="15875"/>
                </a:lnTo>
                <a:lnTo>
                  <a:pt x="16934" y="4762"/>
                </a:lnTo>
                <a:lnTo>
                  <a:pt x="44451" y="4762"/>
                </a:lnTo>
                <a:lnTo>
                  <a:pt x="25400" y="0"/>
                </a:lnTo>
                <a:close/>
              </a:path>
              <a:path w="53339" h="103504">
                <a:moveTo>
                  <a:pt x="44451" y="39687"/>
                </a:moveTo>
                <a:lnTo>
                  <a:pt x="35984" y="39687"/>
                </a:lnTo>
                <a:lnTo>
                  <a:pt x="35984" y="96837"/>
                </a:lnTo>
                <a:lnTo>
                  <a:pt x="44451" y="90487"/>
                </a:lnTo>
                <a:lnTo>
                  <a:pt x="44451" y="39687"/>
                </a:lnTo>
                <a:close/>
              </a:path>
              <a:path w="53339" h="103504">
                <a:moveTo>
                  <a:pt x="44451" y="4762"/>
                </a:moveTo>
                <a:lnTo>
                  <a:pt x="44451" y="22225"/>
                </a:lnTo>
                <a:lnTo>
                  <a:pt x="52917" y="22225"/>
                </a:lnTo>
                <a:lnTo>
                  <a:pt x="52917" y="15875"/>
                </a:lnTo>
                <a:lnTo>
                  <a:pt x="44451" y="4762"/>
                </a:lnTo>
                <a:close/>
              </a:path>
            </a:pathLst>
          </a:custGeom>
          <a:solidFill>
            <a:srgbClr val="E4E4E4"/>
          </a:solidFill>
        </p:spPr>
        <p:txBody>
          <a:bodyPr wrap="square" lIns="0" tIns="0" rIns="0" bIns="0" rtlCol="0"/>
          <a:lstStyle/>
          <a:p>
            <a:endParaRPr/>
          </a:p>
        </p:txBody>
      </p:sp>
      <p:sp>
        <p:nvSpPr>
          <p:cNvPr id="48" name="object 47"/>
          <p:cNvSpPr/>
          <p:nvPr/>
        </p:nvSpPr>
        <p:spPr>
          <a:xfrm>
            <a:off x="4486953" y="3455369"/>
            <a:ext cx="53340" cy="103505"/>
          </a:xfrm>
          <a:custGeom>
            <a:avLst/>
            <a:gdLst/>
            <a:ahLst/>
            <a:cxnLst/>
            <a:rect l="l" t="t" r="r" b="b"/>
            <a:pathLst>
              <a:path w="53339" h="103504">
                <a:moveTo>
                  <a:pt x="52916" y="22224"/>
                </a:moveTo>
                <a:lnTo>
                  <a:pt x="44450" y="22224"/>
                </a:lnTo>
                <a:lnTo>
                  <a:pt x="44450" y="15874"/>
                </a:lnTo>
                <a:lnTo>
                  <a:pt x="44450" y="4762"/>
                </a:lnTo>
                <a:lnTo>
                  <a:pt x="25399" y="4762"/>
                </a:lnTo>
                <a:lnTo>
                  <a:pt x="16933" y="4762"/>
                </a:lnTo>
                <a:lnTo>
                  <a:pt x="8466" y="15874"/>
                </a:lnTo>
                <a:lnTo>
                  <a:pt x="8466" y="90487"/>
                </a:lnTo>
                <a:lnTo>
                  <a:pt x="8466" y="96837"/>
                </a:lnTo>
                <a:lnTo>
                  <a:pt x="25399" y="96837"/>
                </a:lnTo>
                <a:lnTo>
                  <a:pt x="35983" y="96837"/>
                </a:lnTo>
                <a:lnTo>
                  <a:pt x="35983" y="90487"/>
                </a:lnTo>
                <a:lnTo>
                  <a:pt x="35983" y="39687"/>
                </a:lnTo>
                <a:lnTo>
                  <a:pt x="44450" y="39687"/>
                </a:lnTo>
                <a:lnTo>
                  <a:pt x="44450" y="90487"/>
                </a:lnTo>
                <a:lnTo>
                  <a:pt x="35983" y="96837"/>
                </a:lnTo>
                <a:lnTo>
                  <a:pt x="25399" y="103187"/>
                </a:lnTo>
                <a:lnTo>
                  <a:pt x="8466" y="96837"/>
                </a:lnTo>
                <a:lnTo>
                  <a:pt x="0" y="90487"/>
                </a:lnTo>
                <a:lnTo>
                  <a:pt x="0" y="15874"/>
                </a:lnTo>
                <a:lnTo>
                  <a:pt x="8466" y="4762"/>
                </a:lnTo>
                <a:lnTo>
                  <a:pt x="25399" y="0"/>
                </a:lnTo>
                <a:lnTo>
                  <a:pt x="44450" y="4762"/>
                </a:lnTo>
                <a:lnTo>
                  <a:pt x="52916" y="15874"/>
                </a:lnTo>
                <a:lnTo>
                  <a:pt x="52916" y="22224"/>
                </a:lnTo>
              </a:path>
            </a:pathLst>
          </a:custGeom>
          <a:ln w="4156">
            <a:solidFill>
              <a:srgbClr val="D6D6D6"/>
            </a:solidFill>
          </a:ln>
        </p:spPr>
        <p:txBody>
          <a:bodyPr wrap="square" lIns="0" tIns="0" rIns="0" bIns="0" rtlCol="0"/>
          <a:lstStyle/>
          <a:p>
            <a:endParaRPr/>
          </a:p>
        </p:txBody>
      </p:sp>
      <p:sp>
        <p:nvSpPr>
          <p:cNvPr id="49" name="object 48"/>
          <p:cNvSpPr/>
          <p:nvPr/>
        </p:nvSpPr>
        <p:spPr>
          <a:xfrm>
            <a:off x="4486954" y="3460131"/>
            <a:ext cx="53340" cy="92075"/>
          </a:xfrm>
          <a:custGeom>
            <a:avLst/>
            <a:gdLst/>
            <a:ahLst/>
            <a:cxnLst/>
            <a:rect l="l" t="t" r="r" b="b"/>
            <a:pathLst>
              <a:path w="53339" h="92075">
                <a:moveTo>
                  <a:pt x="44451" y="0"/>
                </a:moveTo>
                <a:lnTo>
                  <a:pt x="8467" y="0"/>
                </a:lnTo>
                <a:lnTo>
                  <a:pt x="0" y="11112"/>
                </a:lnTo>
                <a:lnTo>
                  <a:pt x="0" y="85725"/>
                </a:lnTo>
                <a:lnTo>
                  <a:pt x="8467" y="92075"/>
                </a:lnTo>
                <a:lnTo>
                  <a:pt x="35984" y="92075"/>
                </a:lnTo>
                <a:lnTo>
                  <a:pt x="35984" y="34925"/>
                </a:lnTo>
                <a:lnTo>
                  <a:pt x="52917" y="17462"/>
                </a:lnTo>
                <a:lnTo>
                  <a:pt x="52917" y="11112"/>
                </a:lnTo>
                <a:lnTo>
                  <a:pt x="44451" y="0"/>
                </a:lnTo>
                <a:close/>
              </a:path>
            </a:pathLst>
          </a:custGeom>
          <a:solidFill>
            <a:srgbClr val="E4E4E4"/>
          </a:solidFill>
        </p:spPr>
        <p:txBody>
          <a:bodyPr wrap="square" lIns="0" tIns="0" rIns="0" bIns="0" rtlCol="0"/>
          <a:lstStyle/>
          <a:p>
            <a:endParaRPr/>
          </a:p>
        </p:txBody>
      </p:sp>
      <p:sp>
        <p:nvSpPr>
          <p:cNvPr id="50" name="object 49"/>
          <p:cNvSpPr/>
          <p:nvPr/>
        </p:nvSpPr>
        <p:spPr>
          <a:xfrm>
            <a:off x="4486953" y="3460131"/>
            <a:ext cx="53340" cy="92075"/>
          </a:xfrm>
          <a:custGeom>
            <a:avLst/>
            <a:gdLst/>
            <a:ahLst/>
            <a:cxnLst/>
            <a:rect l="l" t="t" r="r" b="b"/>
            <a:pathLst>
              <a:path w="53339" h="92075">
                <a:moveTo>
                  <a:pt x="52916" y="17462"/>
                </a:moveTo>
                <a:lnTo>
                  <a:pt x="52916" y="11112"/>
                </a:lnTo>
                <a:lnTo>
                  <a:pt x="44450" y="0"/>
                </a:lnTo>
                <a:lnTo>
                  <a:pt x="25399" y="0"/>
                </a:lnTo>
                <a:lnTo>
                  <a:pt x="8466" y="0"/>
                </a:lnTo>
                <a:lnTo>
                  <a:pt x="0" y="11112"/>
                </a:lnTo>
                <a:lnTo>
                  <a:pt x="0" y="85724"/>
                </a:lnTo>
                <a:lnTo>
                  <a:pt x="8466" y="92074"/>
                </a:lnTo>
                <a:lnTo>
                  <a:pt x="16933" y="92074"/>
                </a:lnTo>
                <a:lnTo>
                  <a:pt x="35983" y="92074"/>
                </a:lnTo>
                <a:lnTo>
                  <a:pt x="35983" y="85724"/>
                </a:lnTo>
                <a:lnTo>
                  <a:pt x="35983" y="34925"/>
                </a:lnTo>
              </a:path>
            </a:pathLst>
          </a:custGeom>
          <a:ln w="4156">
            <a:solidFill>
              <a:srgbClr val="D6D6D6"/>
            </a:solidFill>
          </a:ln>
        </p:spPr>
        <p:txBody>
          <a:bodyPr wrap="square" lIns="0" tIns="0" rIns="0" bIns="0" rtlCol="0"/>
          <a:lstStyle/>
          <a:p>
            <a:endParaRPr/>
          </a:p>
        </p:txBody>
      </p:sp>
      <p:sp>
        <p:nvSpPr>
          <p:cNvPr id="51" name="object 50"/>
          <p:cNvSpPr/>
          <p:nvPr/>
        </p:nvSpPr>
        <p:spPr>
          <a:xfrm>
            <a:off x="4247771" y="3442669"/>
            <a:ext cx="899794" cy="781050"/>
          </a:xfrm>
          <a:custGeom>
            <a:avLst/>
            <a:gdLst/>
            <a:ahLst/>
            <a:cxnLst/>
            <a:rect l="l" t="t" r="r" b="b"/>
            <a:pathLst>
              <a:path w="899795" h="781050">
                <a:moveTo>
                  <a:pt x="120650" y="0"/>
                </a:moveTo>
                <a:lnTo>
                  <a:pt x="0" y="723900"/>
                </a:lnTo>
                <a:lnTo>
                  <a:pt x="787400" y="781050"/>
                </a:lnTo>
                <a:lnTo>
                  <a:pt x="899582" y="52387"/>
                </a:lnTo>
                <a:lnTo>
                  <a:pt x="120650" y="0"/>
                </a:lnTo>
                <a:close/>
              </a:path>
            </a:pathLst>
          </a:custGeom>
          <a:solidFill>
            <a:srgbClr val="E4E4E4"/>
          </a:solidFill>
        </p:spPr>
        <p:txBody>
          <a:bodyPr wrap="square" lIns="0" tIns="0" rIns="0" bIns="0" rtlCol="0"/>
          <a:lstStyle/>
          <a:p>
            <a:endParaRPr/>
          </a:p>
        </p:txBody>
      </p:sp>
      <p:sp>
        <p:nvSpPr>
          <p:cNvPr id="52" name="object 51"/>
          <p:cNvSpPr/>
          <p:nvPr/>
        </p:nvSpPr>
        <p:spPr>
          <a:xfrm>
            <a:off x="4247771" y="3442669"/>
            <a:ext cx="899794" cy="781050"/>
          </a:xfrm>
          <a:custGeom>
            <a:avLst/>
            <a:gdLst/>
            <a:ahLst/>
            <a:cxnLst/>
            <a:rect l="l" t="t" r="r" b="b"/>
            <a:pathLst>
              <a:path w="899795" h="781050">
                <a:moveTo>
                  <a:pt x="120650" y="0"/>
                </a:moveTo>
                <a:lnTo>
                  <a:pt x="0" y="723900"/>
                </a:lnTo>
                <a:lnTo>
                  <a:pt x="787400" y="781050"/>
                </a:lnTo>
                <a:lnTo>
                  <a:pt x="899582" y="52387"/>
                </a:lnTo>
                <a:lnTo>
                  <a:pt x="120650" y="0"/>
                </a:lnTo>
                <a:close/>
              </a:path>
            </a:pathLst>
          </a:custGeom>
          <a:solidFill>
            <a:srgbClr val="E4E4E4"/>
          </a:solidFill>
        </p:spPr>
        <p:txBody>
          <a:bodyPr wrap="square" lIns="0" tIns="0" rIns="0" bIns="0" rtlCol="0"/>
          <a:lstStyle/>
          <a:p>
            <a:endParaRPr/>
          </a:p>
        </p:txBody>
      </p:sp>
      <p:sp>
        <p:nvSpPr>
          <p:cNvPr id="53" name="object 52"/>
          <p:cNvSpPr/>
          <p:nvPr/>
        </p:nvSpPr>
        <p:spPr>
          <a:xfrm>
            <a:off x="4247771" y="3442669"/>
            <a:ext cx="899794" cy="781050"/>
          </a:xfrm>
          <a:custGeom>
            <a:avLst/>
            <a:gdLst/>
            <a:ahLst/>
            <a:cxnLst/>
            <a:rect l="l" t="t" r="r" b="b"/>
            <a:pathLst>
              <a:path w="899795" h="781050">
                <a:moveTo>
                  <a:pt x="120650" y="0"/>
                </a:moveTo>
                <a:lnTo>
                  <a:pt x="899582" y="52387"/>
                </a:lnTo>
                <a:lnTo>
                  <a:pt x="787399" y="781049"/>
                </a:lnTo>
                <a:lnTo>
                  <a:pt x="0" y="723899"/>
                </a:lnTo>
                <a:lnTo>
                  <a:pt x="120650" y="0"/>
                </a:lnTo>
              </a:path>
            </a:pathLst>
          </a:custGeom>
          <a:ln w="4156">
            <a:solidFill>
              <a:srgbClr val="000000"/>
            </a:solidFill>
          </a:ln>
        </p:spPr>
        <p:txBody>
          <a:bodyPr wrap="square" lIns="0" tIns="0" rIns="0" bIns="0" rtlCol="0"/>
          <a:lstStyle/>
          <a:p>
            <a:endParaRPr/>
          </a:p>
        </p:txBody>
      </p:sp>
      <p:sp>
        <p:nvSpPr>
          <p:cNvPr id="54" name="object 53"/>
          <p:cNvSpPr/>
          <p:nvPr/>
        </p:nvSpPr>
        <p:spPr>
          <a:xfrm>
            <a:off x="4290104" y="3449019"/>
            <a:ext cx="848994" cy="758825"/>
          </a:xfrm>
          <a:custGeom>
            <a:avLst/>
            <a:gdLst/>
            <a:ahLst/>
            <a:cxnLst/>
            <a:rect l="l" t="t" r="r" b="b"/>
            <a:pathLst>
              <a:path w="848995" h="758825">
                <a:moveTo>
                  <a:pt x="61384" y="0"/>
                </a:moveTo>
                <a:lnTo>
                  <a:pt x="0" y="728662"/>
                </a:lnTo>
                <a:lnTo>
                  <a:pt x="787400" y="758825"/>
                </a:lnTo>
                <a:lnTo>
                  <a:pt x="848782" y="28575"/>
                </a:lnTo>
                <a:lnTo>
                  <a:pt x="61384" y="0"/>
                </a:lnTo>
                <a:close/>
              </a:path>
            </a:pathLst>
          </a:custGeom>
          <a:solidFill>
            <a:srgbClr val="E4E4E4"/>
          </a:solidFill>
        </p:spPr>
        <p:txBody>
          <a:bodyPr wrap="square" lIns="0" tIns="0" rIns="0" bIns="0" rtlCol="0"/>
          <a:lstStyle/>
          <a:p>
            <a:endParaRPr/>
          </a:p>
        </p:txBody>
      </p:sp>
      <p:sp>
        <p:nvSpPr>
          <p:cNvPr id="55" name="object 54"/>
          <p:cNvSpPr/>
          <p:nvPr/>
        </p:nvSpPr>
        <p:spPr>
          <a:xfrm>
            <a:off x="4290104" y="3449019"/>
            <a:ext cx="848994" cy="758825"/>
          </a:xfrm>
          <a:custGeom>
            <a:avLst/>
            <a:gdLst/>
            <a:ahLst/>
            <a:cxnLst/>
            <a:rect l="l" t="t" r="r" b="b"/>
            <a:pathLst>
              <a:path w="848995" h="758825">
                <a:moveTo>
                  <a:pt x="61384" y="0"/>
                </a:moveTo>
                <a:lnTo>
                  <a:pt x="0" y="728662"/>
                </a:lnTo>
                <a:lnTo>
                  <a:pt x="787400" y="758825"/>
                </a:lnTo>
                <a:lnTo>
                  <a:pt x="848782" y="28575"/>
                </a:lnTo>
                <a:lnTo>
                  <a:pt x="61384" y="0"/>
                </a:lnTo>
                <a:close/>
              </a:path>
            </a:pathLst>
          </a:custGeom>
          <a:solidFill>
            <a:srgbClr val="E4E4E4"/>
          </a:solidFill>
        </p:spPr>
        <p:txBody>
          <a:bodyPr wrap="square" lIns="0" tIns="0" rIns="0" bIns="0" rtlCol="0"/>
          <a:lstStyle/>
          <a:p>
            <a:endParaRPr/>
          </a:p>
        </p:txBody>
      </p:sp>
      <p:sp>
        <p:nvSpPr>
          <p:cNvPr id="56" name="object 55"/>
          <p:cNvSpPr/>
          <p:nvPr/>
        </p:nvSpPr>
        <p:spPr>
          <a:xfrm>
            <a:off x="4290103" y="3449019"/>
            <a:ext cx="848994" cy="758825"/>
          </a:xfrm>
          <a:custGeom>
            <a:avLst/>
            <a:gdLst/>
            <a:ahLst/>
            <a:cxnLst/>
            <a:rect l="l" t="t" r="r" b="b"/>
            <a:pathLst>
              <a:path w="848995" h="758825">
                <a:moveTo>
                  <a:pt x="61383" y="0"/>
                </a:moveTo>
                <a:lnTo>
                  <a:pt x="848782" y="28574"/>
                </a:lnTo>
                <a:lnTo>
                  <a:pt x="787399" y="758824"/>
                </a:lnTo>
                <a:lnTo>
                  <a:pt x="0" y="728662"/>
                </a:lnTo>
                <a:lnTo>
                  <a:pt x="61383" y="0"/>
                </a:lnTo>
              </a:path>
            </a:pathLst>
          </a:custGeom>
          <a:ln w="4156">
            <a:solidFill>
              <a:srgbClr val="000000"/>
            </a:solidFill>
          </a:ln>
        </p:spPr>
        <p:txBody>
          <a:bodyPr wrap="square" lIns="0" tIns="0" rIns="0" bIns="0" rtlCol="0"/>
          <a:lstStyle/>
          <a:p>
            <a:endParaRPr/>
          </a:p>
        </p:txBody>
      </p:sp>
      <p:sp>
        <p:nvSpPr>
          <p:cNvPr id="57" name="object 56"/>
          <p:cNvSpPr/>
          <p:nvPr/>
        </p:nvSpPr>
        <p:spPr>
          <a:xfrm>
            <a:off x="4326088" y="3455369"/>
            <a:ext cx="796290" cy="728980"/>
          </a:xfrm>
          <a:custGeom>
            <a:avLst/>
            <a:gdLst/>
            <a:ahLst/>
            <a:cxnLst/>
            <a:rect l="l" t="t" r="r" b="b"/>
            <a:pathLst>
              <a:path w="796289" h="728979">
                <a:moveTo>
                  <a:pt x="0" y="0"/>
                </a:moveTo>
                <a:lnTo>
                  <a:pt x="795867" y="0"/>
                </a:lnTo>
                <a:lnTo>
                  <a:pt x="795867" y="728662"/>
                </a:lnTo>
                <a:lnTo>
                  <a:pt x="0" y="728662"/>
                </a:lnTo>
                <a:lnTo>
                  <a:pt x="0" y="0"/>
                </a:lnTo>
                <a:close/>
              </a:path>
            </a:pathLst>
          </a:custGeom>
          <a:solidFill>
            <a:srgbClr val="E4E4E4"/>
          </a:solidFill>
        </p:spPr>
        <p:txBody>
          <a:bodyPr wrap="square" lIns="0" tIns="0" rIns="0" bIns="0" rtlCol="0"/>
          <a:lstStyle/>
          <a:p>
            <a:endParaRPr/>
          </a:p>
        </p:txBody>
      </p:sp>
      <p:sp>
        <p:nvSpPr>
          <p:cNvPr id="58" name="object 57"/>
          <p:cNvSpPr/>
          <p:nvPr/>
        </p:nvSpPr>
        <p:spPr>
          <a:xfrm>
            <a:off x="4326088" y="3455369"/>
            <a:ext cx="796290" cy="728980"/>
          </a:xfrm>
          <a:custGeom>
            <a:avLst/>
            <a:gdLst/>
            <a:ahLst/>
            <a:cxnLst/>
            <a:rect l="l" t="t" r="r" b="b"/>
            <a:pathLst>
              <a:path w="796289" h="728979">
                <a:moveTo>
                  <a:pt x="0" y="0"/>
                </a:moveTo>
                <a:lnTo>
                  <a:pt x="795866" y="0"/>
                </a:lnTo>
                <a:lnTo>
                  <a:pt x="795866" y="728662"/>
                </a:lnTo>
                <a:lnTo>
                  <a:pt x="0" y="728662"/>
                </a:lnTo>
                <a:lnTo>
                  <a:pt x="0" y="0"/>
                </a:lnTo>
                <a:close/>
              </a:path>
            </a:pathLst>
          </a:custGeom>
          <a:ln w="4156">
            <a:solidFill>
              <a:srgbClr val="000000"/>
            </a:solidFill>
          </a:ln>
        </p:spPr>
        <p:txBody>
          <a:bodyPr wrap="square" lIns="0" tIns="0" rIns="0" bIns="0" rtlCol="0"/>
          <a:lstStyle/>
          <a:p>
            <a:endParaRPr/>
          </a:p>
        </p:txBody>
      </p:sp>
      <p:sp>
        <p:nvSpPr>
          <p:cNvPr id="59" name="object 58"/>
          <p:cNvSpPr/>
          <p:nvPr/>
        </p:nvSpPr>
        <p:spPr>
          <a:xfrm>
            <a:off x="4461554" y="3425207"/>
            <a:ext cx="50800" cy="104775"/>
          </a:xfrm>
          <a:custGeom>
            <a:avLst/>
            <a:gdLst/>
            <a:ahLst/>
            <a:cxnLst/>
            <a:rect l="l" t="t" r="r" b="b"/>
            <a:pathLst>
              <a:path w="50800" h="104775">
                <a:moveTo>
                  <a:pt x="33867" y="98425"/>
                </a:moveTo>
                <a:lnTo>
                  <a:pt x="8467" y="98425"/>
                </a:lnTo>
                <a:lnTo>
                  <a:pt x="8467" y="104775"/>
                </a:lnTo>
                <a:lnTo>
                  <a:pt x="33867" y="104775"/>
                </a:lnTo>
                <a:lnTo>
                  <a:pt x="33867" y="98425"/>
                </a:lnTo>
                <a:close/>
              </a:path>
              <a:path w="50800" h="104775">
                <a:moveTo>
                  <a:pt x="16934" y="6350"/>
                </a:moveTo>
                <a:lnTo>
                  <a:pt x="8467" y="6350"/>
                </a:lnTo>
                <a:lnTo>
                  <a:pt x="0" y="12700"/>
                </a:lnTo>
                <a:lnTo>
                  <a:pt x="0" y="98425"/>
                </a:lnTo>
                <a:lnTo>
                  <a:pt x="8467" y="98425"/>
                </a:lnTo>
                <a:lnTo>
                  <a:pt x="8467" y="12700"/>
                </a:lnTo>
                <a:lnTo>
                  <a:pt x="16934" y="6350"/>
                </a:lnTo>
                <a:close/>
              </a:path>
              <a:path w="50800" h="104775">
                <a:moveTo>
                  <a:pt x="42334" y="41275"/>
                </a:moveTo>
                <a:lnTo>
                  <a:pt x="33867" y="41275"/>
                </a:lnTo>
                <a:lnTo>
                  <a:pt x="33867" y="98425"/>
                </a:lnTo>
                <a:lnTo>
                  <a:pt x="42334" y="92075"/>
                </a:lnTo>
                <a:lnTo>
                  <a:pt x="42334" y="41275"/>
                </a:lnTo>
                <a:close/>
              </a:path>
              <a:path w="50800" h="104775">
                <a:moveTo>
                  <a:pt x="50800" y="12700"/>
                </a:moveTo>
                <a:lnTo>
                  <a:pt x="42334" y="12700"/>
                </a:lnTo>
                <a:lnTo>
                  <a:pt x="42334" y="23812"/>
                </a:lnTo>
                <a:lnTo>
                  <a:pt x="50800" y="23812"/>
                </a:lnTo>
                <a:lnTo>
                  <a:pt x="50800" y="12700"/>
                </a:lnTo>
                <a:close/>
              </a:path>
              <a:path w="50800" h="104775">
                <a:moveTo>
                  <a:pt x="42334" y="6350"/>
                </a:moveTo>
                <a:lnTo>
                  <a:pt x="33867" y="6350"/>
                </a:lnTo>
                <a:lnTo>
                  <a:pt x="33867" y="12700"/>
                </a:lnTo>
                <a:lnTo>
                  <a:pt x="42334" y="12700"/>
                </a:lnTo>
                <a:lnTo>
                  <a:pt x="42334" y="6350"/>
                </a:lnTo>
                <a:close/>
              </a:path>
              <a:path w="50800" h="104775">
                <a:moveTo>
                  <a:pt x="25400" y="0"/>
                </a:moveTo>
                <a:lnTo>
                  <a:pt x="16934" y="6350"/>
                </a:lnTo>
                <a:lnTo>
                  <a:pt x="25400" y="6350"/>
                </a:lnTo>
                <a:lnTo>
                  <a:pt x="25400" y="0"/>
                </a:lnTo>
                <a:close/>
              </a:path>
            </a:pathLst>
          </a:custGeom>
          <a:solidFill>
            <a:srgbClr val="E4E4E4"/>
          </a:solidFill>
        </p:spPr>
        <p:txBody>
          <a:bodyPr wrap="square" lIns="0" tIns="0" rIns="0" bIns="0" rtlCol="0"/>
          <a:lstStyle/>
          <a:p>
            <a:endParaRPr/>
          </a:p>
        </p:txBody>
      </p:sp>
      <p:sp>
        <p:nvSpPr>
          <p:cNvPr id="60" name="object 59"/>
          <p:cNvSpPr/>
          <p:nvPr/>
        </p:nvSpPr>
        <p:spPr>
          <a:xfrm>
            <a:off x="4461554" y="3425207"/>
            <a:ext cx="50800" cy="104775"/>
          </a:xfrm>
          <a:custGeom>
            <a:avLst/>
            <a:gdLst/>
            <a:ahLst/>
            <a:cxnLst/>
            <a:rect l="l" t="t" r="r" b="b"/>
            <a:pathLst>
              <a:path w="50800" h="104775">
                <a:moveTo>
                  <a:pt x="42334" y="41275"/>
                </a:moveTo>
                <a:lnTo>
                  <a:pt x="33867" y="41275"/>
                </a:lnTo>
                <a:lnTo>
                  <a:pt x="33867" y="92075"/>
                </a:lnTo>
                <a:lnTo>
                  <a:pt x="25400" y="98425"/>
                </a:lnTo>
                <a:lnTo>
                  <a:pt x="8467" y="98425"/>
                </a:lnTo>
                <a:lnTo>
                  <a:pt x="16934" y="104775"/>
                </a:lnTo>
                <a:lnTo>
                  <a:pt x="33867" y="98425"/>
                </a:lnTo>
                <a:lnTo>
                  <a:pt x="42334" y="92075"/>
                </a:lnTo>
                <a:lnTo>
                  <a:pt x="42334" y="41275"/>
                </a:lnTo>
                <a:close/>
              </a:path>
              <a:path w="50800" h="104775">
                <a:moveTo>
                  <a:pt x="25400" y="0"/>
                </a:moveTo>
                <a:lnTo>
                  <a:pt x="8467" y="6350"/>
                </a:lnTo>
                <a:lnTo>
                  <a:pt x="0" y="17462"/>
                </a:lnTo>
                <a:lnTo>
                  <a:pt x="0" y="92075"/>
                </a:lnTo>
                <a:lnTo>
                  <a:pt x="8467" y="98425"/>
                </a:lnTo>
                <a:lnTo>
                  <a:pt x="8467" y="12700"/>
                </a:lnTo>
                <a:lnTo>
                  <a:pt x="25400" y="6350"/>
                </a:lnTo>
                <a:lnTo>
                  <a:pt x="42334" y="6350"/>
                </a:lnTo>
                <a:lnTo>
                  <a:pt x="25400" y="0"/>
                </a:lnTo>
                <a:close/>
              </a:path>
              <a:path w="50800" h="104775">
                <a:moveTo>
                  <a:pt x="42334" y="6350"/>
                </a:moveTo>
                <a:lnTo>
                  <a:pt x="25400" y="6350"/>
                </a:lnTo>
                <a:lnTo>
                  <a:pt x="33867" y="12700"/>
                </a:lnTo>
                <a:lnTo>
                  <a:pt x="42334" y="17462"/>
                </a:lnTo>
                <a:lnTo>
                  <a:pt x="42334" y="23812"/>
                </a:lnTo>
                <a:lnTo>
                  <a:pt x="50800" y="23812"/>
                </a:lnTo>
                <a:lnTo>
                  <a:pt x="50800" y="17462"/>
                </a:lnTo>
                <a:lnTo>
                  <a:pt x="42334" y="6350"/>
                </a:lnTo>
                <a:close/>
              </a:path>
            </a:pathLst>
          </a:custGeom>
          <a:solidFill>
            <a:srgbClr val="E4E4E4"/>
          </a:solidFill>
        </p:spPr>
        <p:txBody>
          <a:bodyPr wrap="square" lIns="0" tIns="0" rIns="0" bIns="0" rtlCol="0"/>
          <a:lstStyle/>
          <a:p>
            <a:endParaRPr/>
          </a:p>
        </p:txBody>
      </p:sp>
      <p:sp>
        <p:nvSpPr>
          <p:cNvPr id="61" name="object 60"/>
          <p:cNvSpPr/>
          <p:nvPr/>
        </p:nvSpPr>
        <p:spPr>
          <a:xfrm>
            <a:off x="4461553" y="3425207"/>
            <a:ext cx="50800" cy="104775"/>
          </a:xfrm>
          <a:custGeom>
            <a:avLst/>
            <a:gdLst/>
            <a:ahLst/>
            <a:cxnLst/>
            <a:rect l="l" t="t" r="r" b="b"/>
            <a:pathLst>
              <a:path w="50800" h="104775">
                <a:moveTo>
                  <a:pt x="50799" y="23812"/>
                </a:moveTo>
                <a:lnTo>
                  <a:pt x="42333" y="23812"/>
                </a:lnTo>
                <a:lnTo>
                  <a:pt x="42333" y="17462"/>
                </a:lnTo>
                <a:lnTo>
                  <a:pt x="33866" y="12700"/>
                </a:lnTo>
                <a:lnTo>
                  <a:pt x="25399" y="6349"/>
                </a:lnTo>
                <a:lnTo>
                  <a:pt x="8466" y="12700"/>
                </a:lnTo>
                <a:lnTo>
                  <a:pt x="8466" y="17462"/>
                </a:lnTo>
                <a:lnTo>
                  <a:pt x="8466" y="92074"/>
                </a:lnTo>
                <a:lnTo>
                  <a:pt x="8466" y="98424"/>
                </a:lnTo>
                <a:lnTo>
                  <a:pt x="16933" y="98424"/>
                </a:lnTo>
                <a:lnTo>
                  <a:pt x="25399" y="98424"/>
                </a:lnTo>
                <a:lnTo>
                  <a:pt x="33866" y="92074"/>
                </a:lnTo>
                <a:lnTo>
                  <a:pt x="33866" y="41274"/>
                </a:lnTo>
                <a:lnTo>
                  <a:pt x="42333" y="41274"/>
                </a:lnTo>
                <a:lnTo>
                  <a:pt x="42333" y="92074"/>
                </a:lnTo>
                <a:lnTo>
                  <a:pt x="33866" y="98424"/>
                </a:lnTo>
                <a:lnTo>
                  <a:pt x="16933" y="104774"/>
                </a:lnTo>
                <a:lnTo>
                  <a:pt x="8466" y="98424"/>
                </a:lnTo>
                <a:lnTo>
                  <a:pt x="0" y="92074"/>
                </a:lnTo>
                <a:lnTo>
                  <a:pt x="0" y="17462"/>
                </a:lnTo>
                <a:lnTo>
                  <a:pt x="8466" y="6349"/>
                </a:lnTo>
                <a:lnTo>
                  <a:pt x="25399" y="0"/>
                </a:lnTo>
                <a:lnTo>
                  <a:pt x="42333" y="6349"/>
                </a:lnTo>
                <a:lnTo>
                  <a:pt x="50799" y="17462"/>
                </a:lnTo>
                <a:lnTo>
                  <a:pt x="50799" y="23812"/>
                </a:lnTo>
              </a:path>
            </a:pathLst>
          </a:custGeom>
          <a:ln w="4156">
            <a:solidFill>
              <a:srgbClr val="919191"/>
            </a:solidFill>
          </a:ln>
        </p:spPr>
        <p:txBody>
          <a:bodyPr wrap="square" lIns="0" tIns="0" rIns="0" bIns="0" rtlCol="0"/>
          <a:lstStyle/>
          <a:p>
            <a:endParaRPr/>
          </a:p>
        </p:txBody>
      </p:sp>
      <p:sp>
        <p:nvSpPr>
          <p:cNvPr id="62" name="object 61"/>
          <p:cNvSpPr/>
          <p:nvPr/>
        </p:nvSpPr>
        <p:spPr>
          <a:xfrm>
            <a:off x="4461554" y="3431557"/>
            <a:ext cx="42545" cy="98425"/>
          </a:xfrm>
          <a:custGeom>
            <a:avLst/>
            <a:gdLst/>
            <a:ahLst/>
            <a:cxnLst/>
            <a:rect l="l" t="t" r="r" b="b"/>
            <a:pathLst>
              <a:path w="42545" h="98425">
                <a:moveTo>
                  <a:pt x="42334" y="0"/>
                </a:moveTo>
                <a:lnTo>
                  <a:pt x="25400" y="0"/>
                </a:lnTo>
                <a:lnTo>
                  <a:pt x="8467" y="6350"/>
                </a:lnTo>
                <a:lnTo>
                  <a:pt x="0" y="11112"/>
                </a:lnTo>
                <a:lnTo>
                  <a:pt x="0" y="85725"/>
                </a:lnTo>
                <a:lnTo>
                  <a:pt x="16934" y="98425"/>
                </a:lnTo>
                <a:lnTo>
                  <a:pt x="33867" y="92075"/>
                </a:lnTo>
                <a:lnTo>
                  <a:pt x="33867" y="39687"/>
                </a:lnTo>
                <a:lnTo>
                  <a:pt x="42334" y="17462"/>
                </a:lnTo>
                <a:lnTo>
                  <a:pt x="42334" y="0"/>
                </a:lnTo>
                <a:close/>
              </a:path>
            </a:pathLst>
          </a:custGeom>
          <a:solidFill>
            <a:srgbClr val="E4E4E4"/>
          </a:solidFill>
        </p:spPr>
        <p:txBody>
          <a:bodyPr wrap="square" lIns="0" tIns="0" rIns="0" bIns="0" rtlCol="0"/>
          <a:lstStyle/>
          <a:p>
            <a:endParaRPr/>
          </a:p>
        </p:txBody>
      </p:sp>
      <p:sp>
        <p:nvSpPr>
          <p:cNvPr id="63" name="object 62"/>
          <p:cNvSpPr/>
          <p:nvPr/>
        </p:nvSpPr>
        <p:spPr>
          <a:xfrm>
            <a:off x="4461553" y="3431557"/>
            <a:ext cx="42545" cy="98425"/>
          </a:xfrm>
          <a:custGeom>
            <a:avLst/>
            <a:gdLst/>
            <a:ahLst/>
            <a:cxnLst/>
            <a:rect l="l" t="t" r="r" b="b"/>
            <a:pathLst>
              <a:path w="42545" h="98425">
                <a:moveTo>
                  <a:pt x="42333" y="17462"/>
                </a:moveTo>
                <a:lnTo>
                  <a:pt x="42333" y="11112"/>
                </a:lnTo>
                <a:lnTo>
                  <a:pt x="42333" y="0"/>
                </a:lnTo>
                <a:lnTo>
                  <a:pt x="25399" y="0"/>
                </a:lnTo>
                <a:lnTo>
                  <a:pt x="8466" y="6349"/>
                </a:lnTo>
                <a:lnTo>
                  <a:pt x="0" y="11112"/>
                </a:lnTo>
                <a:lnTo>
                  <a:pt x="0" y="85724"/>
                </a:lnTo>
                <a:lnTo>
                  <a:pt x="8466" y="92074"/>
                </a:lnTo>
                <a:lnTo>
                  <a:pt x="16933" y="98424"/>
                </a:lnTo>
                <a:lnTo>
                  <a:pt x="33866" y="92074"/>
                </a:lnTo>
                <a:lnTo>
                  <a:pt x="33866" y="85724"/>
                </a:lnTo>
                <a:lnTo>
                  <a:pt x="33866" y="39687"/>
                </a:lnTo>
              </a:path>
            </a:pathLst>
          </a:custGeom>
          <a:ln w="4156">
            <a:solidFill>
              <a:srgbClr val="A9A9A9"/>
            </a:solidFill>
          </a:ln>
        </p:spPr>
        <p:txBody>
          <a:bodyPr wrap="square" lIns="0" tIns="0" rIns="0" bIns="0" rtlCol="0"/>
          <a:lstStyle/>
          <a:p>
            <a:endParaRPr/>
          </a:p>
        </p:txBody>
      </p:sp>
      <p:sp>
        <p:nvSpPr>
          <p:cNvPr id="64" name="object 63"/>
          <p:cNvSpPr/>
          <p:nvPr/>
        </p:nvSpPr>
        <p:spPr>
          <a:xfrm>
            <a:off x="4436153" y="3569669"/>
            <a:ext cx="565150" cy="1905"/>
          </a:xfrm>
          <a:custGeom>
            <a:avLst/>
            <a:gdLst/>
            <a:ahLst/>
            <a:cxnLst/>
            <a:rect l="l" t="t" r="r" b="b"/>
            <a:pathLst>
              <a:path w="565150" h="1904">
                <a:moveTo>
                  <a:pt x="0" y="0"/>
                </a:moveTo>
                <a:lnTo>
                  <a:pt x="565149" y="1587"/>
                </a:lnTo>
              </a:path>
            </a:pathLst>
          </a:custGeom>
          <a:ln w="4156">
            <a:solidFill>
              <a:srgbClr val="000000"/>
            </a:solidFill>
          </a:ln>
        </p:spPr>
        <p:txBody>
          <a:bodyPr wrap="square" lIns="0" tIns="0" rIns="0" bIns="0" rtlCol="0"/>
          <a:lstStyle/>
          <a:p>
            <a:endParaRPr/>
          </a:p>
        </p:txBody>
      </p:sp>
      <p:sp>
        <p:nvSpPr>
          <p:cNvPr id="65" name="object 64"/>
          <p:cNvSpPr/>
          <p:nvPr/>
        </p:nvSpPr>
        <p:spPr>
          <a:xfrm>
            <a:off x="4436153" y="3591894"/>
            <a:ext cx="574040" cy="1905"/>
          </a:xfrm>
          <a:custGeom>
            <a:avLst/>
            <a:gdLst/>
            <a:ahLst/>
            <a:cxnLst/>
            <a:rect l="l" t="t" r="r" b="b"/>
            <a:pathLst>
              <a:path w="574039" h="1904">
                <a:moveTo>
                  <a:pt x="0" y="0"/>
                </a:moveTo>
                <a:lnTo>
                  <a:pt x="573616" y="1587"/>
                </a:lnTo>
              </a:path>
            </a:pathLst>
          </a:custGeom>
          <a:ln w="4156">
            <a:solidFill>
              <a:srgbClr val="000000"/>
            </a:solidFill>
          </a:ln>
        </p:spPr>
        <p:txBody>
          <a:bodyPr wrap="square" lIns="0" tIns="0" rIns="0" bIns="0" rtlCol="0"/>
          <a:lstStyle/>
          <a:p>
            <a:endParaRPr/>
          </a:p>
        </p:txBody>
      </p:sp>
      <p:sp>
        <p:nvSpPr>
          <p:cNvPr id="66" name="object 65"/>
          <p:cNvSpPr/>
          <p:nvPr/>
        </p:nvSpPr>
        <p:spPr>
          <a:xfrm>
            <a:off x="4436153" y="3622055"/>
            <a:ext cx="410845" cy="1905"/>
          </a:xfrm>
          <a:custGeom>
            <a:avLst/>
            <a:gdLst/>
            <a:ahLst/>
            <a:cxnLst/>
            <a:rect l="l" t="t" r="r" b="b"/>
            <a:pathLst>
              <a:path w="410845" h="1904">
                <a:moveTo>
                  <a:pt x="0" y="0"/>
                </a:moveTo>
                <a:lnTo>
                  <a:pt x="410633" y="1587"/>
                </a:lnTo>
              </a:path>
            </a:pathLst>
          </a:custGeom>
          <a:ln w="4156">
            <a:solidFill>
              <a:srgbClr val="000000"/>
            </a:solidFill>
          </a:ln>
        </p:spPr>
        <p:txBody>
          <a:bodyPr wrap="square" lIns="0" tIns="0" rIns="0" bIns="0" rtlCol="0"/>
          <a:lstStyle/>
          <a:p>
            <a:endParaRPr/>
          </a:p>
        </p:txBody>
      </p:sp>
      <p:sp>
        <p:nvSpPr>
          <p:cNvPr id="67" name="object 66"/>
          <p:cNvSpPr/>
          <p:nvPr/>
        </p:nvSpPr>
        <p:spPr>
          <a:xfrm>
            <a:off x="4436153" y="3672855"/>
            <a:ext cx="590550" cy="1905"/>
          </a:xfrm>
          <a:custGeom>
            <a:avLst/>
            <a:gdLst/>
            <a:ahLst/>
            <a:cxnLst/>
            <a:rect l="l" t="t" r="r" b="b"/>
            <a:pathLst>
              <a:path w="590550" h="1904">
                <a:moveTo>
                  <a:pt x="0" y="0"/>
                </a:moveTo>
                <a:lnTo>
                  <a:pt x="590549" y="1587"/>
                </a:lnTo>
              </a:path>
            </a:pathLst>
          </a:custGeom>
          <a:ln w="4156">
            <a:solidFill>
              <a:srgbClr val="000000"/>
            </a:solidFill>
          </a:ln>
        </p:spPr>
        <p:txBody>
          <a:bodyPr wrap="square" lIns="0" tIns="0" rIns="0" bIns="0" rtlCol="0"/>
          <a:lstStyle/>
          <a:p>
            <a:endParaRPr/>
          </a:p>
        </p:txBody>
      </p:sp>
      <p:sp>
        <p:nvSpPr>
          <p:cNvPr id="68" name="object 67"/>
          <p:cNvSpPr/>
          <p:nvPr/>
        </p:nvSpPr>
        <p:spPr>
          <a:xfrm>
            <a:off x="4436153" y="3701430"/>
            <a:ext cx="565150" cy="1905"/>
          </a:xfrm>
          <a:custGeom>
            <a:avLst/>
            <a:gdLst/>
            <a:ahLst/>
            <a:cxnLst/>
            <a:rect l="l" t="t" r="r" b="b"/>
            <a:pathLst>
              <a:path w="565150" h="1904">
                <a:moveTo>
                  <a:pt x="0" y="0"/>
                </a:moveTo>
                <a:lnTo>
                  <a:pt x="565149" y="1587"/>
                </a:lnTo>
              </a:path>
            </a:pathLst>
          </a:custGeom>
          <a:ln w="4156">
            <a:solidFill>
              <a:srgbClr val="000000"/>
            </a:solidFill>
          </a:ln>
        </p:spPr>
        <p:txBody>
          <a:bodyPr wrap="square" lIns="0" tIns="0" rIns="0" bIns="0" rtlCol="0"/>
          <a:lstStyle/>
          <a:p>
            <a:endParaRPr/>
          </a:p>
        </p:txBody>
      </p:sp>
      <p:sp>
        <p:nvSpPr>
          <p:cNvPr id="69" name="object 68"/>
          <p:cNvSpPr/>
          <p:nvPr/>
        </p:nvSpPr>
        <p:spPr>
          <a:xfrm>
            <a:off x="4436153" y="3730005"/>
            <a:ext cx="574040" cy="1905"/>
          </a:xfrm>
          <a:custGeom>
            <a:avLst/>
            <a:gdLst/>
            <a:ahLst/>
            <a:cxnLst/>
            <a:rect l="l" t="t" r="r" b="b"/>
            <a:pathLst>
              <a:path w="574039" h="1904">
                <a:moveTo>
                  <a:pt x="0" y="0"/>
                </a:moveTo>
                <a:lnTo>
                  <a:pt x="573616" y="1587"/>
                </a:lnTo>
              </a:path>
            </a:pathLst>
          </a:custGeom>
          <a:ln w="4156">
            <a:solidFill>
              <a:srgbClr val="000000"/>
            </a:solidFill>
          </a:ln>
        </p:spPr>
        <p:txBody>
          <a:bodyPr wrap="square" lIns="0" tIns="0" rIns="0" bIns="0" rtlCol="0"/>
          <a:lstStyle/>
          <a:p>
            <a:endParaRPr/>
          </a:p>
        </p:txBody>
      </p:sp>
      <p:sp>
        <p:nvSpPr>
          <p:cNvPr id="70" name="object 69"/>
          <p:cNvSpPr/>
          <p:nvPr/>
        </p:nvSpPr>
        <p:spPr>
          <a:xfrm>
            <a:off x="4436153" y="3753819"/>
            <a:ext cx="410845" cy="1905"/>
          </a:xfrm>
          <a:custGeom>
            <a:avLst/>
            <a:gdLst/>
            <a:ahLst/>
            <a:cxnLst/>
            <a:rect l="l" t="t" r="r" b="b"/>
            <a:pathLst>
              <a:path w="410845" h="1904">
                <a:moveTo>
                  <a:pt x="0" y="0"/>
                </a:moveTo>
                <a:lnTo>
                  <a:pt x="410633" y="1587"/>
                </a:lnTo>
              </a:path>
            </a:pathLst>
          </a:custGeom>
          <a:ln w="4156">
            <a:solidFill>
              <a:srgbClr val="000000"/>
            </a:solidFill>
          </a:ln>
        </p:spPr>
        <p:txBody>
          <a:bodyPr wrap="square" lIns="0" tIns="0" rIns="0" bIns="0" rtlCol="0"/>
          <a:lstStyle/>
          <a:p>
            <a:endParaRPr/>
          </a:p>
        </p:txBody>
      </p:sp>
      <p:sp>
        <p:nvSpPr>
          <p:cNvPr id="71" name="object 70"/>
          <p:cNvSpPr/>
          <p:nvPr/>
        </p:nvSpPr>
        <p:spPr>
          <a:xfrm>
            <a:off x="4436153" y="3810969"/>
            <a:ext cx="590550" cy="1905"/>
          </a:xfrm>
          <a:custGeom>
            <a:avLst/>
            <a:gdLst/>
            <a:ahLst/>
            <a:cxnLst/>
            <a:rect l="l" t="t" r="r" b="b"/>
            <a:pathLst>
              <a:path w="590550" h="1904">
                <a:moveTo>
                  <a:pt x="0" y="0"/>
                </a:moveTo>
                <a:lnTo>
                  <a:pt x="590549" y="1588"/>
                </a:lnTo>
              </a:path>
            </a:pathLst>
          </a:custGeom>
          <a:ln w="4156">
            <a:solidFill>
              <a:srgbClr val="000000"/>
            </a:solidFill>
          </a:ln>
        </p:spPr>
        <p:txBody>
          <a:bodyPr wrap="square" lIns="0" tIns="0" rIns="0" bIns="0" rtlCol="0"/>
          <a:lstStyle/>
          <a:p>
            <a:endParaRPr/>
          </a:p>
        </p:txBody>
      </p:sp>
      <p:sp>
        <p:nvSpPr>
          <p:cNvPr id="72" name="object 71"/>
          <p:cNvSpPr/>
          <p:nvPr/>
        </p:nvSpPr>
        <p:spPr>
          <a:xfrm>
            <a:off x="4436153" y="3833194"/>
            <a:ext cx="565150" cy="1905"/>
          </a:xfrm>
          <a:custGeom>
            <a:avLst/>
            <a:gdLst/>
            <a:ahLst/>
            <a:cxnLst/>
            <a:rect l="l" t="t" r="r" b="b"/>
            <a:pathLst>
              <a:path w="565150" h="1904">
                <a:moveTo>
                  <a:pt x="0" y="0"/>
                </a:moveTo>
                <a:lnTo>
                  <a:pt x="565149" y="1588"/>
                </a:lnTo>
              </a:path>
            </a:pathLst>
          </a:custGeom>
          <a:ln w="4156">
            <a:solidFill>
              <a:srgbClr val="000000"/>
            </a:solidFill>
          </a:ln>
        </p:spPr>
        <p:txBody>
          <a:bodyPr wrap="square" lIns="0" tIns="0" rIns="0" bIns="0" rtlCol="0"/>
          <a:lstStyle/>
          <a:p>
            <a:endParaRPr/>
          </a:p>
        </p:txBody>
      </p:sp>
      <p:sp>
        <p:nvSpPr>
          <p:cNvPr id="73" name="object 72"/>
          <p:cNvSpPr/>
          <p:nvPr/>
        </p:nvSpPr>
        <p:spPr>
          <a:xfrm>
            <a:off x="4436153" y="3861769"/>
            <a:ext cx="574040" cy="1905"/>
          </a:xfrm>
          <a:custGeom>
            <a:avLst/>
            <a:gdLst/>
            <a:ahLst/>
            <a:cxnLst/>
            <a:rect l="l" t="t" r="r" b="b"/>
            <a:pathLst>
              <a:path w="574039" h="1904">
                <a:moveTo>
                  <a:pt x="0" y="0"/>
                </a:moveTo>
                <a:lnTo>
                  <a:pt x="573616" y="1588"/>
                </a:lnTo>
              </a:path>
            </a:pathLst>
          </a:custGeom>
          <a:ln w="4156">
            <a:solidFill>
              <a:srgbClr val="000000"/>
            </a:solidFill>
          </a:ln>
        </p:spPr>
        <p:txBody>
          <a:bodyPr wrap="square" lIns="0" tIns="0" rIns="0" bIns="0" rtlCol="0"/>
          <a:lstStyle/>
          <a:p>
            <a:endParaRPr/>
          </a:p>
        </p:txBody>
      </p:sp>
      <p:sp>
        <p:nvSpPr>
          <p:cNvPr id="74" name="object 73"/>
          <p:cNvSpPr/>
          <p:nvPr/>
        </p:nvSpPr>
        <p:spPr>
          <a:xfrm>
            <a:off x="4436153" y="3885581"/>
            <a:ext cx="574040" cy="1905"/>
          </a:xfrm>
          <a:custGeom>
            <a:avLst/>
            <a:gdLst/>
            <a:ahLst/>
            <a:cxnLst/>
            <a:rect l="l" t="t" r="r" b="b"/>
            <a:pathLst>
              <a:path w="574039" h="1904">
                <a:moveTo>
                  <a:pt x="0" y="0"/>
                </a:moveTo>
                <a:lnTo>
                  <a:pt x="573616" y="1588"/>
                </a:lnTo>
              </a:path>
            </a:pathLst>
          </a:custGeom>
          <a:ln w="4156">
            <a:solidFill>
              <a:srgbClr val="000000"/>
            </a:solidFill>
          </a:ln>
        </p:spPr>
        <p:txBody>
          <a:bodyPr wrap="square" lIns="0" tIns="0" rIns="0" bIns="0" rtlCol="0"/>
          <a:lstStyle/>
          <a:p>
            <a:endParaRPr/>
          </a:p>
        </p:txBody>
      </p:sp>
      <p:sp>
        <p:nvSpPr>
          <p:cNvPr id="75" name="object 74"/>
          <p:cNvSpPr/>
          <p:nvPr/>
        </p:nvSpPr>
        <p:spPr>
          <a:xfrm>
            <a:off x="4436153" y="3942730"/>
            <a:ext cx="590550" cy="1905"/>
          </a:xfrm>
          <a:custGeom>
            <a:avLst/>
            <a:gdLst/>
            <a:ahLst/>
            <a:cxnLst/>
            <a:rect l="l" t="t" r="r" b="b"/>
            <a:pathLst>
              <a:path w="590550" h="1904">
                <a:moveTo>
                  <a:pt x="0" y="0"/>
                </a:moveTo>
                <a:lnTo>
                  <a:pt x="590549" y="1588"/>
                </a:lnTo>
              </a:path>
            </a:pathLst>
          </a:custGeom>
          <a:ln w="4156">
            <a:solidFill>
              <a:srgbClr val="000000"/>
            </a:solidFill>
          </a:ln>
        </p:spPr>
        <p:txBody>
          <a:bodyPr wrap="square" lIns="0" tIns="0" rIns="0" bIns="0" rtlCol="0"/>
          <a:lstStyle/>
          <a:p>
            <a:endParaRPr/>
          </a:p>
        </p:txBody>
      </p:sp>
      <p:sp>
        <p:nvSpPr>
          <p:cNvPr id="76" name="object 75"/>
          <p:cNvSpPr/>
          <p:nvPr/>
        </p:nvSpPr>
        <p:spPr>
          <a:xfrm>
            <a:off x="4436153" y="3966544"/>
            <a:ext cx="565150" cy="1905"/>
          </a:xfrm>
          <a:custGeom>
            <a:avLst/>
            <a:gdLst/>
            <a:ahLst/>
            <a:cxnLst/>
            <a:rect l="l" t="t" r="r" b="b"/>
            <a:pathLst>
              <a:path w="565150" h="1904">
                <a:moveTo>
                  <a:pt x="0" y="0"/>
                </a:moveTo>
                <a:lnTo>
                  <a:pt x="565149" y="1588"/>
                </a:lnTo>
              </a:path>
            </a:pathLst>
          </a:custGeom>
          <a:ln w="4156">
            <a:solidFill>
              <a:srgbClr val="000000"/>
            </a:solidFill>
          </a:ln>
        </p:spPr>
        <p:txBody>
          <a:bodyPr wrap="square" lIns="0" tIns="0" rIns="0" bIns="0" rtlCol="0"/>
          <a:lstStyle/>
          <a:p>
            <a:endParaRPr/>
          </a:p>
        </p:txBody>
      </p:sp>
      <p:sp>
        <p:nvSpPr>
          <p:cNvPr id="77" name="object 76"/>
          <p:cNvSpPr/>
          <p:nvPr/>
        </p:nvSpPr>
        <p:spPr>
          <a:xfrm>
            <a:off x="4436153" y="3995119"/>
            <a:ext cx="574040" cy="1905"/>
          </a:xfrm>
          <a:custGeom>
            <a:avLst/>
            <a:gdLst/>
            <a:ahLst/>
            <a:cxnLst/>
            <a:rect l="l" t="t" r="r" b="b"/>
            <a:pathLst>
              <a:path w="574039" h="1904">
                <a:moveTo>
                  <a:pt x="0" y="0"/>
                </a:moveTo>
                <a:lnTo>
                  <a:pt x="573616" y="1588"/>
                </a:lnTo>
              </a:path>
            </a:pathLst>
          </a:custGeom>
          <a:ln w="4156">
            <a:solidFill>
              <a:srgbClr val="000000"/>
            </a:solidFill>
          </a:ln>
        </p:spPr>
        <p:txBody>
          <a:bodyPr wrap="square" lIns="0" tIns="0" rIns="0" bIns="0" rtlCol="0"/>
          <a:lstStyle/>
          <a:p>
            <a:endParaRPr/>
          </a:p>
        </p:txBody>
      </p:sp>
      <p:sp>
        <p:nvSpPr>
          <p:cNvPr id="78" name="object 77"/>
          <p:cNvSpPr/>
          <p:nvPr/>
        </p:nvSpPr>
        <p:spPr>
          <a:xfrm>
            <a:off x="4436153" y="4023694"/>
            <a:ext cx="574040" cy="1905"/>
          </a:xfrm>
          <a:custGeom>
            <a:avLst/>
            <a:gdLst/>
            <a:ahLst/>
            <a:cxnLst/>
            <a:rect l="l" t="t" r="r" b="b"/>
            <a:pathLst>
              <a:path w="574039" h="1904">
                <a:moveTo>
                  <a:pt x="0" y="0"/>
                </a:moveTo>
                <a:lnTo>
                  <a:pt x="573616" y="1588"/>
                </a:lnTo>
              </a:path>
            </a:pathLst>
          </a:custGeom>
          <a:ln w="4156">
            <a:solidFill>
              <a:srgbClr val="000000"/>
            </a:solidFill>
          </a:ln>
        </p:spPr>
        <p:txBody>
          <a:bodyPr wrap="square" lIns="0" tIns="0" rIns="0" bIns="0" rtlCol="0"/>
          <a:lstStyle/>
          <a:p>
            <a:endParaRPr/>
          </a:p>
        </p:txBody>
      </p:sp>
      <p:sp>
        <p:nvSpPr>
          <p:cNvPr id="79" name="object 78"/>
          <p:cNvSpPr/>
          <p:nvPr/>
        </p:nvSpPr>
        <p:spPr>
          <a:xfrm>
            <a:off x="4436153" y="4045919"/>
            <a:ext cx="582295" cy="1905"/>
          </a:xfrm>
          <a:custGeom>
            <a:avLst/>
            <a:gdLst/>
            <a:ahLst/>
            <a:cxnLst/>
            <a:rect l="l" t="t" r="r" b="b"/>
            <a:pathLst>
              <a:path w="582295" h="1904">
                <a:moveTo>
                  <a:pt x="0" y="0"/>
                </a:moveTo>
                <a:lnTo>
                  <a:pt x="582082" y="1588"/>
                </a:lnTo>
              </a:path>
            </a:pathLst>
          </a:custGeom>
          <a:ln w="4156">
            <a:solidFill>
              <a:srgbClr val="000000"/>
            </a:solidFill>
          </a:ln>
        </p:spPr>
        <p:txBody>
          <a:bodyPr wrap="square" lIns="0" tIns="0" rIns="0" bIns="0" rtlCol="0"/>
          <a:lstStyle/>
          <a:p>
            <a:endParaRPr/>
          </a:p>
        </p:txBody>
      </p:sp>
      <p:sp>
        <p:nvSpPr>
          <p:cNvPr id="80" name="object 79"/>
          <p:cNvSpPr/>
          <p:nvPr/>
        </p:nvSpPr>
        <p:spPr>
          <a:xfrm>
            <a:off x="4436153" y="4074494"/>
            <a:ext cx="171450" cy="1905"/>
          </a:xfrm>
          <a:custGeom>
            <a:avLst/>
            <a:gdLst/>
            <a:ahLst/>
            <a:cxnLst/>
            <a:rect l="l" t="t" r="r" b="b"/>
            <a:pathLst>
              <a:path w="171450" h="1904">
                <a:moveTo>
                  <a:pt x="0" y="0"/>
                </a:moveTo>
                <a:lnTo>
                  <a:pt x="171449" y="1588"/>
                </a:lnTo>
              </a:path>
            </a:pathLst>
          </a:custGeom>
          <a:ln w="4156">
            <a:solidFill>
              <a:srgbClr val="000000"/>
            </a:solidFill>
          </a:ln>
        </p:spPr>
        <p:txBody>
          <a:bodyPr wrap="square" lIns="0" tIns="0" rIns="0" bIns="0" rtlCol="0"/>
          <a:lstStyle/>
          <a:p>
            <a:endParaRPr/>
          </a:p>
        </p:txBody>
      </p:sp>
      <p:sp>
        <p:nvSpPr>
          <p:cNvPr id="81" name="object 80"/>
          <p:cNvSpPr txBox="1"/>
          <p:nvPr/>
        </p:nvSpPr>
        <p:spPr>
          <a:xfrm>
            <a:off x="3288921" y="4318969"/>
            <a:ext cx="2901950" cy="1187450"/>
          </a:xfrm>
          <a:prstGeom prst="rect">
            <a:avLst/>
          </a:prstGeom>
          <a:solidFill>
            <a:srgbClr val="FFD479"/>
          </a:solidFill>
        </p:spPr>
        <p:txBody>
          <a:bodyPr vert="horz" wrap="square" lIns="0" tIns="39370" rIns="0" bIns="0" rtlCol="0">
            <a:spAutoFit/>
          </a:bodyPr>
          <a:lstStyle/>
          <a:p>
            <a:pPr marL="229870">
              <a:lnSpc>
                <a:spcPts val="2840"/>
              </a:lnSpc>
              <a:spcBef>
                <a:spcPts val="310"/>
              </a:spcBef>
            </a:pPr>
            <a:r>
              <a:rPr sz="2400" u="heavy" dirty="0">
                <a:uFill>
                  <a:solidFill>
                    <a:srgbClr val="000000"/>
                  </a:solidFill>
                </a:uFill>
                <a:latin typeface="华文新魏" panose="02010800040101010101" charset="-122"/>
                <a:cs typeface="华文新魏" panose="02010800040101010101" charset="-122"/>
              </a:rPr>
              <a:t>注册课程用例提纲</a:t>
            </a:r>
            <a:endParaRPr sz="2400">
              <a:latin typeface="华文新魏" panose="02010800040101010101" charset="-122"/>
              <a:cs typeface="华文新魏" panose="02010800040101010101" charset="-122"/>
            </a:endParaRPr>
          </a:p>
          <a:p>
            <a:pPr marL="90170">
              <a:lnSpc>
                <a:spcPts val="2840"/>
              </a:lnSpc>
            </a:pPr>
            <a:r>
              <a:rPr sz="2400" dirty="0">
                <a:latin typeface="华文新魏" panose="02010800040101010101" charset="-122"/>
                <a:cs typeface="华文新魏" panose="02010800040101010101" charset="-122"/>
              </a:rPr>
              <a:t>+</a:t>
            </a:r>
            <a:r>
              <a:rPr sz="2400" spc="-100" dirty="0">
                <a:latin typeface="华文新魏" panose="02010800040101010101" charset="-122"/>
                <a:cs typeface="华文新魏" panose="02010800040101010101" charset="-122"/>
              </a:rPr>
              <a:t> </a:t>
            </a:r>
            <a:r>
              <a:rPr sz="2400" dirty="0">
                <a:latin typeface="华文新魏" panose="02010800040101010101" charset="-122"/>
                <a:cs typeface="华文新魏" panose="02010800040101010101" charset="-122"/>
              </a:rPr>
              <a:t>粗略列出事件流程</a:t>
            </a:r>
            <a:endParaRPr sz="2400">
              <a:latin typeface="华文新魏" panose="02010800040101010101" charset="-122"/>
              <a:cs typeface="华文新魏" panose="02010800040101010101" charset="-122"/>
            </a:endParaRPr>
          </a:p>
          <a:p>
            <a:pPr marL="952500" indent="-215265">
              <a:lnSpc>
                <a:spcPct val="100000"/>
              </a:lnSpc>
              <a:spcBef>
                <a:spcPts val="20"/>
              </a:spcBef>
              <a:buFont typeface="Symbol" panose="05050102010706020507"/>
              <a:buChar char=""/>
              <a:tabLst>
                <a:tab pos="953135" algn="l"/>
              </a:tabLst>
            </a:pPr>
            <a:r>
              <a:rPr sz="2400" dirty="0">
                <a:latin typeface="华文新魏" panose="02010800040101010101" charset="-122"/>
                <a:cs typeface="华文新魏" panose="02010800040101010101" charset="-122"/>
              </a:rPr>
              <a:t>大体步骤</a:t>
            </a:r>
            <a:endParaRPr sz="2400">
              <a:latin typeface="华文新魏" panose="02010800040101010101" charset="-122"/>
              <a:cs typeface="华文新魏" panose="02010800040101010101" charset="-122"/>
            </a:endParaRPr>
          </a:p>
        </p:txBody>
      </p:sp>
      <p:sp>
        <p:nvSpPr>
          <p:cNvPr id="82" name="object 81"/>
          <p:cNvSpPr/>
          <p:nvPr/>
        </p:nvSpPr>
        <p:spPr>
          <a:xfrm>
            <a:off x="3449788" y="2928319"/>
            <a:ext cx="668655" cy="393700"/>
          </a:xfrm>
          <a:custGeom>
            <a:avLst/>
            <a:gdLst/>
            <a:ahLst/>
            <a:cxnLst/>
            <a:rect l="l" t="t" r="r" b="b"/>
            <a:pathLst>
              <a:path w="668654" h="393700">
                <a:moveTo>
                  <a:pt x="0" y="0"/>
                </a:moveTo>
                <a:lnTo>
                  <a:pt x="668295" y="393289"/>
                </a:lnTo>
              </a:path>
            </a:pathLst>
          </a:custGeom>
          <a:ln w="57149">
            <a:solidFill>
              <a:srgbClr val="6CACDD"/>
            </a:solidFill>
          </a:ln>
        </p:spPr>
        <p:txBody>
          <a:bodyPr wrap="square" lIns="0" tIns="0" rIns="0" bIns="0" rtlCol="0"/>
          <a:lstStyle/>
          <a:p>
            <a:endParaRPr/>
          </a:p>
        </p:txBody>
      </p:sp>
      <p:sp>
        <p:nvSpPr>
          <p:cNvPr id="83" name="object 82"/>
          <p:cNvSpPr/>
          <p:nvPr/>
        </p:nvSpPr>
        <p:spPr>
          <a:xfrm>
            <a:off x="3976097" y="3189756"/>
            <a:ext cx="191770" cy="161290"/>
          </a:xfrm>
          <a:custGeom>
            <a:avLst/>
            <a:gdLst/>
            <a:ahLst/>
            <a:cxnLst/>
            <a:rect l="l" t="t" r="r" b="b"/>
            <a:pathLst>
              <a:path w="191770" h="161289">
                <a:moveTo>
                  <a:pt x="86956" y="0"/>
                </a:moveTo>
                <a:lnTo>
                  <a:pt x="0" y="147761"/>
                </a:lnTo>
                <a:lnTo>
                  <a:pt x="191240" y="160837"/>
                </a:lnTo>
                <a:lnTo>
                  <a:pt x="86956" y="0"/>
                </a:lnTo>
                <a:close/>
              </a:path>
            </a:pathLst>
          </a:custGeom>
          <a:solidFill>
            <a:srgbClr val="6CACDD"/>
          </a:solidFill>
        </p:spPr>
        <p:txBody>
          <a:bodyPr wrap="square" lIns="0" tIns="0" rIns="0" bIns="0" rtlCol="0"/>
          <a:lstStyle/>
          <a:p>
            <a:endParaRPr/>
          </a:p>
        </p:txBody>
      </p:sp>
      <p:sp>
        <p:nvSpPr>
          <p:cNvPr id="84" name="object 83"/>
          <p:cNvSpPr txBox="1"/>
          <p:nvPr/>
        </p:nvSpPr>
        <p:spPr>
          <a:xfrm>
            <a:off x="387798" y="2023652"/>
            <a:ext cx="635000"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华文新魏" panose="02010800040101010101" charset="-122"/>
                <a:cs typeface="华文新魏" panose="02010800040101010101" charset="-122"/>
              </a:rPr>
              <a:t>学生</a:t>
            </a:r>
            <a:endParaRPr sz="2400">
              <a:latin typeface="华文新魏" panose="02010800040101010101" charset="-122"/>
              <a:cs typeface="华文新魏" panose="02010800040101010101" charset="-122"/>
            </a:endParaRPr>
          </a:p>
        </p:txBody>
      </p:sp>
      <p:sp>
        <p:nvSpPr>
          <p:cNvPr id="85" name="object 84"/>
          <p:cNvSpPr txBox="1"/>
          <p:nvPr/>
        </p:nvSpPr>
        <p:spPr>
          <a:xfrm>
            <a:off x="4058534" y="2026827"/>
            <a:ext cx="1854200"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华文新魏" panose="02010800040101010101" charset="-122"/>
                <a:cs typeface="华文新魏" panose="02010800040101010101" charset="-122"/>
              </a:rPr>
              <a:t>课程目录系统</a:t>
            </a:r>
            <a:endParaRPr sz="2400">
              <a:latin typeface="华文新魏" panose="02010800040101010101" charset="-122"/>
              <a:cs typeface="华文新魏" panose="02010800040101010101" charset="-122"/>
            </a:endParaRPr>
          </a:p>
        </p:txBody>
      </p:sp>
      <p:sp>
        <p:nvSpPr>
          <p:cNvPr id="86" name="object 85"/>
          <p:cNvSpPr/>
          <p:nvPr/>
        </p:nvSpPr>
        <p:spPr>
          <a:xfrm>
            <a:off x="4882003" y="1487076"/>
            <a:ext cx="232410" cy="179705"/>
          </a:xfrm>
          <a:custGeom>
            <a:avLst/>
            <a:gdLst/>
            <a:ahLst/>
            <a:cxnLst/>
            <a:rect l="l" t="t" r="r" b="b"/>
            <a:pathLst>
              <a:path w="232410" h="179705">
                <a:moveTo>
                  <a:pt x="0" y="89810"/>
                </a:moveTo>
                <a:lnTo>
                  <a:pt x="9115" y="54851"/>
                </a:lnTo>
                <a:lnTo>
                  <a:pt x="33974" y="26304"/>
                </a:lnTo>
                <a:lnTo>
                  <a:pt x="70845" y="7057"/>
                </a:lnTo>
                <a:lnTo>
                  <a:pt x="115996" y="0"/>
                </a:lnTo>
                <a:lnTo>
                  <a:pt x="161148" y="7057"/>
                </a:lnTo>
                <a:lnTo>
                  <a:pt x="198019" y="26304"/>
                </a:lnTo>
                <a:lnTo>
                  <a:pt x="222878" y="54851"/>
                </a:lnTo>
                <a:lnTo>
                  <a:pt x="231993" y="89810"/>
                </a:lnTo>
                <a:lnTo>
                  <a:pt x="222878" y="124768"/>
                </a:lnTo>
                <a:lnTo>
                  <a:pt x="198019" y="153315"/>
                </a:lnTo>
                <a:lnTo>
                  <a:pt x="161148" y="172562"/>
                </a:lnTo>
                <a:lnTo>
                  <a:pt x="115996" y="179620"/>
                </a:lnTo>
                <a:lnTo>
                  <a:pt x="70845" y="172562"/>
                </a:lnTo>
                <a:lnTo>
                  <a:pt x="33974" y="153315"/>
                </a:lnTo>
                <a:lnTo>
                  <a:pt x="9115" y="124768"/>
                </a:lnTo>
                <a:lnTo>
                  <a:pt x="0" y="89810"/>
                </a:lnTo>
                <a:close/>
              </a:path>
            </a:pathLst>
          </a:custGeom>
          <a:ln w="28574">
            <a:solidFill>
              <a:srgbClr val="000000"/>
            </a:solidFill>
          </a:ln>
        </p:spPr>
        <p:txBody>
          <a:bodyPr wrap="square" lIns="0" tIns="0" rIns="0" bIns="0" rtlCol="0"/>
          <a:lstStyle/>
          <a:p>
            <a:endParaRPr/>
          </a:p>
        </p:txBody>
      </p:sp>
      <p:sp>
        <p:nvSpPr>
          <p:cNvPr id="87" name="object 86"/>
          <p:cNvSpPr/>
          <p:nvPr/>
        </p:nvSpPr>
        <p:spPr>
          <a:xfrm>
            <a:off x="4997539" y="1668144"/>
            <a:ext cx="1270" cy="168275"/>
          </a:xfrm>
          <a:custGeom>
            <a:avLst/>
            <a:gdLst/>
            <a:ahLst/>
            <a:cxnLst/>
            <a:rect l="l" t="t" r="r" b="b"/>
            <a:pathLst>
              <a:path w="1270" h="168275">
                <a:moveTo>
                  <a:pt x="458" y="-14287"/>
                </a:moveTo>
                <a:lnTo>
                  <a:pt x="458" y="182318"/>
                </a:lnTo>
              </a:path>
            </a:pathLst>
          </a:custGeom>
          <a:ln w="29491">
            <a:solidFill>
              <a:srgbClr val="000000"/>
            </a:solidFill>
          </a:ln>
        </p:spPr>
        <p:txBody>
          <a:bodyPr wrap="square" lIns="0" tIns="0" rIns="0" bIns="0" rtlCol="0"/>
          <a:lstStyle/>
          <a:p>
            <a:endParaRPr/>
          </a:p>
        </p:txBody>
      </p:sp>
      <p:sp>
        <p:nvSpPr>
          <p:cNvPr id="88" name="object 87"/>
          <p:cNvSpPr/>
          <p:nvPr/>
        </p:nvSpPr>
        <p:spPr>
          <a:xfrm>
            <a:off x="4814146" y="1715221"/>
            <a:ext cx="368300" cy="1270"/>
          </a:xfrm>
          <a:custGeom>
            <a:avLst/>
            <a:gdLst/>
            <a:ahLst/>
            <a:cxnLst/>
            <a:rect l="l" t="t" r="r" b="b"/>
            <a:pathLst>
              <a:path w="368300" h="1269">
                <a:moveTo>
                  <a:pt x="0" y="0"/>
                </a:moveTo>
                <a:lnTo>
                  <a:pt x="367703" y="723"/>
                </a:lnTo>
              </a:path>
            </a:pathLst>
          </a:custGeom>
          <a:ln w="28574">
            <a:solidFill>
              <a:srgbClr val="000000"/>
            </a:solidFill>
          </a:ln>
        </p:spPr>
        <p:txBody>
          <a:bodyPr wrap="square" lIns="0" tIns="0" rIns="0" bIns="0" rtlCol="0"/>
          <a:lstStyle/>
          <a:p>
            <a:endParaRPr/>
          </a:p>
        </p:txBody>
      </p:sp>
      <p:sp>
        <p:nvSpPr>
          <p:cNvPr id="89" name="object 88"/>
          <p:cNvSpPr/>
          <p:nvPr/>
        </p:nvSpPr>
        <p:spPr>
          <a:xfrm>
            <a:off x="4743540" y="1836174"/>
            <a:ext cx="508000" cy="197485"/>
          </a:xfrm>
          <a:custGeom>
            <a:avLst/>
            <a:gdLst/>
            <a:ahLst/>
            <a:cxnLst/>
            <a:rect l="l" t="t" r="r" b="b"/>
            <a:pathLst>
              <a:path w="508000" h="197485">
                <a:moveTo>
                  <a:pt x="0" y="197001"/>
                </a:moveTo>
                <a:lnTo>
                  <a:pt x="253999" y="0"/>
                </a:lnTo>
                <a:lnTo>
                  <a:pt x="507999" y="197001"/>
                </a:lnTo>
              </a:path>
            </a:pathLst>
          </a:custGeom>
          <a:ln w="28574">
            <a:solidFill>
              <a:srgbClr val="000000"/>
            </a:solidFill>
          </a:ln>
        </p:spPr>
        <p:txBody>
          <a:bodyPr wrap="square" lIns="0" tIns="0" rIns="0" bIns="0" rtlCol="0"/>
          <a:lstStyle/>
          <a:p>
            <a:endParaRPr/>
          </a:p>
        </p:txBody>
      </p:sp>
      <p:sp>
        <p:nvSpPr>
          <p:cNvPr id="90" name="object 89"/>
          <p:cNvSpPr/>
          <p:nvPr/>
        </p:nvSpPr>
        <p:spPr>
          <a:xfrm>
            <a:off x="576702" y="1471201"/>
            <a:ext cx="232410" cy="179705"/>
          </a:xfrm>
          <a:custGeom>
            <a:avLst/>
            <a:gdLst/>
            <a:ahLst/>
            <a:cxnLst/>
            <a:rect l="l" t="t" r="r" b="b"/>
            <a:pathLst>
              <a:path w="232409" h="179705">
                <a:moveTo>
                  <a:pt x="0" y="89810"/>
                </a:moveTo>
                <a:lnTo>
                  <a:pt x="9115" y="54851"/>
                </a:lnTo>
                <a:lnTo>
                  <a:pt x="33974" y="26304"/>
                </a:lnTo>
                <a:lnTo>
                  <a:pt x="70845" y="7057"/>
                </a:lnTo>
                <a:lnTo>
                  <a:pt x="115997" y="0"/>
                </a:lnTo>
                <a:lnTo>
                  <a:pt x="161148" y="7057"/>
                </a:lnTo>
                <a:lnTo>
                  <a:pt x="198019" y="26304"/>
                </a:lnTo>
                <a:lnTo>
                  <a:pt x="222878" y="54851"/>
                </a:lnTo>
                <a:lnTo>
                  <a:pt x="231993" y="89810"/>
                </a:lnTo>
                <a:lnTo>
                  <a:pt x="222878" y="124768"/>
                </a:lnTo>
                <a:lnTo>
                  <a:pt x="198019" y="153315"/>
                </a:lnTo>
                <a:lnTo>
                  <a:pt x="161148" y="172562"/>
                </a:lnTo>
                <a:lnTo>
                  <a:pt x="115997" y="179620"/>
                </a:lnTo>
                <a:lnTo>
                  <a:pt x="70845" y="172562"/>
                </a:lnTo>
                <a:lnTo>
                  <a:pt x="33974" y="153315"/>
                </a:lnTo>
                <a:lnTo>
                  <a:pt x="9115" y="124768"/>
                </a:lnTo>
                <a:lnTo>
                  <a:pt x="0" y="89810"/>
                </a:lnTo>
                <a:close/>
              </a:path>
            </a:pathLst>
          </a:custGeom>
          <a:ln w="28574">
            <a:solidFill>
              <a:srgbClr val="000000"/>
            </a:solidFill>
          </a:ln>
        </p:spPr>
        <p:txBody>
          <a:bodyPr wrap="square" lIns="0" tIns="0" rIns="0" bIns="0" rtlCol="0"/>
          <a:lstStyle/>
          <a:p>
            <a:endParaRPr/>
          </a:p>
        </p:txBody>
      </p:sp>
      <p:sp>
        <p:nvSpPr>
          <p:cNvPr id="91" name="object 90"/>
          <p:cNvSpPr/>
          <p:nvPr/>
        </p:nvSpPr>
        <p:spPr>
          <a:xfrm>
            <a:off x="692240" y="1652269"/>
            <a:ext cx="1270" cy="168275"/>
          </a:xfrm>
          <a:custGeom>
            <a:avLst/>
            <a:gdLst/>
            <a:ahLst/>
            <a:cxnLst/>
            <a:rect l="l" t="t" r="r" b="b"/>
            <a:pathLst>
              <a:path w="1270" h="168275">
                <a:moveTo>
                  <a:pt x="458" y="-14287"/>
                </a:moveTo>
                <a:lnTo>
                  <a:pt x="458" y="182318"/>
                </a:lnTo>
              </a:path>
            </a:pathLst>
          </a:custGeom>
          <a:ln w="29491">
            <a:solidFill>
              <a:srgbClr val="000000"/>
            </a:solidFill>
          </a:ln>
        </p:spPr>
        <p:txBody>
          <a:bodyPr wrap="square" lIns="0" tIns="0" rIns="0" bIns="0" rtlCol="0"/>
          <a:lstStyle/>
          <a:p>
            <a:endParaRPr/>
          </a:p>
        </p:txBody>
      </p:sp>
      <p:sp>
        <p:nvSpPr>
          <p:cNvPr id="92" name="object 91"/>
          <p:cNvSpPr/>
          <p:nvPr/>
        </p:nvSpPr>
        <p:spPr>
          <a:xfrm>
            <a:off x="508846" y="1699346"/>
            <a:ext cx="368300" cy="1270"/>
          </a:xfrm>
          <a:custGeom>
            <a:avLst/>
            <a:gdLst/>
            <a:ahLst/>
            <a:cxnLst/>
            <a:rect l="l" t="t" r="r" b="b"/>
            <a:pathLst>
              <a:path w="368300" h="1269">
                <a:moveTo>
                  <a:pt x="0" y="0"/>
                </a:moveTo>
                <a:lnTo>
                  <a:pt x="367703" y="723"/>
                </a:lnTo>
              </a:path>
            </a:pathLst>
          </a:custGeom>
          <a:ln w="28574">
            <a:solidFill>
              <a:srgbClr val="000000"/>
            </a:solidFill>
          </a:ln>
        </p:spPr>
        <p:txBody>
          <a:bodyPr wrap="square" lIns="0" tIns="0" rIns="0" bIns="0" rtlCol="0"/>
          <a:lstStyle/>
          <a:p>
            <a:endParaRPr/>
          </a:p>
        </p:txBody>
      </p:sp>
      <p:sp>
        <p:nvSpPr>
          <p:cNvPr id="93" name="object 92"/>
          <p:cNvSpPr/>
          <p:nvPr/>
        </p:nvSpPr>
        <p:spPr>
          <a:xfrm>
            <a:off x="438240" y="1820299"/>
            <a:ext cx="508000" cy="197485"/>
          </a:xfrm>
          <a:custGeom>
            <a:avLst/>
            <a:gdLst/>
            <a:ahLst/>
            <a:cxnLst/>
            <a:rect l="l" t="t" r="r" b="b"/>
            <a:pathLst>
              <a:path w="508000" h="197485">
                <a:moveTo>
                  <a:pt x="0" y="197001"/>
                </a:moveTo>
                <a:lnTo>
                  <a:pt x="253999" y="0"/>
                </a:lnTo>
                <a:lnTo>
                  <a:pt x="507999" y="197001"/>
                </a:lnTo>
              </a:path>
            </a:pathLst>
          </a:custGeom>
          <a:ln w="28574">
            <a:solidFill>
              <a:srgbClr val="000000"/>
            </a:solidFill>
          </a:ln>
        </p:spPr>
        <p:txBody>
          <a:bodyPr wrap="square" lIns="0" tIns="0" rIns="0" bIns="0" rtlCol="0"/>
          <a:lstStyle/>
          <a:p>
            <a:endParaRPr/>
          </a:p>
        </p:txBody>
      </p:sp>
      <p:sp>
        <p:nvSpPr>
          <p:cNvPr id="94" name="object 93"/>
          <p:cNvSpPr/>
          <p:nvPr/>
        </p:nvSpPr>
        <p:spPr>
          <a:xfrm>
            <a:off x="1016090" y="1806807"/>
            <a:ext cx="603250" cy="13970"/>
          </a:xfrm>
          <a:custGeom>
            <a:avLst/>
            <a:gdLst/>
            <a:ahLst/>
            <a:cxnLst/>
            <a:rect l="l" t="t" r="r" b="b"/>
            <a:pathLst>
              <a:path w="603250" h="13969">
                <a:moveTo>
                  <a:pt x="0" y="13645"/>
                </a:moveTo>
                <a:lnTo>
                  <a:pt x="602683" y="0"/>
                </a:lnTo>
              </a:path>
            </a:pathLst>
          </a:custGeom>
          <a:ln w="28574">
            <a:solidFill>
              <a:srgbClr val="000000"/>
            </a:solidFill>
          </a:ln>
        </p:spPr>
        <p:txBody>
          <a:bodyPr wrap="square" lIns="0" tIns="0" rIns="0" bIns="0" rtlCol="0"/>
          <a:lstStyle/>
          <a:p>
            <a:endParaRPr/>
          </a:p>
        </p:txBody>
      </p:sp>
      <p:sp>
        <p:nvSpPr>
          <p:cNvPr id="95" name="object 94"/>
          <p:cNvSpPr/>
          <p:nvPr/>
        </p:nvSpPr>
        <p:spPr>
          <a:xfrm>
            <a:off x="1515617" y="1742431"/>
            <a:ext cx="131504" cy="132613"/>
          </a:xfrm>
          <a:prstGeom prst="rect">
            <a:avLst/>
          </a:prstGeom>
          <a:blipFill>
            <a:blip r:embed="rId6" cstate="print"/>
            <a:stretch>
              <a:fillRect/>
            </a:stretch>
          </a:blipFill>
        </p:spPr>
        <p:txBody>
          <a:bodyPr wrap="square" lIns="0" tIns="0" rIns="0" bIns="0" rtlCol="0"/>
          <a:lstStyle/>
          <a:p>
            <a:endParaRPr/>
          </a:p>
        </p:txBody>
      </p:sp>
      <p:sp>
        <p:nvSpPr>
          <p:cNvPr id="96" name="object 95"/>
          <p:cNvSpPr/>
          <p:nvPr/>
        </p:nvSpPr>
        <p:spPr>
          <a:xfrm>
            <a:off x="3839724" y="1787281"/>
            <a:ext cx="778510" cy="5080"/>
          </a:xfrm>
          <a:custGeom>
            <a:avLst/>
            <a:gdLst/>
            <a:ahLst/>
            <a:cxnLst/>
            <a:rect l="l" t="t" r="r" b="b"/>
            <a:pathLst>
              <a:path w="778510" h="5080">
                <a:moveTo>
                  <a:pt x="0" y="4595"/>
                </a:moveTo>
                <a:lnTo>
                  <a:pt x="778095" y="0"/>
                </a:lnTo>
              </a:path>
            </a:pathLst>
          </a:custGeom>
          <a:ln w="28574">
            <a:solidFill>
              <a:srgbClr val="000000"/>
            </a:solidFill>
          </a:ln>
        </p:spPr>
        <p:txBody>
          <a:bodyPr wrap="square" lIns="0" tIns="0" rIns="0" bIns="0" rtlCol="0"/>
          <a:lstStyle/>
          <a:p>
            <a:endParaRPr/>
          </a:p>
        </p:txBody>
      </p:sp>
      <p:sp>
        <p:nvSpPr>
          <p:cNvPr id="97" name="object 96"/>
          <p:cNvSpPr/>
          <p:nvPr/>
        </p:nvSpPr>
        <p:spPr>
          <a:xfrm>
            <a:off x="4515480" y="1721462"/>
            <a:ext cx="130693" cy="132645"/>
          </a:xfrm>
          <a:prstGeom prst="rect">
            <a:avLst/>
          </a:prstGeom>
          <a:blipFill>
            <a:blip r:embed="rId7" cstate="print"/>
            <a:stretch>
              <a:fillRect/>
            </a:stretch>
          </a:blipFill>
        </p:spPr>
        <p:txBody>
          <a:bodyPr wrap="square" lIns="0" tIns="0" rIns="0" bIns="0" rtlCol="0"/>
          <a:lstStyle/>
          <a:p>
            <a:endParaRPr/>
          </a:p>
        </p:txBody>
      </p:sp>
      <p:sp>
        <p:nvSpPr>
          <p:cNvPr id="98" name="object 97"/>
          <p:cNvSpPr txBox="1"/>
          <p:nvPr/>
        </p:nvSpPr>
        <p:spPr>
          <a:xfrm>
            <a:off x="1560075" y="2364964"/>
            <a:ext cx="2670810" cy="615950"/>
          </a:xfrm>
          <a:prstGeom prst="rect">
            <a:avLst/>
          </a:prstGeom>
          <a:solidFill>
            <a:srgbClr val="7A4779"/>
          </a:solidFill>
        </p:spPr>
        <p:txBody>
          <a:bodyPr vert="horz" wrap="square" lIns="0" tIns="45720" rIns="0" bIns="0" rtlCol="0">
            <a:spAutoFit/>
          </a:bodyPr>
          <a:lstStyle/>
          <a:p>
            <a:pPr marL="92075">
              <a:lnSpc>
                <a:spcPct val="100000"/>
              </a:lnSpc>
              <a:spcBef>
                <a:spcPts val="360"/>
              </a:spcBef>
            </a:pPr>
            <a:r>
              <a:rPr sz="2800" dirty="0">
                <a:solidFill>
                  <a:srgbClr val="FFFFFF"/>
                </a:solidFill>
                <a:latin typeface="华文新魏" panose="02010800040101010101" charset="-122"/>
                <a:cs typeface="华文新魏" panose="02010800040101010101" charset="-122"/>
              </a:rPr>
              <a:t>+</a:t>
            </a:r>
            <a:r>
              <a:rPr sz="2800" spc="-45" dirty="0">
                <a:solidFill>
                  <a:srgbClr val="FFFFFF"/>
                </a:solidFill>
                <a:latin typeface="华文新魏" panose="02010800040101010101" charset="-122"/>
                <a:cs typeface="华文新魏" panose="02010800040101010101" charset="-122"/>
              </a:rPr>
              <a:t> </a:t>
            </a:r>
            <a:r>
              <a:rPr sz="2800" dirty="0">
                <a:solidFill>
                  <a:srgbClr val="FFFFFF"/>
                </a:solidFill>
                <a:latin typeface="华文新魏" panose="02010800040101010101" charset="-122"/>
                <a:cs typeface="华文新魏" panose="02010800040101010101" charset="-122"/>
              </a:rPr>
              <a:t>用例简单描述</a:t>
            </a:r>
            <a:endParaRPr sz="2800">
              <a:latin typeface="华文新魏" panose="02010800040101010101" charset="-122"/>
              <a:cs typeface="华文新魏" panose="02010800040101010101" charset="-122"/>
            </a:endParaRPr>
          </a:p>
        </p:txBody>
      </p:sp>
      <p:sp>
        <p:nvSpPr>
          <p:cNvPr id="99" name="object 98"/>
          <p:cNvSpPr/>
          <p:nvPr/>
        </p:nvSpPr>
        <p:spPr>
          <a:xfrm>
            <a:off x="1714591" y="1480727"/>
            <a:ext cx="2341245" cy="669925"/>
          </a:xfrm>
          <a:custGeom>
            <a:avLst/>
            <a:gdLst/>
            <a:ahLst/>
            <a:cxnLst/>
            <a:rect l="l" t="t" r="r" b="b"/>
            <a:pathLst>
              <a:path w="2341245" h="669925">
                <a:moveTo>
                  <a:pt x="1232241" y="664433"/>
                </a:moveTo>
                <a:lnTo>
                  <a:pt x="1108792" y="664433"/>
                </a:lnTo>
                <a:lnTo>
                  <a:pt x="1167150" y="669925"/>
                </a:lnTo>
                <a:lnTo>
                  <a:pt x="1232241" y="664433"/>
                </a:lnTo>
                <a:close/>
              </a:path>
              <a:path w="2341245" h="669925">
                <a:moveTo>
                  <a:pt x="1400580" y="657111"/>
                </a:moveTo>
                <a:lnTo>
                  <a:pt x="931475" y="657111"/>
                </a:lnTo>
                <a:lnTo>
                  <a:pt x="987588" y="664433"/>
                </a:lnTo>
                <a:lnTo>
                  <a:pt x="1344467" y="664433"/>
                </a:lnTo>
                <a:lnTo>
                  <a:pt x="1400580" y="657111"/>
                </a:lnTo>
                <a:close/>
              </a:path>
              <a:path w="2341245" h="669925">
                <a:moveTo>
                  <a:pt x="1571163" y="644298"/>
                </a:moveTo>
                <a:lnTo>
                  <a:pt x="772115" y="644298"/>
                </a:lnTo>
                <a:lnTo>
                  <a:pt x="819250" y="651620"/>
                </a:lnTo>
                <a:lnTo>
                  <a:pt x="875362" y="657111"/>
                </a:lnTo>
                <a:lnTo>
                  <a:pt x="1456692" y="657111"/>
                </a:lnTo>
                <a:lnTo>
                  <a:pt x="1515050" y="651620"/>
                </a:lnTo>
                <a:lnTo>
                  <a:pt x="1571163" y="644298"/>
                </a:lnTo>
                <a:close/>
              </a:path>
              <a:path w="2341245" h="669925">
                <a:moveTo>
                  <a:pt x="1515050" y="12813"/>
                </a:moveTo>
                <a:lnTo>
                  <a:pt x="819250" y="12813"/>
                </a:lnTo>
                <a:lnTo>
                  <a:pt x="772115" y="20134"/>
                </a:lnTo>
                <a:lnTo>
                  <a:pt x="713757" y="25624"/>
                </a:lnTo>
                <a:lnTo>
                  <a:pt x="668867" y="32946"/>
                </a:lnTo>
                <a:lnTo>
                  <a:pt x="563374" y="45759"/>
                </a:lnTo>
                <a:lnTo>
                  <a:pt x="518483" y="60402"/>
                </a:lnTo>
                <a:lnTo>
                  <a:pt x="471349" y="65893"/>
                </a:lnTo>
                <a:lnTo>
                  <a:pt x="424214" y="78706"/>
                </a:lnTo>
                <a:lnTo>
                  <a:pt x="386058" y="86028"/>
                </a:lnTo>
                <a:lnTo>
                  <a:pt x="347901" y="98841"/>
                </a:lnTo>
                <a:lnTo>
                  <a:pt x="309744" y="113484"/>
                </a:lnTo>
                <a:lnTo>
                  <a:pt x="273832" y="118974"/>
                </a:lnTo>
                <a:lnTo>
                  <a:pt x="235675" y="133619"/>
                </a:lnTo>
                <a:lnTo>
                  <a:pt x="197518" y="146430"/>
                </a:lnTo>
                <a:lnTo>
                  <a:pt x="168339" y="159244"/>
                </a:lnTo>
                <a:lnTo>
                  <a:pt x="141405" y="172057"/>
                </a:lnTo>
                <a:lnTo>
                  <a:pt x="112226" y="192191"/>
                </a:lnTo>
                <a:lnTo>
                  <a:pt x="94270" y="205003"/>
                </a:lnTo>
                <a:lnTo>
                  <a:pt x="76314" y="219647"/>
                </a:lnTo>
                <a:lnTo>
                  <a:pt x="56113" y="232459"/>
                </a:lnTo>
                <a:lnTo>
                  <a:pt x="38157" y="252594"/>
                </a:lnTo>
                <a:lnTo>
                  <a:pt x="29179" y="265407"/>
                </a:lnTo>
                <a:lnTo>
                  <a:pt x="17956" y="285541"/>
                </a:lnTo>
                <a:lnTo>
                  <a:pt x="8978" y="298354"/>
                </a:lnTo>
                <a:lnTo>
                  <a:pt x="0" y="318488"/>
                </a:lnTo>
                <a:lnTo>
                  <a:pt x="0" y="351435"/>
                </a:lnTo>
                <a:lnTo>
                  <a:pt x="8978" y="366078"/>
                </a:lnTo>
                <a:lnTo>
                  <a:pt x="17956" y="384383"/>
                </a:lnTo>
                <a:lnTo>
                  <a:pt x="29179" y="399026"/>
                </a:lnTo>
                <a:lnTo>
                  <a:pt x="38157" y="419159"/>
                </a:lnTo>
                <a:lnTo>
                  <a:pt x="56113" y="431972"/>
                </a:lnTo>
                <a:lnTo>
                  <a:pt x="76314" y="452107"/>
                </a:lnTo>
                <a:lnTo>
                  <a:pt x="112226" y="477733"/>
                </a:lnTo>
                <a:lnTo>
                  <a:pt x="141405" y="490545"/>
                </a:lnTo>
                <a:lnTo>
                  <a:pt x="168339" y="505189"/>
                </a:lnTo>
                <a:lnTo>
                  <a:pt x="197518" y="518001"/>
                </a:lnTo>
                <a:lnTo>
                  <a:pt x="235675" y="530814"/>
                </a:lnTo>
                <a:lnTo>
                  <a:pt x="273832" y="545457"/>
                </a:lnTo>
                <a:lnTo>
                  <a:pt x="309744" y="558270"/>
                </a:lnTo>
                <a:lnTo>
                  <a:pt x="347901" y="571083"/>
                </a:lnTo>
                <a:lnTo>
                  <a:pt x="386058" y="578404"/>
                </a:lnTo>
                <a:lnTo>
                  <a:pt x="424214" y="591218"/>
                </a:lnTo>
                <a:lnTo>
                  <a:pt x="471349" y="604029"/>
                </a:lnTo>
                <a:lnTo>
                  <a:pt x="518483" y="611351"/>
                </a:lnTo>
                <a:lnTo>
                  <a:pt x="563374" y="616842"/>
                </a:lnTo>
                <a:lnTo>
                  <a:pt x="610509" y="624164"/>
                </a:lnTo>
                <a:lnTo>
                  <a:pt x="668867" y="636977"/>
                </a:lnTo>
                <a:lnTo>
                  <a:pt x="713757" y="644298"/>
                </a:lnTo>
                <a:lnTo>
                  <a:pt x="1627276" y="644298"/>
                </a:lnTo>
                <a:lnTo>
                  <a:pt x="1674411" y="636977"/>
                </a:lnTo>
                <a:lnTo>
                  <a:pt x="1721545" y="624164"/>
                </a:lnTo>
                <a:lnTo>
                  <a:pt x="1777659" y="616842"/>
                </a:lnTo>
                <a:lnTo>
                  <a:pt x="1824794" y="611351"/>
                </a:lnTo>
                <a:lnTo>
                  <a:pt x="1871929" y="604029"/>
                </a:lnTo>
                <a:lnTo>
                  <a:pt x="1910086" y="591218"/>
                </a:lnTo>
                <a:lnTo>
                  <a:pt x="1954975" y="578404"/>
                </a:lnTo>
                <a:lnTo>
                  <a:pt x="1993132" y="571083"/>
                </a:lnTo>
                <a:lnTo>
                  <a:pt x="2069447" y="545457"/>
                </a:lnTo>
                <a:lnTo>
                  <a:pt x="2107603" y="530814"/>
                </a:lnTo>
                <a:lnTo>
                  <a:pt x="2134537" y="518001"/>
                </a:lnTo>
                <a:lnTo>
                  <a:pt x="2163716" y="505189"/>
                </a:lnTo>
                <a:lnTo>
                  <a:pt x="2190650" y="490545"/>
                </a:lnTo>
                <a:lnTo>
                  <a:pt x="2219829" y="477733"/>
                </a:lnTo>
                <a:lnTo>
                  <a:pt x="2246763" y="464920"/>
                </a:lnTo>
                <a:lnTo>
                  <a:pt x="2266963" y="452107"/>
                </a:lnTo>
                <a:lnTo>
                  <a:pt x="2284920" y="431972"/>
                </a:lnTo>
                <a:lnTo>
                  <a:pt x="2302875" y="419159"/>
                </a:lnTo>
                <a:lnTo>
                  <a:pt x="2314098" y="399026"/>
                </a:lnTo>
                <a:lnTo>
                  <a:pt x="2323077" y="384383"/>
                </a:lnTo>
                <a:lnTo>
                  <a:pt x="2332055" y="366078"/>
                </a:lnTo>
                <a:lnTo>
                  <a:pt x="2332055" y="351435"/>
                </a:lnTo>
                <a:lnTo>
                  <a:pt x="2341032" y="331301"/>
                </a:lnTo>
                <a:lnTo>
                  <a:pt x="2332055" y="318488"/>
                </a:lnTo>
                <a:lnTo>
                  <a:pt x="2332055" y="298354"/>
                </a:lnTo>
                <a:lnTo>
                  <a:pt x="2323077" y="285541"/>
                </a:lnTo>
                <a:lnTo>
                  <a:pt x="2314098" y="265407"/>
                </a:lnTo>
                <a:lnTo>
                  <a:pt x="2302875" y="252594"/>
                </a:lnTo>
                <a:lnTo>
                  <a:pt x="2284920" y="232459"/>
                </a:lnTo>
                <a:lnTo>
                  <a:pt x="2266963" y="219647"/>
                </a:lnTo>
                <a:lnTo>
                  <a:pt x="2246763" y="205003"/>
                </a:lnTo>
                <a:lnTo>
                  <a:pt x="2219829" y="192191"/>
                </a:lnTo>
                <a:lnTo>
                  <a:pt x="2190650" y="172057"/>
                </a:lnTo>
                <a:lnTo>
                  <a:pt x="2163716" y="159244"/>
                </a:lnTo>
                <a:lnTo>
                  <a:pt x="2134537" y="146430"/>
                </a:lnTo>
                <a:lnTo>
                  <a:pt x="2107603" y="133619"/>
                </a:lnTo>
                <a:lnTo>
                  <a:pt x="2069447" y="118974"/>
                </a:lnTo>
                <a:lnTo>
                  <a:pt x="2031290" y="113484"/>
                </a:lnTo>
                <a:lnTo>
                  <a:pt x="1993132" y="98841"/>
                </a:lnTo>
                <a:lnTo>
                  <a:pt x="1954975" y="86028"/>
                </a:lnTo>
                <a:lnTo>
                  <a:pt x="1910086" y="78706"/>
                </a:lnTo>
                <a:lnTo>
                  <a:pt x="1871929" y="65893"/>
                </a:lnTo>
                <a:lnTo>
                  <a:pt x="1824794" y="60402"/>
                </a:lnTo>
                <a:lnTo>
                  <a:pt x="1777659" y="45759"/>
                </a:lnTo>
                <a:lnTo>
                  <a:pt x="1721545" y="40269"/>
                </a:lnTo>
                <a:lnTo>
                  <a:pt x="1627276" y="25624"/>
                </a:lnTo>
                <a:lnTo>
                  <a:pt x="1571163" y="20134"/>
                </a:lnTo>
                <a:lnTo>
                  <a:pt x="1515050" y="12813"/>
                </a:lnTo>
                <a:close/>
              </a:path>
              <a:path w="2341245" h="669925">
                <a:moveTo>
                  <a:pt x="1400580" y="7321"/>
                </a:moveTo>
                <a:lnTo>
                  <a:pt x="931475" y="7321"/>
                </a:lnTo>
                <a:lnTo>
                  <a:pt x="875362" y="12813"/>
                </a:lnTo>
                <a:lnTo>
                  <a:pt x="1456692" y="12813"/>
                </a:lnTo>
                <a:lnTo>
                  <a:pt x="1400580" y="7321"/>
                </a:lnTo>
                <a:close/>
              </a:path>
              <a:path w="2341245" h="669925">
                <a:moveTo>
                  <a:pt x="1288354" y="0"/>
                </a:moveTo>
                <a:lnTo>
                  <a:pt x="1052680" y="0"/>
                </a:lnTo>
                <a:lnTo>
                  <a:pt x="987588" y="7321"/>
                </a:lnTo>
                <a:lnTo>
                  <a:pt x="1344467" y="7321"/>
                </a:lnTo>
                <a:lnTo>
                  <a:pt x="1288354" y="0"/>
                </a:lnTo>
                <a:close/>
              </a:path>
            </a:pathLst>
          </a:custGeom>
          <a:solidFill>
            <a:srgbClr val="7A4779"/>
          </a:solidFill>
        </p:spPr>
        <p:txBody>
          <a:bodyPr wrap="square" lIns="0" tIns="0" rIns="0" bIns="0" rtlCol="0"/>
          <a:lstStyle/>
          <a:p>
            <a:endParaRPr/>
          </a:p>
        </p:txBody>
      </p:sp>
      <p:sp>
        <p:nvSpPr>
          <p:cNvPr id="100" name="object 99"/>
          <p:cNvSpPr/>
          <p:nvPr/>
        </p:nvSpPr>
        <p:spPr>
          <a:xfrm>
            <a:off x="1714591" y="1480728"/>
            <a:ext cx="2341245" cy="669925"/>
          </a:xfrm>
          <a:custGeom>
            <a:avLst/>
            <a:gdLst/>
            <a:ahLst/>
            <a:cxnLst/>
            <a:rect l="l" t="t" r="r" b="b"/>
            <a:pathLst>
              <a:path w="2341245" h="669925">
                <a:moveTo>
                  <a:pt x="1167149" y="0"/>
                </a:moveTo>
                <a:lnTo>
                  <a:pt x="1232240" y="0"/>
                </a:lnTo>
                <a:lnTo>
                  <a:pt x="1288353" y="0"/>
                </a:lnTo>
                <a:lnTo>
                  <a:pt x="1344466" y="7321"/>
                </a:lnTo>
                <a:lnTo>
                  <a:pt x="1400579" y="7321"/>
                </a:lnTo>
                <a:lnTo>
                  <a:pt x="1456692" y="12812"/>
                </a:lnTo>
                <a:lnTo>
                  <a:pt x="1515049" y="12812"/>
                </a:lnTo>
                <a:lnTo>
                  <a:pt x="1571162" y="20134"/>
                </a:lnTo>
                <a:lnTo>
                  <a:pt x="1627275" y="25625"/>
                </a:lnTo>
                <a:lnTo>
                  <a:pt x="1674410" y="32947"/>
                </a:lnTo>
                <a:lnTo>
                  <a:pt x="1721545" y="40268"/>
                </a:lnTo>
                <a:lnTo>
                  <a:pt x="1777658" y="45759"/>
                </a:lnTo>
                <a:lnTo>
                  <a:pt x="1824793" y="60402"/>
                </a:lnTo>
                <a:lnTo>
                  <a:pt x="1871928" y="65894"/>
                </a:lnTo>
                <a:lnTo>
                  <a:pt x="1910085" y="78707"/>
                </a:lnTo>
                <a:lnTo>
                  <a:pt x="1954975" y="86028"/>
                </a:lnTo>
                <a:lnTo>
                  <a:pt x="1993131" y="98841"/>
                </a:lnTo>
                <a:lnTo>
                  <a:pt x="2031289" y="113484"/>
                </a:lnTo>
                <a:lnTo>
                  <a:pt x="2069445" y="118975"/>
                </a:lnTo>
                <a:lnTo>
                  <a:pt x="2107602" y="133618"/>
                </a:lnTo>
                <a:lnTo>
                  <a:pt x="2134537" y="146431"/>
                </a:lnTo>
                <a:lnTo>
                  <a:pt x="2163715" y="159244"/>
                </a:lnTo>
                <a:lnTo>
                  <a:pt x="2190649" y="172057"/>
                </a:lnTo>
                <a:lnTo>
                  <a:pt x="2219828" y="192191"/>
                </a:lnTo>
                <a:lnTo>
                  <a:pt x="2246762" y="205004"/>
                </a:lnTo>
                <a:lnTo>
                  <a:pt x="2266963" y="219647"/>
                </a:lnTo>
                <a:lnTo>
                  <a:pt x="2284919" y="232460"/>
                </a:lnTo>
                <a:lnTo>
                  <a:pt x="2302875" y="252594"/>
                </a:lnTo>
                <a:lnTo>
                  <a:pt x="2314098" y="265407"/>
                </a:lnTo>
                <a:lnTo>
                  <a:pt x="2323076" y="285541"/>
                </a:lnTo>
                <a:lnTo>
                  <a:pt x="2332054" y="298354"/>
                </a:lnTo>
                <a:lnTo>
                  <a:pt x="2332054" y="318488"/>
                </a:lnTo>
                <a:lnTo>
                  <a:pt x="2341032" y="331301"/>
                </a:lnTo>
                <a:lnTo>
                  <a:pt x="2332054" y="351435"/>
                </a:lnTo>
                <a:lnTo>
                  <a:pt x="2332054" y="366079"/>
                </a:lnTo>
                <a:lnTo>
                  <a:pt x="2323076" y="384383"/>
                </a:lnTo>
                <a:lnTo>
                  <a:pt x="2314098" y="399026"/>
                </a:lnTo>
                <a:lnTo>
                  <a:pt x="2302875" y="419160"/>
                </a:lnTo>
                <a:lnTo>
                  <a:pt x="2284919" y="431973"/>
                </a:lnTo>
                <a:lnTo>
                  <a:pt x="2266963" y="452107"/>
                </a:lnTo>
                <a:lnTo>
                  <a:pt x="2246762" y="464920"/>
                </a:lnTo>
                <a:lnTo>
                  <a:pt x="2219828" y="477733"/>
                </a:lnTo>
                <a:lnTo>
                  <a:pt x="2190649" y="490545"/>
                </a:lnTo>
                <a:lnTo>
                  <a:pt x="2163715" y="505189"/>
                </a:lnTo>
                <a:lnTo>
                  <a:pt x="2134537" y="518002"/>
                </a:lnTo>
                <a:lnTo>
                  <a:pt x="2107602" y="530814"/>
                </a:lnTo>
                <a:lnTo>
                  <a:pt x="2069445" y="545457"/>
                </a:lnTo>
                <a:lnTo>
                  <a:pt x="2031289" y="558270"/>
                </a:lnTo>
                <a:lnTo>
                  <a:pt x="1993131" y="571083"/>
                </a:lnTo>
                <a:lnTo>
                  <a:pt x="1954975" y="578404"/>
                </a:lnTo>
                <a:lnTo>
                  <a:pt x="1910085" y="591217"/>
                </a:lnTo>
                <a:lnTo>
                  <a:pt x="1871928" y="604030"/>
                </a:lnTo>
                <a:lnTo>
                  <a:pt x="1824793" y="611352"/>
                </a:lnTo>
                <a:lnTo>
                  <a:pt x="1777658" y="616843"/>
                </a:lnTo>
                <a:lnTo>
                  <a:pt x="1721545" y="624164"/>
                </a:lnTo>
                <a:lnTo>
                  <a:pt x="1674410" y="636977"/>
                </a:lnTo>
                <a:lnTo>
                  <a:pt x="1627275" y="644299"/>
                </a:lnTo>
                <a:lnTo>
                  <a:pt x="1571162" y="644299"/>
                </a:lnTo>
                <a:lnTo>
                  <a:pt x="1515049" y="651621"/>
                </a:lnTo>
                <a:lnTo>
                  <a:pt x="1456692" y="657112"/>
                </a:lnTo>
                <a:lnTo>
                  <a:pt x="1400579" y="657112"/>
                </a:lnTo>
                <a:lnTo>
                  <a:pt x="1344466" y="664433"/>
                </a:lnTo>
                <a:lnTo>
                  <a:pt x="1288353" y="664433"/>
                </a:lnTo>
                <a:lnTo>
                  <a:pt x="1232240" y="664433"/>
                </a:lnTo>
                <a:lnTo>
                  <a:pt x="1167149" y="669924"/>
                </a:lnTo>
                <a:lnTo>
                  <a:pt x="1108791" y="664433"/>
                </a:lnTo>
                <a:lnTo>
                  <a:pt x="1052678" y="664433"/>
                </a:lnTo>
                <a:lnTo>
                  <a:pt x="987588" y="664433"/>
                </a:lnTo>
                <a:lnTo>
                  <a:pt x="931474" y="657112"/>
                </a:lnTo>
                <a:lnTo>
                  <a:pt x="875361" y="657112"/>
                </a:lnTo>
                <a:lnTo>
                  <a:pt x="819249" y="651621"/>
                </a:lnTo>
                <a:lnTo>
                  <a:pt x="772114" y="644299"/>
                </a:lnTo>
                <a:lnTo>
                  <a:pt x="713756" y="644299"/>
                </a:lnTo>
                <a:lnTo>
                  <a:pt x="668866" y="636977"/>
                </a:lnTo>
                <a:lnTo>
                  <a:pt x="610508" y="624164"/>
                </a:lnTo>
                <a:lnTo>
                  <a:pt x="563374" y="616843"/>
                </a:lnTo>
                <a:lnTo>
                  <a:pt x="518483" y="611352"/>
                </a:lnTo>
                <a:lnTo>
                  <a:pt x="471348" y="604030"/>
                </a:lnTo>
                <a:lnTo>
                  <a:pt x="424214" y="591217"/>
                </a:lnTo>
                <a:lnTo>
                  <a:pt x="386057" y="578404"/>
                </a:lnTo>
                <a:lnTo>
                  <a:pt x="347900" y="571083"/>
                </a:lnTo>
                <a:lnTo>
                  <a:pt x="309743" y="558270"/>
                </a:lnTo>
                <a:lnTo>
                  <a:pt x="273831" y="545457"/>
                </a:lnTo>
                <a:lnTo>
                  <a:pt x="235674" y="530814"/>
                </a:lnTo>
                <a:lnTo>
                  <a:pt x="197517" y="518002"/>
                </a:lnTo>
                <a:lnTo>
                  <a:pt x="168338" y="505189"/>
                </a:lnTo>
                <a:lnTo>
                  <a:pt x="141404" y="490545"/>
                </a:lnTo>
                <a:lnTo>
                  <a:pt x="112225" y="477733"/>
                </a:lnTo>
                <a:lnTo>
                  <a:pt x="94269" y="464920"/>
                </a:lnTo>
                <a:lnTo>
                  <a:pt x="76313" y="452107"/>
                </a:lnTo>
                <a:lnTo>
                  <a:pt x="56113" y="431973"/>
                </a:lnTo>
                <a:lnTo>
                  <a:pt x="38156" y="419160"/>
                </a:lnTo>
                <a:lnTo>
                  <a:pt x="29178" y="399026"/>
                </a:lnTo>
                <a:lnTo>
                  <a:pt x="17956" y="384383"/>
                </a:lnTo>
                <a:lnTo>
                  <a:pt x="8978" y="366079"/>
                </a:lnTo>
                <a:lnTo>
                  <a:pt x="0" y="351435"/>
                </a:lnTo>
                <a:lnTo>
                  <a:pt x="0" y="331301"/>
                </a:lnTo>
                <a:lnTo>
                  <a:pt x="0" y="318488"/>
                </a:lnTo>
                <a:lnTo>
                  <a:pt x="8978" y="298354"/>
                </a:lnTo>
                <a:lnTo>
                  <a:pt x="17956" y="285541"/>
                </a:lnTo>
                <a:lnTo>
                  <a:pt x="29178" y="265407"/>
                </a:lnTo>
                <a:lnTo>
                  <a:pt x="38156" y="252594"/>
                </a:lnTo>
                <a:lnTo>
                  <a:pt x="56113" y="232460"/>
                </a:lnTo>
                <a:lnTo>
                  <a:pt x="76313" y="219647"/>
                </a:lnTo>
                <a:lnTo>
                  <a:pt x="94269" y="205004"/>
                </a:lnTo>
                <a:lnTo>
                  <a:pt x="141404" y="172057"/>
                </a:lnTo>
                <a:lnTo>
                  <a:pt x="197517" y="146431"/>
                </a:lnTo>
                <a:lnTo>
                  <a:pt x="235674" y="133618"/>
                </a:lnTo>
                <a:lnTo>
                  <a:pt x="273831" y="118975"/>
                </a:lnTo>
                <a:lnTo>
                  <a:pt x="309743" y="113484"/>
                </a:lnTo>
                <a:lnTo>
                  <a:pt x="347900" y="98841"/>
                </a:lnTo>
                <a:lnTo>
                  <a:pt x="386057" y="86028"/>
                </a:lnTo>
                <a:lnTo>
                  <a:pt x="424214" y="78707"/>
                </a:lnTo>
                <a:lnTo>
                  <a:pt x="471348" y="65894"/>
                </a:lnTo>
                <a:lnTo>
                  <a:pt x="518483" y="60402"/>
                </a:lnTo>
                <a:lnTo>
                  <a:pt x="563374" y="45759"/>
                </a:lnTo>
                <a:lnTo>
                  <a:pt x="610508" y="40268"/>
                </a:lnTo>
                <a:lnTo>
                  <a:pt x="668866" y="32947"/>
                </a:lnTo>
                <a:lnTo>
                  <a:pt x="713756" y="25625"/>
                </a:lnTo>
                <a:lnTo>
                  <a:pt x="772114" y="20134"/>
                </a:lnTo>
                <a:lnTo>
                  <a:pt x="819249" y="12812"/>
                </a:lnTo>
                <a:lnTo>
                  <a:pt x="875361" y="12812"/>
                </a:lnTo>
                <a:lnTo>
                  <a:pt x="931474" y="7321"/>
                </a:lnTo>
                <a:lnTo>
                  <a:pt x="987588" y="7321"/>
                </a:lnTo>
                <a:lnTo>
                  <a:pt x="1052678" y="0"/>
                </a:lnTo>
                <a:lnTo>
                  <a:pt x="1108791" y="0"/>
                </a:lnTo>
                <a:lnTo>
                  <a:pt x="1167149" y="0"/>
                </a:lnTo>
                <a:close/>
              </a:path>
            </a:pathLst>
          </a:custGeom>
          <a:ln w="28574">
            <a:solidFill>
              <a:srgbClr val="ECEBEB"/>
            </a:solidFill>
          </a:ln>
        </p:spPr>
        <p:txBody>
          <a:bodyPr wrap="square" lIns="0" tIns="0" rIns="0" bIns="0" rtlCol="0"/>
          <a:lstStyle/>
          <a:p>
            <a:endParaRPr/>
          </a:p>
        </p:txBody>
      </p:sp>
      <p:sp>
        <p:nvSpPr>
          <p:cNvPr id="101" name="object 100"/>
          <p:cNvSpPr txBox="1"/>
          <p:nvPr/>
        </p:nvSpPr>
        <p:spPr>
          <a:xfrm>
            <a:off x="2107667" y="1616263"/>
            <a:ext cx="1447800"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FFFFFF"/>
                </a:solidFill>
                <a:latin typeface="华文新魏" panose="02010800040101010101" charset="-122"/>
                <a:cs typeface="华文新魏" panose="02010800040101010101" charset="-122"/>
              </a:rPr>
              <a:t>注册课程</a:t>
            </a:r>
            <a:endParaRPr sz="2800">
              <a:latin typeface="华文新魏" panose="02010800040101010101" charset="-122"/>
              <a:cs typeface="华文新魏" panose="02010800040101010101" charset="-122"/>
            </a:endParaRPr>
          </a:p>
        </p:txBody>
      </p:sp>
      <p:sp>
        <p:nvSpPr>
          <p:cNvPr id="102" name="灯片编号占位符 101"/>
          <p:cNvSpPr>
            <a:spLocks noGrp="1"/>
          </p:cNvSpPr>
          <p:nvPr>
            <p:ph type="sldNum" sz="quarter" idx="12"/>
          </p:nvPr>
        </p:nvSpPr>
        <p:spPr/>
        <p:txBody>
          <a:bodyPr/>
          <a:lstStyle/>
          <a:p>
            <a:fld id="{74D2AB8B-5816-41F2-8B4B-CA5C3E4E6A65}" type="slidenum">
              <a:rPr lang="zh-CN" altLang="en-US" smtClean="0"/>
              <a:t>43</a:t>
            </a:fld>
            <a:endParaRPr lang="zh-CN" altLang="en-US"/>
          </a:p>
        </p:txBody>
      </p:sp>
      <p:sp>
        <p:nvSpPr>
          <p:cNvPr id="103" name="箭头: 右 102"/>
          <p:cNvSpPr/>
          <p:nvPr/>
        </p:nvSpPr>
        <p:spPr>
          <a:xfrm>
            <a:off x="7086600" y="322622"/>
            <a:ext cx="279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箭头: 右 103"/>
          <p:cNvSpPr/>
          <p:nvPr/>
        </p:nvSpPr>
        <p:spPr>
          <a:xfrm>
            <a:off x="9652000" y="322622"/>
            <a:ext cx="279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182"/>
    </mc:Choice>
    <mc:Fallback xmlns="">
      <p:transition spd="slow" advTm="371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3"/>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5"/>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7"/>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2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21"/>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2"/>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2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24"/>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5"/>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7"/>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2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3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3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32"/>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34"/>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35"/>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36"/>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80988" y="2338070"/>
            <a:ext cx="0" cy="534035"/>
          </a:xfrm>
          <a:custGeom>
            <a:avLst/>
            <a:gdLst/>
            <a:ahLst/>
            <a:cxnLst/>
            <a:rect l="l" t="t" r="r" b="b"/>
            <a:pathLst>
              <a:path h="534035">
                <a:moveTo>
                  <a:pt x="0" y="0"/>
                </a:moveTo>
                <a:lnTo>
                  <a:pt x="0" y="533594"/>
                </a:lnTo>
              </a:path>
            </a:pathLst>
          </a:custGeom>
          <a:ln w="19049">
            <a:solidFill>
              <a:srgbClr val="6CACDD"/>
            </a:solidFill>
          </a:ln>
        </p:spPr>
        <p:txBody>
          <a:bodyPr wrap="square" lIns="0" tIns="0" rIns="0" bIns="0" rtlCol="0"/>
          <a:lstStyle/>
          <a:p>
            <a:endParaRPr/>
          </a:p>
        </p:txBody>
      </p:sp>
      <p:sp>
        <p:nvSpPr>
          <p:cNvPr id="3" name="object 3"/>
          <p:cNvSpPr/>
          <p:nvPr/>
        </p:nvSpPr>
        <p:spPr>
          <a:xfrm>
            <a:off x="1922033" y="2780960"/>
            <a:ext cx="117909" cy="115909"/>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945940" y="1766632"/>
            <a:ext cx="2011045" cy="885825"/>
          </a:xfrm>
          <a:custGeom>
            <a:avLst/>
            <a:gdLst/>
            <a:ahLst/>
            <a:cxnLst/>
            <a:rect l="l" t="t" r="r" b="b"/>
            <a:pathLst>
              <a:path w="2011045" h="885825">
                <a:moveTo>
                  <a:pt x="1863212" y="0"/>
                </a:moveTo>
                <a:lnTo>
                  <a:pt x="147619" y="0"/>
                </a:lnTo>
                <a:lnTo>
                  <a:pt x="100960" y="7525"/>
                </a:lnTo>
                <a:lnTo>
                  <a:pt x="60437" y="28482"/>
                </a:lnTo>
                <a:lnTo>
                  <a:pt x="28482" y="60437"/>
                </a:lnTo>
                <a:lnTo>
                  <a:pt x="7525" y="100961"/>
                </a:lnTo>
                <a:lnTo>
                  <a:pt x="0" y="147620"/>
                </a:lnTo>
                <a:lnTo>
                  <a:pt x="0" y="738084"/>
                </a:lnTo>
                <a:lnTo>
                  <a:pt x="7525" y="784743"/>
                </a:lnTo>
                <a:lnTo>
                  <a:pt x="28482" y="825266"/>
                </a:lnTo>
                <a:lnTo>
                  <a:pt x="60437" y="857222"/>
                </a:lnTo>
                <a:lnTo>
                  <a:pt x="100960" y="878178"/>
                </a:lnTo>
                <a:lnTo>
                  <a:pt x="147619" y="885704"/>
                </a:lnTo>
                <a:lnTo>
                  <a:pt x="1863212" y="885704"/>
                </a:lnTo>
                <a:lnTo>
                  <a:pt x="1909871" y="878178"/>
                </a:lnTo>
                <a:lnTo>
                  <a:pt x="1950394" y="857222"/>
                </a:lnTo>
                <a:lnTo>
                  <a:pt x="1982350" y="825266"/>
                </a:lnTo>
                <a:lnTo>
                  <a:pt x="2003306" y="784743"/>
                </a:lnTo>
                <a:lnTo>
                  <a:pt x="2010832" y="738084"/>
                </a:lnTo>
                <a:lnTo>
                  <a:pt x="2010832" y="147620"/>
                </a:lnTo>
                <a:lnTo>
                  <a:pt x="2003306" y="100961"/>
                </a:lnTo>
                <a:lnTo>
                  <a:pt x="1982350" y="60437"/>
                </a:lnTo>
                <a:lnTo>
                  <a:pt x="1950394" y="28482"/>
                </a:lnTo>
                <a:lnTo>
                  <a:pt x="1909871" y="7525"/>
                </a:lnTo>
                <a:lnTo>
                  <a:pt x="1863212" y="0"/>
                </a:lnTo>
                <a:close/>
              </a:path>
            </a:pathLst>
          </a:custGeom>
          <a:solidFill>
            <a:srgbClr val="FFFDA9"/>
          </a:solidFill>
        </p:spPr>
        <p:txBody>
          <a:bodyPr wrap="square" lIns="0" tIns="0" rIns="0" bIns="0" rtlCol="0"/>
          <a:lstStyle/>
          <a:p>
            <a:endParaRPr/>
          </a:p>
        </p:txBody>
      </p:sp>
      <p:sp>
        <p:nvSpPr>
          <p:cNvPr id="6" name="object 6"/>
          <p:cNvSpPr/>
          <p:nvPr/>
        </p:nvSpPr>
        <p:spPr>
          <a:xfrm>
            <a:off x="945940" y="1766632"/>
            <a:ext cx="2011045" cy="885825"/>
          </a:xfrm>
          <a:custGeom>
            <a:avLst/>
            <a:gdLst/>
            <a:ahLst/>
            <a:cxnLst/>
            <a:rect l="l" t="t" r="r" b="b"/>
            <a:pathLst>
              <a:path w="2011045" h="885825">
                <a:moveTo>
                  <a:pt x="0" y="147620"/>
                </a:moveTo>
                <a:lnTo>
                  <a:pt x="7525" y="100960"/>
                </a:lnTo>
                <a:lnTo>
                  <a:pt x="28482" y="60437"/>
                </a:lnTo>
                <a:lnTo>
                  <a:pt x="60437" y="28482"/>
                </a:lnTo>
                <a:lnTo>
                  <a:pt x="100960" y="7525"/>
                </a:lnTo>
                <a:lnTo>
                  <a:pt x="147619" y="0"/>
                </a:lnTo>
                <a:lnTo>
                  <a:pt x="1863212" y="0"/>
                </a:lnTo>
                <a:lnTo>
                  <a:pt x="1909871" y="7525"/>
                </a:lnTo>
                <a:lnTo>
                  <a:pt x="1950394" y="28482"/>
                </a:lnTo>
                <a:lnTo>
                  <a:pt x="1982350" y="60437"/>
                </a:lnTo>
                <a:lnTo>
                  <a:pt x="2003306" y="100960"/>
                </a:lnTo>
                <a:lnTo>
                  <a:pt x="2010832" y="147620"/>
                </a:lnTo>
                <a:lnTo>
                  <a:pt x="2010832" y="738083"/>
                </a:lnTo>
                <a:lnTo>
                  <a:pt x="2003306" y="784743"/>
                </a:lnTo>
                <a:lnTo>
                  <a:pt x="1982350" y="825266"/>
                </a:lnTo>
                <a:lnTo>
                  <a:pt x="1950394" y="857221"/>
                </a:lnTo>
                <a:lnTo>
                  <a:pt x="1909871" y="878177"/>
                </a:lnTo>
                <a:lnTo>
                  <a:pt x="1863212" y="885703"/>
                </a:lnTo>
                <a:lnTo>
                  <a:pt x="147619" y="885703"/>
                </a:lnTo>
                <a:lnTo>
                  <a:pt x="100960" y="878177"/>
                </a:lnTo>
                <a:lnTo>
                  <a:pt x="60437" y="857221"/>
                </a:lnTo>
                <a:lnTo>
                  <a:pt x="28482" y="825266"/>
                </a:lnTo>
                <a:lnTo>
                  <a:pt x="7525" y="784743"/>
                </a:lnTo>
                <a:lnTo>
                  <a:pt x="0" y="738083"/>
                </a:lnTo>
                <a:lnTo>
                  <a:pt x="0" y="147620"/>
                </a:lnTo>
                <a:close/>
              </a:path>
            </a:pathLst>
          </a:custGeom>
          <a:ln w="12699">
            <a:solidFill>
              <a:srgbClr val="FFAA79"/>
            </a:solidFill>
          </a:ln>
        </p:spPr>
        <p:txBody>
          <a:bodyPr wrap="square" lIns="0" tIns="0" rIns="0" bIns="0" rtlCol="0"/>
          <a:lstStyle/>
          <a:p>
            <a:endParaRPr/>
          </a:p>
        </p:txBody>
      </p:sp>
      <p:sp>
        <p:nvSpPr>
          <p:cNvPr id="7" name="object 7"/>
          <p:cNvSpPr txBox="1"/>
          <p:nvPr/>
        </p:nvSpPr>
        <p:spPr>
          <a:xfrm>
            <a:off x="1242309" y="1846423"/>
            <a:ext cx="1678305" cy="635000"/>
          </a:xfrm>
          <a:prstGeom prst="rect">
            <a:avLst/>
          </a:prstGeom>
        </p:spPr>
        <p:txBody>
          <a:bodyPr vert="horz" wrap="square" lIns="0" tIns="12700" rIns="0" bIns="0" rtlCol="0">
            <a:spAutoFit/>
          </a:bodyPr>
          <a:lstStyle/>
          <a:p>
            <a:pPr marL="203835">
              <a:lnSpc>
                <a:spcPct val="100000"/>
              </a:lnSpc>
              <a:spcBef>
                <a:spcPts val="100"/>
              </a:spcBef>
            </a:pPr>
            <a:r>
              <a:rPr sz="2000" dirty="0">
                <a:latin typeface="华文新魏" panose="02010800040101010101" charset="-122"/>
                <a:cs typeface="华文新魏" panose="02010800040101010101" charset="-122"/>
              </a:rPr>
              <a:t>用例识别</a:t>
            </a:r>
            <a:endParaRPr sz="2000">
              <a:latin typeface="华文新魏" panose="02010800040101010101" charset="-122"/>
              <a:cs typeface="华文新魏" panose="02010800040101010101" charset="-122"/>
            </a:endParaRPr>
          </a:p>
          <a:p>
            <a:pPr marL="12700">
              <a:lnSpc>
                <a:spcPct val="100000"/>
              </a:lnSpc>
            </a:pPr>
            <a:r>
              <a:rPr sz="2000" spc="-5" dirty="0">
                <a:latin typeface="华文新魏" panose="02010800040101010101" charset="-122"/>
                <a:cs typeface="华文新魏" panose="02010800040101010101" charset="-122"/>
              </a:rPr>
              <a:t>（</a:t>
            </a:r>
            <a:r>
              <a:rPr sz="2000" spc="-5" dirty="0">
                <a:latin typeface="Calibri" panose="020F0502020204030204"/>
                <a:cs typeface="Calibri" panose="020F0502020204030204"/>
              </a:rPr>
              <a:t>Discovered</a:t>
            </a:r>
            <a:r>
              <a:rPr sz="2000" spc="-5" dirty="0">
                <a:latin typeface="华文新魏" panose="02010800040101010101" charset="-122"/>
                <a:cs typeface="华文新魏" panose="02010800040101010101" charset="-122"/>
              </a:rPr>
              <a:t>）</a:t>
            </a:r>
            <a:endParaRPr sz="2000">
              <a:latin typeface="华文新魏" panose="02010800040101010101" charset="-122"/>
              <a:cs typeface="华文新魏" panose="02010800040101010101" charset="-122"/>
            </a:endParaRPr>
          </a:p>
        </p:txBody>
      </p:sp>
      <p:sp>
        <p:nvSpPr>
          <p:cNvPr id="8" name="object 8"/>
          <p:cNvSpPr/>
          <p:nvPr/>
        </p:nvSpPr>
        <p:spPr>
          <a:xfrm>
            <a:off x="973455" y="4202056"/>
            <a:ext cx="1990089" cy="715645"/>
          </a:xfrm>
          <a:custGeom>
            <a:avLst/>
            <a:gdLst/>
            <a:ahLst/>
            <a:cxnLst/>
            <a:rect l="l" t="t" r="r" b="b"/>
            <a:pathLst>
              <a:path w="1990089" h="715645">
                <a:moveTo>
                  <a:pt x="1870423" y="0"/>
                </a:moveTo>
                <a:lnTo>
                  <a:pt x="119242" y="0"/>
                </a:lnTo>
                <a:lnTo>
                  <a:pt x="72828" y="9370"/>
                </a:lnTo>
                <a:lnTo>
                  <a:pt x="34925" y="34925"/>
                </a:lnTo>
                <a:lnTo>
                  <a:pt x="9370" y="72828"/>
                </a:lnTo>
                <a:lnTo>
                  <a:pt x="0" y="119242"/>
                </a:lnTo>
                <a:lnTo>
                  <a:pt x="0" y="596201"/>
                </a:lnTo>
                <a:lnTo>
                  <a:pt x="9370" y="642616"/>
                </a:lnTo>
                <a:lnTo>
                  <a:pt x="34925" y="680518"/>
                </a:lnTo>
                <a:lnTo>
                  <a:pt x="72828" y="706073"/>
                </a:lnTo>
                <a:lnTo>
                  <a:pt x="119242" y="715444"/>
                </a:lnTo>
                <a:lnTo>
                  <a:pt x="1870423" y="715444"/>
                </a:lnTo>
                <a:lnTo>
                  <a:pt x="1916838" y="706073"/>
                </a:lnTo>
                <a:lnTo>
                  <a:pt x="1954741" y="680518"/>
                </a:lnTo>
                <a:lnTo>
                  <a:pt x="1980295" y="642616"/>
                </a:lnTo>
                <a:lnTo>
                  <a:pt x="1989666" y="596201"/>
                </a:lnTo>
                <a:lnTo>
                  <a:pt x="1989666" y="119242"/>
                </a:lnTo>
                <a:lnTo>
                  <a:pt x="1980295" y="72828"/>
                </a:lnTo>
                <a:lnTo>
                  <a:pt x="1954741" y="34925"/>
                </a:lnTo>
                <a:lnTo>
                  <a:pt x="1916838" y="9370"/>
                </a:lnTo>
                <a:lnTo>
                  <a:pt x="1870423" y="0"/>
                </a:lnTo>
                <a:close/>
              </a:path>
            </a:pathLst>
          </a:custGeom>
          <a:solidFill>
            <a:srgbClr val="FFFDA9"/>
          </a:solidFill>
        </p:spPr>
        <p:txBody>
          <a:bodyPr wrap="square" lIns="0" tIns="0" rIns="0" bIns="0" rtlCol="0"/>
          <a:lstStyle/>
          <a:p>
            <a:endParaRPr/>
          </a:p>
        </p:txBody>
      </p:sp>
      <p:sp>
        <p:nvSpPr>
          <p:cNvPr id="9" name="object 9"/>
          <p:cNvSpPr/>
          <p:nvPr/>
        </p:nvSpPr>
        <p:spPr>
          <a:xfrm>
            <a:off x="973455" y="4202056"/>
            <a:ext cx="1990089" cy="715645"/>
          </a:xfrm>
          <a:custGeom>
            <a:avLst/>
            <a:gdLst/>
            <a:ahLst/>
            <a:cxnLst/>
            <a:rect l="l" t="t" r="r" b="b"/>
            <a:pathLst>
              <a:path w="1990089" h="715645">
                <a:moveTo>
                  <a:pt x="0" y="119242"/>
                </a:moveTo>
                <a:lnTo>
                  <a:pt x="9370" y="72828"/>
                </a:lnTo>
                <a:lnTo>
                  <a:pt x="34925" y="34925"/>
                </a:lnTo>
                <a:lnTo>
                  <a:pt x="72828" y="9370"/>
                </a:lnTo>
                <a:lnTo>
                  <a:pt x="119242" y="0"/>
                </a:lnTo>
                <a:lnTo>
                  <a:pt x="1870423" y="0"/>
                </a:lnTo>
                <a:lnTo>
                  <a:pt x="1916838" y="9370"/>
                </a:lnTo>
                <a:lnTo>
                  <a:pt x="1954741" y="34925"/>
                </a:lnTo>
                <a:lnTo>
                  <a:pt x="1980295" y="72828"/>
                </a:lnTo>
                <a:lnTo>
                  <a:pt x="1989666" y="119242"/>
                </a:lnTo>
                <a:lnTo>
                  <a:pt x="1989666" y="596201"/>
                </a:lnTo>
                <a:lnTo>
                  <a:pt x="1980295" y="642616"/>
                </a:lnTo>
                <a:lnTo>
                  <a:pt x="1954741" y="680519"/>
                </a:lnTo>
                <a:lnTo>
                  <a:pt x="1916838" y="706074"/>
                </a:lnTo>
                <a:lnTo>
                  <a:pt x="1870423" y="715444"/>
                </a:lnTo>
                <a:lnTo>
                  <a:pt x="119242" y="715444"/>
                </a:lnTo>
                <a:lnTo>
                  <a:pt x="72828" y="706074"/>
                </a:lnTo>
                <a:lnTo>
                  <a:pt x="34925" y="680519"/>
                </a:lnTo>
                <a:lnTo>
                  <a:pt x="9370" y="642616"/>
                </a:lnTo>
                <a:lnTo>
                  <a:pt x="0" y="596201"/>
                </a:lnTo>
                <a:lnTo>
                  <a:pt x="0" y="119242"/>
                </a:lnTo>
                <a:close/>
              </a:path>
            </a:pathLst>
          </a:custGeom>
          <a:ln w="12699">
            <a:solidFill>
              <a:srgbClr val="FFAA79"/>
            </a:solidFill>
          </a:ln>
        </p:spPr>
        <p:txBody>
          <a:bodyPr wrap="square" lIns="0" tIns="0" rIns="0" bIns="0" rtlCol="0"/>
          <a:lstStyle/>
          <a:p>
            <a:endParaRPr/>
          </a:p>
        </p:txBody>
      </p:sp>
      <p:sp>
        <p:nvSpPr>
          <p:cNvPr id="10" name="object 10"/>
          <p:cNvSpPr txBox="1"/>
          <p:nvPr/>
        </p:nvSpPr>
        <p:spPr>
          <a:xfrm>
            <a:off x="1383216" y="4203067"/>
            <a:ext cx="1430020" cy="558800"/>
          </a:xfrm>
          <a:prstGeom prst="rect">
            <a:avLst/>
          </a:prstGeom>
        </p:spPr>
        <p:txBody>
          <a:bodyPr vert="horz" wrap="square" lIns="0" tIns="12700" rIns="0" bIns="0" rtlCol="0">
            <a:spAutoFit/>
          </a:bodyPr>
          <a:lstStyle/>
          <a:p>
            <a:pPr marL="79375">
              <a:lnSpc>
                <a:spcPts val="2100"/>
              </a:lnSpc>
              <a:spcBef>
                <a:spcPts val="100"/>
              </a:spcBef>
            </a:pPr>
            <a:r>
              <a:rPr sz="2000" dirty="0">
                <a:latin typeface="华文新魏" panose="02010800040101010101" charset="-122"/>
                <a:cs typeface="华文新魏" panose="02010800040101010101" charset="-122"/>
              </a:rPr>
              <a:t>用例提纲</a:t>
            </a:r>
            <a:endParaRPr sz="2000">
              <a:latin typeface="华文新魏" panose="02010800040101010101" charset="-122"/>
              <a:cs typeface="华文新魏" panose="02010800040101010101" charset="-122"/>
            </a:endParaRPr>
          </a:p>
          <a:p>
            <a:pPr marL="12700">
              <a:lnSpc>
                <a:spcPts val="2100"/>
              </a:lnSpc>
            </a:pPr>
            <a:r>
              <a:rPr sz="2000" spc="-5" dirty="0">
                <a:latin typeface="华文新魏" panose="02010800040101010101" charset="-122"/>
                <a:cs typeface="华文新魏" panose="02010800040101010101" charset="-122"/>
              </a:rPr>
              <a:t>（</a:t>
            </a:r>
            <a:r>
              <a:rPr sz="2000" spc="-5" dirty="0">
                <a:latin typeface="Calibri" panose="020F0502020204030204"/>
                <a:cs typeface="Calibri" panose="020F0502020204030204"/>
              </a:rPr>
              <a:t>Outlined</a:t>
            </a:r>
            <a:r>
              <a:rPr sz="2000" spc="-5" dirty="0">
                <a:latin typeface="华文新魏" panose="02010800040101010101" charset="-122"/>
                <a:cs typeface="华文新魏" panose="02010800040101010101" charset="-122"/>
              </a:rPr>
              <a:t>）</a:t>
            </a:r>
            <a:endParaRPr sz="2000">
              <a:latin typeface="华文新魏" panose="02010800040101010101" charset="-122"/>
              <a:cs typeface="华文新魏" panose="02010800040101010101" charset="-122"/>
            </a:endParaRPr>
          </a:p>
        </p:txBody>
      </p:sp>
      <p:sp>
        <p:nvSpPr>
          <p:cNvPr id="11" name="object 11"/>
          <p:cNvSpPr/>
          <p:nvPr/>
        </p:nvSpPr>
        <p:spPr>
          <a:xfrm>
            <a:off x="1997921" y="3506470"/>
            <a:ext cx="0" cy="762635"/>
          </a:xfrm>
          <a:custGeom>
            <a:avLst/>
            <a:gdLst/>
            <a:ahLst/>
            <a:cxnLst/>
            <a:rect l="l" t="t" r="r" b="b"/>
            <a:pathLst>
              <a:path h="762635">
                <a:moveTo>
                  <a:pt x="0" y="0"/>
                </a:moveTo>
                <a:lnTo>
                  <a:pt x="0" y="762195"/>
                </a:lnTo>
              </a:path>
            </a:pathLst>
          </a:custGeom>
          <a:ln w="19049">
            <a:solidFill>
              <a:srgbClr val="6CACDD"/>
            </a:solidFill>
          </a:ln>
        </p:spPr>
        <p:txBody>
          <a:bodyPr wrap="square" lIns="0" tIns="0" rIns="0" bIns="0" rtlCol="0"/>
          <a:lstStyle/>
          <a:p>
            <a:endParaRPr/>
          </a:p>
        </p:txBody>
      </p:sp>
      <p:sp>
        <p:nvSpPr>
          <p:cNvPr id="12" name="object 12"/>
          <p:cNvSpPr/>
          <p:nvPr/>
        </p:nvSpPr>
        <p:spPr>
          <a:xfrm>
            <a:off x="1938967" y="4177960"/>
            <a:ext cx="117908" cy="115909"/>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1964054" y="4952684"/>
            <a:ext cx="0" cy="430530"/>
          </a:xfrm>
          <a:custGeom>
            <a:avLst/>
            <a:gdLst/>
            <a:ahLst/>
            <a:cxnLst/>
            <a:rect l="l" t="t" r="r" b="b"/>
            <a:pathLst>
              <a:path h="430529">
                <a:moveTo>
                  <a:pt x="0" y="0"/>
                </a:moveTo>
                <a:lnTo>
                  <a:pt x="0" y="430257"/>
                </a:lnTo>
              </a:path>
            </a:pathLst>
          </a:custGeom>
          <a:ln w="19049">
            <a:solidFill>
              <a:srgbClr val="6CACDD"/>
            </a:solidFill>
          </a:ln>
        </p:spPr>
        <p:txBody>
          <a:bodyPr wrap="square" lIns="0" tIns="0" rIns="0" bIns="0" rtlCol="0"/>
          <a:lstStyle/>
          <a:p>
            <a:endParaRPr/>
          </a:p>
        </p:txBody>
      </p:sp>
      <p:sp>
        <p:nvSpPr>
          <p:cNvPr id="14" name="object 14"/>
          <p:cNvSpPr/>
          <p:nvPr/>
        </p:nvSpPr>
        <p:spPr>
          <a:xfrm>
            <a:off x="1905101" y="5292237"/>
            <a:ext cx="117908" cy="115909"/>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1831830" y="1392096"/>
            <a:ext cx="247261" cy="272169"/>
          </a:xfrm>
          <a:custGeom>
            <a:avLst/>
            <a:gdLst/>
            <a:ahLst/>
            <a:cxnLst/>
            <a:rect l="l" t="t" r="r" b="b"/>
            <a:pathLst>
              <a:path w="231775" h="358775">
                <a:moveTo>
                  <a:pt x="115755" y="0"/>
                </a:moveTo>
                <a:lnTo>
                  <a:pt x="47392" y="34559"/>
                </a:lnTo>
                <a:lnTo>
                  <a:pt x="22334" y="73333"/>
                </a:lnTo>
                <a:lnTo>
                  <a:pt x="5901" y="122504"/>
                </a:lnTo>
                <a:lnTo>
                  <a:pt x="0" y="179120"/>
                </a:lnTo>
                <a:lnTo>
                  <a:pt x="5901" y="235736"/>
                </a:lnTo>
                <a:lnTo>
                  <a:pt x="22334" y="284907"/>
                </a:lnTo>
                <a:lnTo>
                  <a:pt x="47392" y="323681"/>
                </a:lnTo>
                <a:lnTo>
                  <a:pt x="79168" y="349109"/>
                </a:lnTo>
                <a:lnTo>
                  <a:pt x="115755" y="358241"/>
                </a:lnTo>
                <a:lnTo>
                  <a:pt x="152342" y="349109"/>
                </a:lnTo>
                <a:lnTo>
                  <a:pt x="184118" y="323681"/>
                </a:lnTo>
                <a:lnTo>
                  <a:pt x="209176" y="284907"/>
                </a:lnTo>
                <a:lnTo>
                  <a:pt x="225609" y="235736"/>
                </a:lnTo>
                <a:lnTo>
                  <a:pt x="231510" y="179120"/>
                </a:lnTo>
                <a:lnTo>
                  <a:pt x="225609" y="122504"/>
                </a:lnTo>
                <a:lnTo>
                  <a:pt x="209176" y="73333"/>
                </a:lnTo>
                <a:lnTo>
                  <a:pt x="184118" y="34559"/>
                </a:lnTo>
                <a:lnTo>
                  <a:pt x="152342" y="9131"/>
                </a:lnTo>
                <a:lnTo>
                  <a:pt x="115755" y="0"/>
                </a:lnTo>
                <a:close/>
              </a:path>
            </a:pathLst>
          </a:custGeom>
          <a:solidFill>
            <a:srgbClr val="7A4779"/>
          </a:solidFill>
        </p:spPr>
        <p:txBody>
          <a:bodyPr wrap="square" lIns="0" tIns="0" rIns="0" bIns="0" rtlCol="0"/>
          <a:lstStyle/>
          <a:p>
            <a:endParaRPr/>
          </a:p>
        </p:txBody>
      </p:sp>
      <p:sp>
        <p:nvSpPr>
          <p:cNvPr id="16" name="object 16"/>
          <p:cNvSpPr/>
          <p:nvPr/>
        </p:nvSpPr>
        <p:spPr>
          <a:xfrm>
            <a:off x="1816100" y="1384300"/>
            <a:ext cx="262991" cy="279965"/>
          </a:xfrm>
          <a:custGeom>
            <a:avLst/>
            <a:gdLst/>
            <a:ahLst/>
            <a:cxnLst/>
            <a:rect l="l" t="t" r="r" b="b"/>
            <a:pathLst>
              <a:path w="231775" h="358775">
                <a:moveTo>
                  <a:pt x="0" y="179120"/>
                </a:moveTo>
                <a:lnTo>
                  <a:pt x="5901" y="122504"/>
                </a:lnTo>
                <a:lnTo>
                  <a:pt x="22334" y="73334"/>
                </a:lnTo>
                <a:lnTo>
                  <a:pt x="47391" y="34559"/>
                </a:lnTo>
                <a:lnTo>
                  <a:pt x="79167" y="9131"/>
                </a:lnTo>
                <a:lnTo>
                  <a:pt x="115754" y="0"/>
                </a:lnTo>
                <a:lnTo>
                  <a:pt x="152342" y="9131"/>
                </a:lnTo>
                <a:lnTo>
                  <a:pt x="184118" y="34559"/>
                </a:lnTo>
                <a:lnTo>
                  <a:pt x="209175" y="73334"/>
                </a:lnTo>
                <a:lnTo>
                  <a:pt x="225608" y="122504"/>
                </a:lnTo>
                <a:lnTo>
                  <a:pt x="231509" y="179120"/>
                </a:lnTo>
                <a:lnTo>
                  <a:pt x="225608" y="235736"/>
                </a:lnTo>
                <a:lnTo>
                  <a:pt x="209175" y="284907"/>
                </a:lnTo>
                <a:lnTo>
                  <a:pt x="184118" y="323681"/>
                </a:lnTo>
                <a:lnTo>
                  <a:pt x="152342" y="349110"/>
                </a:lnTo>
                <a:lnTo>
                  <a:pt x="115754" y="358242"/>
                </a:lnTo>
                <a:lnTo>
                  <a:pt x="79167" y="349110"/>
                </a:lnTo>
                <a:lnTo>
                  <a:pt x="47391" y="323681"/>
                </a:lnTo>
                <a:lnTo>
                  <a:pt x="22334" y="284907"/>
                </a:lnTo>
                <a:lnTo>
                  <a:pt x="5901" y="235736"/>
                </a:lnTo>
                <a:lnTo>
                  <a:pt x="0" y="179120"/>
                </a:lnTo>
                <a:close/>
              </a:path>
            </a:pathLst>
          </a:custGeom>
          <a:ln w="19049">
            <a:solidFill>
              <a:srgbClr val="6CACDD"/>
            </a:solidFill>
          </a:ln>
        </p:spPr>
        <p:txBody>
          <a:bodyPr wrap="square" lIns="0" tIns="0" rIns="0" bIns="0" rtlCol="0"/>
          <a:lstStyle/>
          <a:p>
            <a:endParaRPr/>
          </a:p>
        </p:txBody>
      </p:sp>
      <p:sp>
        <p:nvSpPr>
          <p:cNvPr id="17" name="object 17"/>
          <p:cNvSpPr/>
          <p:nvPr/>
        </p:nvSpPr>
        <p:spPr>
          <a:xfrm>
            <a:off x="1831830" y="6296761"/>
            <a:ext cx="304165" cy="302260"/>
          </a:xfrm>
          <a:custGeom>
            <a:avLst/>
            <a:gdLst/>
            <a:ahLst/>
            <a:cxnLst/>
            <a:rect l="l" t="t" r="r" b="b"/>
            <a:pathLst>
              <a:path w="304164" h="302260">
                <a:moveTo>
                  <a:pt x="151993" y="0"/>
                </a:moveTo>
                <a:lnTo>
                  <a:pt x="103952" y="7701"/>
                </a:lnTo>
                <a:lnTo>
                  <a:pt x="62228" y="29147"/>
                </a:lnTo>
                <a:lnTo>
                  <a:pt x="29326" y="61849"/>
                </a:lnTo>
                <a:lnTo>
                  <a:pt x="7748" y="103318"/>
                </a:lnTo>
                <a:lnTo>
                  <a:pt x="0" y="151067"/>
                </a:lnTo>
                <a:lnTo>
                  <a:pt x="7748" y="198817"/>
                </a:lnTo>
                <a:lnTo>
                  <a:pt x="29326" y="240286"/>
                </a:lnTo>
                <a:lnTo>
                  <a:pt x="62228" y="272988"/>
                </a:lnTo>
                <a:lnTo>
                  <a:pt x="103952" y="294434"/>
                </a:lnTo>
                <a:lnTo>
                  <a:pt x="151993" y="302135"/>
                </a:lnTo>
                <a:lnTo>
                  <a:pt x="200034" y="294434"/>
                </a:lnTo>
                <a:lnTo>
                  <a:pt x="241758" y="272988"/>
                </a:lnTo>
                <a:lnTo>
                  <a:pt x="274660" y="240286"/>
                </a:lnTo>
                <a:lnTo>
                  <a:pt x="296237" y="198817"/>
                </a:lnTo>
                <a:lnTo>
                  <a:pt x="303985" y="151067"/>
                </a:lnTo>
                <a:lnTo>
                  <a:pt x="296237" y="103318"/>
                </a:lnTo>
                <a:lnTo>
                  <a:pt x="274660" y="61849"/>
                </a:lnTo>
                <a:lnTo>
                  <a:pt x="241758" y="29147"/>
                </a:lnTo>
                <a:lnTo>
                  <a:pt x="200034" y="7701"/>
                </a:lnTo>
                <a:lnTo>
                  <a:pt x="151993" y="0"/>
                </a:lnTo>
                <a:close/>
              </a:path>
            </a:pathLst>
          </a:custGeom>
          <a:solidFill>
            <a:srgbClr val="7A4779"/>
          </a:solidFill>
        </p:spPr>
        <p:txBody>
          <a:bodyPr wrap="square" lIns="0" tIns="0" rIns="0" bIns="0" rtlCol="0"/>
          <a:lstStyle/>
          <a:p>
            <a:endParaRPr/>
          </a:p>
        </p:txBody>
      </p:sp>
      <p:sp>
        <p:nvSpPr>
          <p:cNvPr id="18" name="object 18"/>
          <p:cNvSpPr/>
          <p:nvPr/>
        </p:nvSpPr>
        <p:spPr>
          <a:xfrm>
            <a:off x="1831830" y="6296761"/>
            <a:ext cx="304165" cy="302260"/>
          </a:xfrm>
          <a:custGeom>
            <a:avLst/>
            <a:gdLst/>
            <a:ahLst/>
            <a:cxnLst/>
            <a:rect l="l" t="t" r="r" b="b"/>
            <a:pathLst>
              <a:path w="304164" h="302260">
                <a:moveTo>
                  <a:pt x="0" y="151067"/>
                </a:moveTo>
                <a:lnTo>
                  <a:pt x="7748" y="103318"/>
                </a:lnTo>
                <a:lnTo>
                  <a:pt x="29325" y="61849"/>
                </a:lnTo>
                <a:lnTo>
                  <a:pt x="62227" y="29147"/>
                </a:lnTo>
                <a:lnTo>
                  <a:pt x="103951" y="7701"/>
                </a:lnTo>
                <a:lnTo>
                  <a:pt x="151993" y="0"/>
                </a:lnTo>
                <a:lnTo>
                  <a:pt x="200034" y="7701"/>
                </a:lnTo>
                <a:lnTo>
                  <a:pt x="241758" y="29147"/>
                </a:lnTo>
                <a:lnTo>
                  <a:pt x="274660" y="61849"/>
                </a:lnTo>
                <a:lnTo>
                  <a:pt x="296237" y="103318"/>
                </a:lnTo>
                <a:lnTo>
                  <a:pt x="303985" y="151067"/>
                </a:lnTo>
                <a:lnTo>
                  <a:pt x="296237" y="198817"/>
                </a:lnTo>
                <a:lnTo>
                  <a:pt x="274660" y="240286"/>
                </a:lnTo>
                <a:lnTo>
                  <a:pt x="241758" y="272988"/>
                </a:lnTo>
                <a:lnTo>
                  <a:pt x="200034" y="294434"/>
                </a:lnTo>
                <a:lnTo>
                  <a:pt x="151993" y="302135"/>
                </a:lnTo>
                <a:lnTo>
                  <a:pt x="103951" y="294434"/>
                </a:lnTo>
                <a:lnTo>
                  <a:pt x="62227" y="272988"/>
                </a:lnTo>
                <a:lnTo>
                  <a:pt x="29325" y="240286"/>
                </a:lnTo>
                <a:lnTo>
                  <a:pt x="7748" y="198817"/>
                </a:lnTo>
                <a:lnTo>
                  <a:pt x="0" y="151067"/>
                </a:lnTo>
                <a:close/>
              </a:path>
            </a:pathLst>
          </a:custGeom>
          <a:ln w="19049">
            <a:solidFill>
              <a:srgbClr val="6CACDD"/>
            </a:solidFill>
          </a:ln>
        </p:spPr>
        <p:txBody>
          <a:bodyPr wrap="square" lIns="0" tIns="0" rIns="0" bIns="0" rtlCol="0"/>
          <a:lstStyle/>
          <a:p>
            <a:endParaRPr/>
          </a:p>
        </p:txBody>
      </p:sp>
      <p:sp>
        <p:nvSpPr>
          <p:cNvPr id="19" name="object 19"/>
          <p:cNvSpPr/>
          <p:nvPr/>
        </p:nvSpPr>
        <p:spPr>
          <a:xfrm>
            <a:off x="1671393" y="6105502"/>
            <a:ext cx="608330" cy="671195"/>
          </a:xfrm>
          <a:custGeom>
            <a:avLst/>
            <a:gdLst/>
            <a:ahLst/>
            <a:cxnLst/>
            <a:rect l="l" t="t" r="r" b="b"/>
            <a:pathLst>
              <a:path w="608330" h="671195">
                <a:moveTo>
                  <a:pt x="0" y="335397"/>
                </a:moveTo>
                <a:lnTo>
                  <a:pt x="3295" y="285835"/>
                </a:lnTo>
                <a:lnTo>
                  <a:pt x="12870" y="238530"/>
                </a:lnTo>
                <a:lnTo>
                  <a:pt x="28253" y="194002"/>
                </a:lnTo>
                <a:lnTo>
                  <a:pt x="48973" y="152770"/>
                </a:lnTo>
                <a:lnTo>
                  <a:pt x="74562" y="115352"/>
                </a:lnTo>
                <a:lnTo>
                  <a:pt x="104548" y="82267"/>
                </a:lnTo>
                <a:lnTo>
                  <a:pt x="138462" y="54034"/>
                </a:lnTo>
                <a:lnTo>
                  <a:pt x="175833" y="31172"/>
                </a:lnTo>
                <a:lnTo>
                  <a:pt x="216190" y="14200"/>
                </a:lnTo>
                <a:lnTo>
                  <a:pt x="259065" y="3636"/>
                </a:lnTo>
                <a:lnTo>
                  <a:pt x="303985" y="0"/>
                </a:lnTo>
                <a:lnTo>
                  <a:pt x="348906" y="3636"/>
                </a:lnTo>
                <a:lnTo>
                  <a:pt x="391781" y="14200"/>
                </a:lnTo>
                <a:lnTo>
                  <a:pt x="432138" y="31172"/>
                </a:lnTo>
                <a:lnTo>
                  <a:pt x="469509" y="54034"/>
                </a:lnTo>
                <a:lnTo>
                  <a:pt x="503422" y="82267"/>
                </a:lnTo>
                <a:lnTo>
                  <a:pt x="533409" y="115352"/>
                </a:lnTo>
                <a:lnTo>
                  <a:pt x="558997" y="152770"/>
                </a:lnTo>
                <a:lnTo>
                  <a:pt x="579718" y="194002"/>
                </a:lnTo>
                <a:lnTo>
                  <a:pt x="595101" y="238530"/>
                </a:lnTo>
                <a:lnTo>
                  <a:pt x="604675" y="285835"/>
                </a:lnTo>
                <a:lnTo>
                  <a:pt x="607971" y="335397"/>
                </a:lnTo>
                <a:lnTo>
                  <a:pt x="604675" y="384960"/>
                </a:lnTo>
                <a:lnTo>
                  <a:pt x="595101" y="432265"/>
                </a:lnTo>
                <a:lnTo>
                  <a:pt x="579718" y="476793"/>
                </a:lnTo>
                <a:lnTo>
                  <a:pt x="558997" y="518025"/>
                </a:lnTo>
                <a:lnTo>
                  <a:pt x="533409" y="555443"/>
                </a:lnTo>
                <a:lnTo>
                  <a:pt x="503422" y="588528"/>
                </a:lnTo>
                <a:lnTo>
                  <a:pt x="469509" y="616761"/>
                </a:lnTo>
                <a:lnTo>
                  <a:pt x="432138" y="639623"/>
                </a:lnTo>
                <a:lnTo>
                  <a:pt x="391781" y="656595"/>
                </a:lnTo>
                <a:lnTo>
                  <a:pt x="348906" y="667159"/>
                </a:lnTo>
                <a:lnTo>
                  <a:pt x="303985" y="670795"/>
                </a:lnTo>
                <a:lnTo>
                  <a:pt x="259065" y="667159"/>
                </a:lnTo>
                <a:lnTo>
                  <a:pt x="216190" y="656595"/>
                </a:lnTo>
                <a:lnTo>
                  <a:pt x="175833" y="639623"/>
                </a:lnTo>
                <a:lnTo>
                  <a:pt x="138462" y="616761"/>
                </a:lnTo>
                <a:lnTo>
                  <a:pt x="104548" y="588528"/>
                </a:lnTo>
                <a:lnTo>
                  <a:pt x="74562" y="555443"/>
                </a:lnTo>
                <a:lnTo>
                  <a:pt x="48973" y="518025"/>
                </a:lnTo>
                <a:lnTo>
                  <a:pt x="28253" y="476793"/>
                </a:lnTo>
                <a:lnTo>
                  <a:pt x="12870" y="432265"/>
                </a:lnTo>
                <a:lnTo>
                  <a:pt x="3295" y="384960"/>
                </a:lnTo>
                <a:lnTo>
                  <a:pt x="0" y="335397"/>
                </a:lnTo>
                <a:close/>
              </a:path>
            </a:pathLst>
          </a:custGeom>
          <a:ln w="19049">
            <a:solidFill>
              <a:srgbClr val="6CACDD"/>
            </a:solidFill>
          </a:ln>
        </p:spPr>
        <p:txBody>
          <a:bodyPr wrap="square" lIns="0" tIns="0" rIns="0" bIns="0" rtlCol="0"/>
          <a:lstStyle/>
          <a:p>
            <a:endParaRPr/>
          </a:p>
        </p:txBody>
      </p:sp>
      <p:sp>
        <p:nvSpPr>
          <p:cNvPr id="20" name="object 20"/>
          <p:cNvSpPr/>
          <p:nvPr/>
        </p:nvSpPr>
        <p:spPr>
          <a:xfrm>
            <a:off x="1964055" y="6008370"/>
            <a:ext cx="0" cy="282575"/>
          </a:xfrm>
          <a:custGeom>
            <a:avLst/>
            <a:gdLst/>
            <a:ahLst/>
            <a:cxnLst/>
            <a:rect l="l" t="t" r="r" b="b"/>
            <a:pathLst>
              <a:path h="282575">
                <a:moveTo>
                  <a:pt x="0" y="0"/>
                </a:moveTo>
                <a:lnTo>
                  <a:pt x="0" y="281976"/>
                </a:lnTo>
              </a:path>
            </a:pathLst>
          </a:custGeom>
          <a:ln w="19049">
            <a:solidFill>
              <a:srgbClr val="6CACDD"/>
            </a:solidFill>
          </a:ln>
        </p:spPr>
        <p:txBody>
          <a:bodyPr wrap="square" lIns="0" tIns="0" rIns="0" bIns="0" rtlCol="0"/>
          <a:lstStyle/>
          <a:p>
            <a:endParaRPr/>
          </a:p>
        </p:txBody>
      </p:sp>
      <p:sp>
        <p:nvSpPr>
          <p:cNvPr id="21" name="object 21"/>
          <p:cNvSpPr/>
          <p:nvPr/>
        </p:nvSpPr>
        <p:spPr>
          <a:xfrm>
            <a:off x="1905101" y="6199642"/>
            <a:ext cx="117908" cy="115908"/>
          </a:xfrm>
          <a:prstGeom prst="rect">
            <a:avLst/>
          </a:prstGeom>
          <a:blipFill>
            <a:blip r:embed="rId6" cstate="print"/>
            <a:stretch>
              <a:fillRect/>
            </a:stretch>
          </a:blipFill>
        </p:spPr>
        <p:txBody>
          <a:bodyPr wrap="square" lIns="0" tIns="0" rIns="0" bIns="0" rtlCol="0"/>
          <a:lstStyle/>
          <a:p>
            <a:endParaRPr/>
          </a:p>
        </p:txBody>
      </p:sp>
      <p:sp>
        <p:nvSpPr>
          <p:cNvPr id="22" name="object 22"/>
          <p:cNvSpPr/>
          <p:nvPr/>
        </p:nvSpPr>
        <p:spPr>
          <a:xfrm>
            <a:off x="1964054" y="1639571"/>
            <a:ext cx="0" cy="254635"/>
          </a:xfrm>
          <a:custGeom>
            <a:avLst/>
            <a:gdLst/>
            <a:ahLst/>
            <a:cxnLst/>
            <a:rect l="l" t="t" r="r" b="b"/>
            <a:pathLst>
              <a:path h="254634">
                <a:moveTo>
                  <a:pt x="0" y="0"/>
                </a:moveTo>
                <a:lnTo>
                  <a:pt x="0" y="254194"/>
                </a:lnTo>
              </a:path>
            </a:pathLst>
          </a:custGeom>
          <a:ln w="19049">
            <a:solidFill>
              <a:srgbClr val="6CACDD"/>
            </a:solidFill>
          </a:ln>
        </p:spPr>
        <p:txBody>
          <a:bodyPr wrap="square" lIns="0" tIns="0" rIns="0" bIns="0" rtlCol="0"/>
          <a:lstStyle/>
          <a:p>
            <a:endParaRPr/>
          </a:p>
        </p:txBody>
      </p:sp>
      <p:sp>
        <p:nvSpPr>
          <p:cNvPr id="23" name="object 23"/>
          <p:cNvSpPr/>
          <p:nvPr/>
        </p:nvSpPr>
        <p:spPr>
          <a:xfrm>
            <a:off x="1905101" y="1803062"/>
            <a:ext cx="117908" cy="115909"/>
          </a:xfrm>
          <a:prstGeom prst="rect">
            <a:avLst/>
          </a:prstGeom>
          <a:blipFill>
            <a:blip r:embed="rId6" cstate="print"/>
            <a:stretch>
              <a:fillRect/>
            </a:stretch>
          </a:blipFill>
        </p:spPr>
        <p:txBody>
          <a:bodyPr wrap="square" lIns="0" tIns="0" rIns="0" bIns="0" rtlCol="0"/>
          <a:lstStyle/>
          <a:p>
            <a:endParaRPr/>
          </a:p>
        </p:txBody>
      </p:sp>
      <p:sp>
        <p:nvSpPr>
          <p:cNvPr id="24" name="object 24"/>
          <p:cNvSpPr/>
          <p:nvPr/>
        </p:nvSpPr>
        <p:spPr>
          <a:xfrm>
            <a:off x="922656" y="2921422"/>
            <a:ext cx="2057400" cy="962660"/>
          </a:xfrm>
          <a:custGeom>
            <a:avLst/>
            <a:gdLst/>
            <a:ahLst/>
            <a:cxnLst/>
            <a:rect l="l" t="t" r="r" b="b"/>
            <a:pathLst>
              <a:path w="2057400" h="962660">
                <a:moveTo>
                  <a:pt x="1897009" y="0"/>
                </a:moveTo>
                <a:lnTo>
                  <a:pt x="160390" y="0"/>
                </a:lnTo>
                <a:lnTo>
                  <a:pt x="109694" y="8176"/>
                </a:lnTo>
                <a:lnTo>
                  <a:pt x="65665" y="30945"/>
                </a:lnTo>
                <a:lnTo>
                  <a:pt x="30945" y="65665"/>
                </a:lnTo>
                <a:lnTo>
                  <a:pt x="8176" y="109693"/>
                </a:lnTo>
                <a:lnTo>
                  <a:pt x="0" y="160389"/>
                </a:lnTo>
                <a:lnTo>
                  <a:pt x="0" y="801930"/>
                </a:lnTo>
                <a:lnTo>
                  <a:pt x="8176" y="852625"/>
                </a:lnTo>
                <a:lnTo>
                  <a:pt x="30945" y="896654"/>
                </a:lnTo>
                <a:lnTo>
                  <a:pt x="65665" y="931373"/>
                </a:lnTo>
                <a:lnTo>
                  <a:pt x="109694" y="954142"/>
                </a:lnTo>
                <a:lnTo>
                  <a:pt x="160390" y="962319"/>
                </a:lnTo>
                <a:lnTo>
                  <a:pt x="1897009" y="962319"/>
                </a:lnTo>
                <a:lnTo>
                  <a:pt x="1947705" y="954142"/>
                </a:lnTo>
                <a:lnTo>
                  <a:pt x="1991733" y="931373"/>
                </a:lnTo>
                <a:lnTo>
                  <a:pt x="2026453" y="896654"/>
                </a:lnTo>
                <a:lnTo>
                  <a:pt x="2049222" y="852625"/>
                </a:lnTo>
                <a:lnTo>
                  <a:pt x="2057399" y="801930"/>
                </a:lnTo>
                <a:lnTo>
                  <a:pt x="2057399" y="160389"/>
                </a:lnTo>
                <a:lnTo>
                  <a:pt x="2049222" y="109693"/>
                </a:lnTo>
                <a:lnTo>
                  <a:pt x="2026453" y="65665"/>
                </a:lnTo>
                <a:lnTo>
                  <a:pt x="1991733" y="30945"/>
                </a:lnTo>
                <a:lnTo>
                  <a:pt x="1947705" y="8176"/>
                </a:lnTo>
                <a:lnTo>
                  <a:pt x="1897009" y="0"/>
                </a:lnTo>
                <a:close/>
              </a:path>
            </a:pathLst>
          </a:custGeom>
          <a:solidFill>
            <a:srgbClr val="FFFDA9"/>
          </a:solidFill>
        </p:spPr>
        <p:txBody>
          <a:bodyPr wrap="square" lIns="0" tIns="0" rIns="0" bIns="0" rtlCol="0"/>
          <a:lstStyle/>
          <a:p>
            <a:endParaRPr/>
          </a:p>
        </p:txBody>
      </p:sp>
      <p:sp>
        <p:nvSpPr>
          <p:cNvPr id="25" name="object 25"/>
          <p:cNvSpPr/>
          <p:nvPr/>
        </p:nvSpPr>
        <p:spPr>
          <a:xfrm>
            <a:off x="922656" y="2921423"/>
            <a:ext cx="2057400" cy="962660"/>
          </a:xfrm>
          <a:custGeom>
            <a:avLst/>
            <a:gdLst/>
            <a:ahLst/>
            <a:cxnLst/>
            <a:rect l="l" t="t" r="r" b="b"/>
            <a:pathLst>
              <a:path w="2057400" h="962660">
                <a:moveTo>
                  <a:pt x="0" y="160389"/>
                </a:moveTo>
                <a:lnTo>
                  <a:pt x="8176" y="109694"/>
                </a:lnTo>
                <a:lnTo>
                  <a:pt x="30945" y="65665"/>
                </a:lnTo>
                <a:lnTo>
                  <a:pt x="65665" y="30945"/>
                </a:lnTo>
                <a:lnTo>
                  <a:pt x="109694" y="8176"/>
                </a:lnTo>
                <a:lnTo>
                  <a:pt x="160389" y="0"/>
                </a:lnTo>
                <a:lnTo>
                  <a:pt x="1897009" y="0"/>
                </a:lnTo>
                <a:lnTo>
                  <a:pt x="1947705" y="8176"/>
                </a:lnTo>
                <a:lnTo>
                  <a:pt x="1991733" y="30945"/>
                </a:lnTo>
                <a:lnTo>
                  <a:pt x="2026453" y="65665"/>
                </a:lnTo>
                <a:lnTo>
                  <a:pt x="2049222" y="109694"/>
                </a:lnTo>
                <a:lnTo>
                  <a:pt x="2057399" y="160389"/>
                </a:lnTo>
                <a:lnTo>
                  <a:pt x="2057399" y="801930"/>
                </a:lnTo>
                <a:lnTo>
                  <a:pt x="2049222" y="852626"/>
                </a:lnTo>
                <a:lnTo>
                  <a:pt x="2026453" y="896654"/>
                </a:lnTo>
                <a:lnTo>
                  <a:pt x="1991733" y="931374"/>
                </a:lnTo>
                <a:lnTo>
                  <a:pt x="1947705" y="954143"/>
                </a:lnTo>
                <a:lnTo>
                  <a:pt x="1897009" y="962320"/>
                </a:lnTo>
                <a:lnTo>
                  <a:pt x="160389" y="962320"/>
                </a:lnTo>
                <a:lnTo>
                  <a:pt x="109694" y="954143"/>
                </a:lnTo>
                <a:lnTo>
                  <a:pt x="65665" y="931374"/>
                </a:lnTo>
                <a:lnTo>
                  <a:pt x="30945" y="896654"/>
                </a:lnTo>
                <a:lnTo>
                  <a:pt x="8176" y="852626"/>
                </a:lnTo>
                <a:lnTo>
                  <a:pt x="0" y="801930"/>
                </a:lnTo>
                <a:lnTo>
                  <a:pt x="0" y="160389"/>
                </a:lnTo>
                <a:close/>
              </a:path>
            </a:pathLst>
          </a:custGeom>
          <a:ln w="12699">
            <a:solidFill>
              <a:srgbClr val="FFAA79"/>
            </a:solidFill>
          </a:ln>
        </p:spPr>
        <p:txBody>
          <a:bodyPr wrap="square" lIns="0" tIns="0" rIns="0" bIns="0" rtlCol="0"/>
          <a:lstStyle/>
          <a:p>
            <a:endParaRPr/>
          </a:p>
        </p:txBody>
      </p:sp>
      <p:sp>
        <p:nvSpPr>
          <p:cNvPr id="26" name="object 26"/>
          <p:cNvSpPr txBox="1"/>
          <p:nvPr/>
        </p:nvSpPr>
        <p:spPr>
          <a:xfrm>
            <a:off x="1433183" y="2936016"/>
            <a:ext cx="1225550" cy="775970"/>
          </a:xfrm>
          <a:prstGeom prst="rect">
            <a:avLst/>
          </a:prstGeom>
        </p:spPr>
        <p:txBody>
          <a:bodyPr vert="horz" wrap="square" lIns="0" tIns="12700" rIns="0" bIns="0" rtlCol="0">
            <a:spAutoFit/>
          </a:bodyPr>
          <a:lstStyle/>
          <a:p>
            <a:pPr marL="12700">
              <a:lnSpc>
                <a:spcPts val="2275"/>
              </a:lnSpc>
              <a:spcBef>
                <a:spcPts val="100"/>
              </a:spcBef>
            </a:pPr>
            <a:r>
              <a:rPr sz="2000" dirty="0">
                <a:latin typeface="华文新魏" panose="02010800040101010101" charset="-122"/>
                <a:cs typeface="华文新魏" panose="02010800040101010101" charset="-122"/>
              </a:rPr>
              <a:t>用例简述</a:t>
            </a:r>
            <a:endParaRPr sz="2000">
              <a:latin typeface="华文新魏" panose="02010800040101010101" charset="-122"/>
              <a:cs typeface="华文新魏" panose="02010800040101010101" charset="-122"/>
            </a:endParaRPr>
          </a:p>
          <a:p>
            <a:pPr marL="57150" marR="5080" indent="51435">
              <a:lnSpc>
                <a:spcPct val="74000"/>
              </a:lnSpc>
              <a:spcBef>
                <a:spcPts val="435"/>
              </a:spcBef>
            </a:pPr>
            <a:r>
              <a:rPr sz="1800" spc="-5" dirty="0">
                <a:latin typeface="华文新魏" panose="02010800040101010101" charset="-122"/>
                <a:cs typeface="华文新魏" panose="02010800040101010101" charset="-122"/>
              </a:rPr>
              <a:t>（</a:t>
            </a:r>
            <a:r>
              <a:rPr sz="1800" spc="-5" dirty="0">
                <a:latin typeface="Calibri" panose="020F0502020204030204"/>
                <a:cs typeface="Calibri" panose="020F0502020204030204"/>
              </a:rPr>
              <a:t>Brieﬂy  De</a:t>
            </a:r>
            <a:r>
              <a:rPr sz="1800" dirty="0">
                <a:latin typeface="Calibri" panose="020F0502020204030204"/>
                <a:cs typeface="Calibri" panose="020F0502020204030204"/>
              </a:rPr>
              <a:t>sc</a:t>
            </a:r>
            <a:r>
              <a:rPr sz="1800" spc="-5" dirty="0">
                <a:latin typeface="Calibri" panose="020F0502020204030204"/>
                <a:cs typeface="Calibri" panose="020F0502020204030204"/>
              </a:rPr>
              <a:t>ribe</a:t>
            </a:r>
            <a:r>
              <a:rPr sz="1800" spc="5" dirty="0">
                <a:latin typeface="Calibri" panose="020F0502020204030204"/>
                <a:cs typeface="Calibri" panose="020F0502020204030204"/>
              </a:rPr>
              <a:t>d</a:t>
            </a:r>
            <a:r>
              <a:rPr sz="1800" dirty="0">
                <a:latin typeface="华文新魏" panose="02010800040101010101" charset="-122"/>
                <a:cs typeface="华文新魏" panose="02010800040101010101" charset="-122"/>
              </a:rPr>
              <a:t>）</a:t>
            </a:r>
            <a:endParaRPr sz="1800">
              <a:latin typeface="华文新魏" panose="02010800040101010101" charset="-122"/>
              <a:cs typeface="华文新魏" panose="02010800040101010101" charset="-122"/>
            </a:endParaRPr>
          </a:p>
        </p:txBody>
      </p:sp>
      <p:sp>
        <p:nvSpPr>
          <p:cNvPr id="27" name="object 27"/>
          <p:cNvSpPr/>
          <p:nvPr/>
        </p:nvSpPr>
        <p:spPr>
          <a:xfrm>
            <a:off x="4048972" y="1545910"/>
            <a:ext cx="3477895" cy="644525"/>
          </a:xfrm>
          <a:custGeom>
            <a:avLst/>
            <a:gdLst/>
            <a:ahLst/>
            <a:cxnLst/>
            <a:rect l="l" t="t" r="r" b="b"/>
            <a:pathLst>
              <a:path w="3477895" h="644525">
                <a:moveTo>
                  <a:pt x="1830534" y="639241"/>
                </a:moveTo>
                <a:lnTo>
                  <a:pt x="1647148" y="639241"/>
                </a:lnTo>
                <a:lnTo>
                  <a:pt x="1733840" y="644525"/>
                </a:lnTo>
                <a:lnTo>
                  <a:pt x="1830534" y="639241"/>
                </a:lnTo>
                <a:close/>
              </a:path>
              <a:path w="3477895" h="644525">
                <a:moveTo>
                  <a:pt x="2080607" y="632197"/>
                </a:moveTo>
                <a:lnTo>
                  <a:pt x="1383738" y="632197"/>
                </a:lnTo>
                <a:lnTo>
                  <a:pt x="1467096" y="639241"/>
                </a:lnTo>
                <a:lnTo>
                  <a:pt x="1997250" y="639241"/>
                </a:lnTo>
                <a:lnTo>
                  <a:pt x="2080607" y="632197"/>
                </a:lnTo>
                <a:close/>
              </a:path>
              <a:path w="3477895" h="644525">
                <a:moveTo>
                  <a:pt x="2334016" y="619870"/>
                </a:moveTo>
                <a:lnTo>
                  <a:pt x="1147001" y="619870"/>
                </a:lnTo>
                <a:lnTo>
                  <a:pt x="1217023" y="626915"/>
                </a:lnTo>
                <a:lnTo>
                  <a:pt x="1300380" y="632197"/>
                </a:lnTo>
                <a:lnTo>
                  <a:pt x="2163965" y="632197"/>
                </a:lnTo>
                <a:lnTo>
                  <a:pt x="2250657" y="626915"/>
                </a:lnTo>
                <a:lnTo>
                  <a:pt x="2334016" y="619870"/>
                </a:lnTo>
                <a:close/>
              </a:path>
              <a:path w="3477895" h="644525">
                <a:moveTo>
                  <a:pt x="2250657" y="12326"/>
                </a:moveTo>
                <a:lnTo>
                  <a:pt x="1217023" y="12326"/>
                </a:lnTo>
                <a:lnTo>
                  <a:pt x="1147001" y="19371"/>
                </a:lnTo>
                <a:lnTo>
                  <a:pt x="1060310" y="24653"/>
                </a:lnTo>
                <a:lnTo>
                  <a:pt x="993623" y="31697"/>
                </a:lnTo>
                <a:lnTo>
                  <a:pt x="836910" y="44024"/>
                </a:lnTo>
                <a:lnTo>
                  <a:pt x="770225" y="58112"/>
                </a:lnTo>
                <a:lnTo>
                  <a:pt x="700205" y="63395"/>
                </a:lnTo>
                <a:lnTo>
                  <a:pt x="630184" y="75722"/>
                </a:lnTo>
                <a:lnTo>
                  <a:pt x="573501" y="82767"/>
                </a:lnTo>
                <a:lnTo>
                  <a:pt x="516817" y="95093"/>
                </a:lnTo>
                <a:lnTo>
                  <a:pt x="460134" y="109181"/>
                </a:lnTo>
                <a:lnTo>
                  <a:pt x="406786" y="114465"/>
                </a:lnTo>
                <a:lnTo>
                  <a:pt x="350103" y="128551"/>
                </a:lnTo>
                <a:lnTo>
                  <a:pt x="293419" y="140879"/>
                </a:lnTo>
                <a:lnTo>
                  <a:pt x="250073" y="153206"/>
                </a:lnTo>
                <a:lnTo>
                  <a:pt x="210061" y="165533"/>
                </a:lnTo>
                <a:lnTo>
                  <a:pt x="166715" y="184904"/>
                </a:lnTo>
                <a:lnTo>
                  <a:pt x="140041" y="197230"/>
                </a:lnTo>
                <a:lnTo>
                  <a:pt x="113366" y="211319"/>
                </a:lnTo>
                <a:lnTo>
                  <a:pt x="83357" y="223645"/>
                </a:lnTo>
                <a:lnTo>
                  <a:pt x="56683" y="243017"/>
                </a:lnTo>
                <a:lnTo>
                  <a:pt x="43346" y="255343"/>
                </a:lnTo>
                <a:lnTo>
                  <a:pt x="26675" y="274714"/>
                </a:lnTo>
                <a:lnTo>
                  <a:pt x="13337" y="287042"/>
                </a:lnTo>
                <a:lnTo>
                  <a:pt x="0" y="306412"/>
                </a:lnTo>
                <a:lnTo>
                  <a:pt x="0" y="338110"/>
                </a:lnTo>
                <a:lnTo>
                  <a:pt x="13337" y="352198"/>
                </a:lnTo>
                <a:lnTo>
                  <a:pt x="26675" y="369808"/>
                </a:lnTo>
                <a:lnTo>
                  <a:pt x="43346" y="383896"/>
                </a:lnTo>
                <a:lnTo>
                  <a:pt x="56683" y="403268"/>
                </a:lnTo>
                <a:lnTo>
                  <a:pt x="83357" y="415594"/>
                </a:lnTo>
                <a:lnTo>
                  <a:pt x="113366" y="434966"/>
                </a:lnTo>
                <a:lnTo>
                  <a:pt x="166715" y="459620"/>
                </a:lnTo>
                <a:lnTo>
                  <a:pt x="210061" y="471947"/>
                </a:lnTo>
                <a:lnTo>
                  <a:pt x="250073" y="486035"/>
                </a:lnTo>
                <a:lnTo>
                  <a:pt x="293419" y="498361"/>
                </a:lnTo>
                <a:lnTo>
                  <a:pt x="350103" y="510688"/>
                </a:lnTo>
                <a:lnTo>
                  <a:pt x="406786" y="524776"/>
                </a:lnTo>
                <a:lnTo>
                  <a:pt x="460134" y="537103"/>
                </a:lnTo>
                <a:lnTo>
                  <a:pt x="516817" y="549431"/>
                </a:lnTo>
                <a:lnTo>
                  <a:pt x="573501" y="556474"/>
                </a:lnTo>
                <a:lnTo>
                  <a:pt x="630184" y="568802"/>
                </a:lnTo>
                <a:lnTo>
                  <a:pt x="700205" y="581129"/>
                </a:lnTo>
                <a:lnTo>
                  <a:pt x="770225" y="588172"/>
                </a:lnTo>
                <a:lnTo>
                  <a:pt x="836910" y="593455"/>
                </a:lnTo>
                <a:lnTo>
                  <a:pt x="906932" y="600499"/>
                </a:lnTo>
                <a:lnTo>
                  <a:pt x="993623" y="612827"/>
                </a:lnTo>
                <a:lnTo>
                  <a:pt x="1060310" y="619870"/>
                </a:lnTo>
                <a:lnTo>
                  <a:pt x="2417373" y="619870"/>
                </a:lnTo>
                <a:lnTo>
                  <a:pt x="2487394" y="612827"/>
                </a:lnTo>
                <a:lnTo>
                  <a:pt x="2557414" y="600499"/>
                </a:lnTo>
                <a:lnTo>
                  <a:pt x="2710792" y="588172"/>
                </a:lnTo>
                <a:lnTo>
                  <a:pt x="2780812" y="581129"/>
                </a:lnTo>
                <a:lnTo>
                  <a:pt x="2837496" y="568802"/>
                </a:lnTo>
                <a:lnTo>
                  <a:pt x="2904182" y="556474"/>
                </a:lnTo>
                <a:lnTo>
                  <a:pt x="2960865" y="549431"/>
                </a:lnTo>
                <a:lnTo>
                  <a:pt x="3074231" y="524776"/>
                </a:lnTo>
                <a:lnTo>
                  <a:pt x="3130915" y="510688"/>
                </a:lnTo>
                <a:lnTo>
                  <a:pt x="3170927" y="498361"/>
                </a:lnTo>
                <a:lnTo>
                  <a:pt x="3214273" y="486035"/>
                </a:lnTo>
                <a:lnTo>
                  <a:pt x="3254284" y="471947"/>
                </a:lnTo>
                <a:lnTo>
                  <a:pt x="3297631" y="459620"/>
                </a:lnTo>
                <a:lnTo>
                  <a:pt x="3337642" y="447292"/>
                </a:lnTo>
                <a:lnTo>
                  <a:pt x="3367651" y="434966"/>
                </a:lnTo>
                <a:lnTo>
                  <a:pt x="3394325" y="415594"/>
                </a:lnTo>
                <a:lnTo>
                  <a:pt x="3421000" y="403268"/>
                </a:lnTo>
                <a:lnTo>
                  <a:pt x="3437671" y="383896"/>
                </a:lnTo>
                <a:lnTo>
                  <a:pt x="3451009" y="369808"/>
                </a:lnTo>
                <a:lnTo>
                  <a:pt x="3464346" y="352198"/>
                </a:lnTo>
                <a:lnTo>
                  <a:pt x="3464346" y="338110"/>
                </a:lnTo>
                <a:lnTo>
                  <a:pt x="3477682" y="318740"/>
                </a:lnTo>
                <a:lnTo>
                  <a:pt x="3464346" y="306412"/>
                </a:lnTo>
                <a:lnTo>
                  <a:pt x="3464346" y="287042"/>
                </a:lnTo>
                <a:lnTo>
                  <a:pt x="3451009" y="274714"/>
                </a:lnTo>
                <a:lnTo>
                  <a:pt x="3437671" y="255343"/>
                </a:lnTo>
                <a:lnTo>
                  <a:pt x="3421000" y="243017"/>
                </a:lnTo>
                <a:lnTo>
                  <a:pt x="3394325" y="223645"/>
                </a:lnTo>
                <a:lnTo>
                  <a:pt x="3337642" y="197230"/>
                </a:lnTo>
                <a:lnTo>
                  <a:pt x="3297631" y="184904"/>
                </a:lnTo>
                <a:lnTo>
                  <a:pt x="3254284" y="165533"/>
                </a:lnTo>
                <a:lnTo>
                  <a:pt x="3214273" y="153206"/>
                </a:lnTo>
                <a:lnTo>
                  <a:pt x="3170927" y="140879"/>
                </a:lnTo>
                <a:lnTo>
                  <a:pt x="3130915" y="128551"/>
                </a:lnTo>
                <a:lnTo>
                  <a:pt x="3074231" y="114465"/>
                </a:lnTo>
                <a:lnTo>
                  <a:pt x="3017547" y="109181"/>
                </a:lnTo>
                <a:lnTo>
                  <a:pt x="2960865" y="95093"/>
                </a:lnTo>
                <a:lnTo>
                  <a:pt x="2904182" y="82767"/>
                </a:lnTo>
                <a:lnTo>
                  <a:pt x="2837496" y="75722"/>
                </a:lnTo>
                <a:lnTo>
                  <a:pt x="2780812" y="63395"/>
                </a:lnTo>
                <a:lnTo>
                  <a:pt x="2710792" y="58112"/>
                </a:lnTo>
                <a:lnTo>
                  <a:pt x="2640771" y="44024"/>
                </a:lnTo>
                <a:lnTo>
                  <a:pt x="2557414" y="38741"/>
                </a:lnTo>
                <a:lnTo>
                  <a:pt x="2417373" y="24653"/>
                </a:lnTo>
                <a:lnTo>
                  <a:pt x="2334016" y="19371"/>
                </a:lnTo>
                <a:lnTo>
                  <a:pt x="2250657" y="12326"/>
                </a:lnTo>
                <a:close/>
              </a:path>
              <a:path w="3477895" h="644525">
                <a:moveTo>
                  <a:pt x="2080607" y="7043"/>
                </a:moveTo>
                <a:lnTo>
                  <a:pt x="1383738" y="7043"/>
                </a:lnTo>
                <a:lnTo>
                  <a:pt x="1300380" y="12326"/>
                </a:lnTo>
                <a:lnTo>
                  <a:pt x="2163965" y="12326"/>
                </a:lnTo>
                <a:lnTo>
                  <a:pt x="2080607" y="7043"/>
                </a:lnTo>
                <a:close/>
              </a:path>
              <a:path w="3477895" h="644525">
                <a:moveTo>
                  <a:pt x="1913892" y="0"/>
                </a:moveTo>
                <a:lnTo>
                  <a:pt x="1563790" y="0"/>
                </a:lnTo>
                <a:lnTo>
                  <a:pt x="1467096" y="7043"/>
                </a:lnTo>
                <a:lnTo>
                  <a:pt x="1997250" y="7043"/>
                </a:lnTo>
                <a:lnTo>
                  <a:pt x="1913892" y="0"/>
                </a:lnTo>
                <a:close/>
              </a:path>
            </a:pathLst>
          </a:custGeom>
          <a:solidFill>
            <a:srgbClr val="7A4779"/>
          </a:solidFill>
        </p:spPr>
        <p:txBody>
          <a:bodyPr wrap="square" lIns="0" tIns="0" rIns="0" bIns="0" rtlCol="0"/>
          <a:lstStyle/>
          <a:p>
            <a:endParaRPr/>
          </a:p>
        </p:txBody>
      </p:sp>
      <p:sp>
        <p:nvSpPr>
          <p:cNvPr id="28" name="object 28"/>
          <p:cNvSpPr/>
          <p:nvPr/>
        </p:nvSpPr>
        <p:spPr>
          <a:xfrm>
            <a:off x="4048971" y="1545910"/>
            <a:ext cx="3477895" cy="644525"/>
          </a:xfrm>
          <a:custGeom>
            <a:avLst/>
            <a:gdLst/>
            <a:ahLst/>
            <a:cxnLst/>
            <a:rect l="l" t="t" r="r" b="b"/>
            <a:pathLst>
              <a:path w="3477895" h="644525">
                <a:moveTo>
                  <a:pt x="1733839" y="0"/>
                </a:moveTo>
                <a:lnTo>
                  <a:pt x="1830534" y="0"/>
                </a:lnTo>
                <a:lnTo>
                  <a:pt x="1913892" y="0"/>
                </a:lnTo>
                <a:lnTo>
                  <a:pt x="1997249" y="7044"/>
                </a:lnTo>
                <a:lnTo>
                  <a:pt x="2080607" y="7044"/>
                </a:lnTo>
                <a:lnTo>
                  <a:pt x="2163964" y="12327"/>
                </a:lnTo>
                <a:lnTo>
                  <a:pt x="2250657" y="12327"/>
                </a:lnTo>
                <a:lnTo>
                  <a:pt x="2334015" y="19370"/>
                </a:lnTo>
                <a:lnTo>
                  <a:pt x="2417372" y="24653"/>
                </a:lnTo>
                <a:lnTo>
                  <a:pt x="2487393" y="31698"/>
                </a:lnTo>
                <a:lnTo>
                  <a:pt x="2557413" y="38741"/>
                </a:lnTo>
                <a:lnTo>
                  <a:pt x="2640770" y="44024"/>
                </a:lnTo>
                <a:lnTo>
                  <a:pt x="2710791" y="58112"/>
                </a:lnTo>
                <a:lnTo>
                  <a:pt x="2780811" y="63395"/>
                </a:lnTo>
                <a:lnTo>
                  <a:pt x="2837495" y="75722"/>
                </a:lnTo>
                <a:lnTo>
                  <a:pt x="2904181" y="82767"/>
                </a:lnTo>
                <a:lnTo>
                  <a:pt x="2960864" y="95093"/>
                </a:lnTo>
                <a:lnTo>
                  <a:pt x="3017547" y="109181"/>
                </a:lnTo>
                <a:lnTo>
                  <a:pt x="3074231" y="114464"/>
                </a:lnTo>
                <a:lnTo>
                  <a:pt x="3130914" y="128552"/>
                </a:lnTo>
                <a:lnTo>
                  <a:pt x="3170925" y="140879"/>
                </a:lnTo>
                <a:lnTo>
                  <a:pt x="3214272" y="153206"/>
                </a:lnTo>
                <a:lnTo>
                  <a:pt x="3254283" y="165533"/>
                </a:lnTo>
                <a:lnTo>
                  <a:pt x="3297629" y="184904"/>
                </a:lnTo>
                <a:lnTo>
                  <a:pt x="3337641" y="197231"/>
                </a:lnTo>
                <a:lnTo>
                  <a:pt x="3367650" y="211319"/>
                </a:lnTo>
                <a:lnTo>
                  <a:pt x="3394324" y="223646"/>
                </a:lnTo>
                <a:lnTo>
                  <a:pt x="3420999" y="243017"/>
                </a:lnTo>
                <a:lnTo>
                  <a:pt x="3437671" y="255344"/>
                </a:lnTo>
                <a:lnTo>
                  <a:pt x="3451008" y="274715"/>
                </a:lnTo>
                <a:lnTo>
                  <a:pt x="3464345" y="287042"/>
                </a:lnTo>
                <a:lnTo>
                  <a:pt x="3464345" y="306413"/>
                </a:lnTo>
                <a:lnTo>
                  <a:pt x="3477682" y="318740"/>
                </a:lnTo>
                <a:lnTo>
                  <a:pt x="3464345" y="338111"/>
                </a:lnTo>
                <a:lnTo>
                  <a:pt x="3464345" y="352199"/>
                </a:lnTo>
                <a:lnTo>
                  <a:pt x="3451008" y="369809"/>
                </a:lnTo>
                <a:lnTo>
                  <a:pt x="3437671" y="383897"/>
                </a:lnTo>
                <a:lnTo>
                  <a:pt x="3420999" y="403268"/>
                </a:lnTo>
                <a:lnTo>
                  <a:pt x="3394324" y="415595"/>
                </a:lnTo>
                <a:lnTo>
                  <a:pt x="3367650" y="434966"/>
                </a:lnTo>
                <a:lnTo>
                  <a:pt x="3337641" y="447293"/>
                </a:lnTo>
                <a:lnTo>
                  <a:pt x="3297629" y="459620"/>
                </a:lnTo>
                <a:lnTo>
                  <a:pt x="3254283" y="471947"/>
                </a:lnTo>
                <a:lnTo>
                  <a:pt x="3214272" y="486035"/>
                </a:lnTo>
                <a:lnTo>
                  <a:pt x="3170925" y="498362"/>
                </a:lnTo>
                <a:lnTo>
                  <a:pt x="3130914" y="510688"/>
                </a:lnTo>
                <a:lnTo>
                  <a:pt x="3074231" y="524777"/>
                </a:lnTo>
                <a:lnTo>
                  <a:pt x="3017547" y="537104"/>
                </a:lnTo>
                <a:lnTo>
                  <a:pt x="2960864" y="549431"/>
                </a:lnTo>
                <a:lnTo>
                  <a:pt x="2904181" y="556474"/>
                </a:lnTo>
                <a:lnTo>
                  <a:pt x="2837495" y="568802"/>
                </a:lnTo>
                <a:lnTo>
                  <a:pt x="2780811" y="581128"/>
                </a:lnTo>
                <a:lnTo>
                  <a:pt x="2710791" y="588172"/>
                </a:lnTo>
                <a:lnTo>
                  <a:pt x="2640770" y="593455"/>
                </a:lnTo>
                <a:lnTo>
                  <a:pt x="2557413" y="600499"/>
                </a:lnTo>
                <a:lnTo>
                  <a:pt x="2487393" y="612826"/>
                </a:lnTo>
                <a:lnTo>
                  <a:pt x="2417372" y="619870"/>
                </a:lnTo>
                <a:lnTo>
                  <a:pt x="2334015" y="619870"/>
                </a:lnTo>
                <a:lnTo>
                  <a:pt x="2250657" y="626914"/>
                </a:lnTo>
                <a:lnTo>
                  <a:pt x="2163964" y="632197"/>
                </a:lnTo>
                <a:lnTo>
                  <a:pt x="2080607" y="632197"/>
                </a:lnTo>
                <a:lnTo>
                  <a:pt x="1997249" y="639241"/>
                </a:lnTo>
                <a:lnTo>
                  <a:pt x="1913892" y="639241"/>
                </a:lnTo>
                <a:lnTo>
                  <a:pt x="1830534" y="639241"/>
                </a:lnTo>
                <a:lnTo>
                  <a:pt x="1733839" y="644524"/>
                </a:lnTo>
                <a:lnTo>
                  <a:pt x="1647147" y="639241"/>
                </a:lnTo>
                <a:lnTo>
                  <a:pt x="1563789" y="639241"/>
                </a:lnTo>
                <a:lnTo>
                  <a:pt x="1467094" y="639241"/>
                </a:lnTo>
                <a:lnTo>
                  <a:pt x="1383737" y="632197"/>
                </a:lnTo>
                <a:lnTo>
                  <a:pt x="1300379" y="632197"/>
                </a:lnTo>
                <a:lnTo>
                  <a:pt x="1217021" y="626914"/>
                </a:lnTo>
                <a:lnTo>
                  <a:pt x="1147001" y="619870"/>
                </a:lnTo>
                <a:lnTo>
                  <a:pt x="1060309" y="619870"/>
                </a:lnTo>
                <a:lnTo>
                  <a:pt x="993623" y="612826"/>
                </a:lnTo>
                <a:lnTo>
                  <a:pt x="906931" y="600499"/>
                </a:lnTo>
                <a:lnTo>
                  <a:pt x="836910" y="593455"/>
                </a:lnTo>
                <a:lnTo>
                  <a:pt x="770225" y="588172"/>
                </a:lnTo>
                <a:lnTo>
                  <a:pt x="700204" y="581128"/>
                </a:lnTo>
                <a:lnTo>
                  <a:pt x="630183" y="568802"/>
                </a:lnTo>
                <a:lnTo>
                  <a:pt x="573500" y="556474"/>
                </a:lnTo>
                <a:lnTo>
                  <a:pt x="516817" y="549431"/>
                </a:lnTo>
                <a:lnTo>
                  <a:pt x="460134" y="537104"/>
                </a:lnTo>
                <a:lnTo>
                  <a:pt x="406785" y="524777"/>
                </a:lnTo>
                <a:lnTo>
                  <a:pt x="350102" y="510688"/>
                </a:lnTo>
                <a:lnTo>
                  <a:pt x="293418" y="498362"/>
                </a:lnTo>
                <a:lnTo>
                  <a:pt x="250073" y="486035"/>
                </a:lnTo>
                <a:lnTo>
                  <a:pt x="210061" y="471947"/>
                </a:lnTo>
                <a:lnTo>
                  <a:pt x="166715" y="459620"/>
                </a:lnTo>
                <a:lnTo>
                  <a:pt x="140041" y="447293"/>
                </a:lnTo>
                <a:lnTo>
                  <a:pt x="113366" y="434966"/>
                </a:lnTo>
                <a:lnTo>
                  <a:pt x="83357" y="415595"/>
                </a:lnTo>
                <a:lnTo>
                  <a:pt x="56683" y="403268"/>
                </a:lnTo>
                <a:lnTo>
                  <a:pt x="43345" y="383897"/>
                </a:lnTo>
                <a:lnTo>
                  <a:pt x="26674" y="369809"/>
                </a:lnTo>
                <a:lnTo>
                  <a:pt x="13337" y="352199"/>
                </a:lnTo>
                <a:lnTo>
                  <a:pt x="0" y="338111"/>
                </a:lnTo>
                <a:lnTo>
                  <a:pt x="0" y="318740"/>
                </a:lnTo>
                <a:lnTo>
                  <a:pt x="0" y="306413"/>
                </a:lnTo>
                <a:lnTo>
                  <a:pt x="13337" y="287042"/>
                </a:lnTo>
                <a:lnTo>
                  <a:pt x="26674" y="274715"/>
                </a:lnTo>
                <a:lnTo>
                  <a:pt x="43345" y="255344"/>
                </a:lnTo>
                <a:lnTo>
                  <a:pt x="56683" y="243017"/>
                </a:lnTo>
                <a:lnTo>
                  <a:pt x="83357" y="223646"/>
                </a:lnTo>
                <a:lnTo>
                  <a:pt x="113366" y="211319"/>
                </a:lnTo>
                <a:lnTo>
                  <a:pt x="140041" y="197231"/>
                </a:lnTo>
                <a:lnTo>
                  <a:pt x="210061" y="165533"/>
                </a:lnTo>
                <a:lnTo>
                  <a:pt x="250073" y="153206"/>
                </a:lnTo>
                <a:lnTo>
                  <a:pt x="293418" y="140879"/>
                </a:lnTo>
                <a:lnTo>
                  <a:pt x="350102" y="128552"/>
                </a:lnTo>
                <a:lnTo>
                  <a:pt x="406785" y="114464"/>
                </a:lnTo>
                <a:lnTo>
                  <a:pt x="460134" y="109181"/>
                </a:lnTo>
                <a:lnTo>
                  <a:pt x="516817" y="95093"/>
                </a:lnTo>
                <a:lnTo>
                  <a:pt x="573500" y="82767"/>
                </a:lnTo>
                <a:lnTo>
                  <a:pt x="630183" y="75722"/>
                </a:lnTo>
                <a:lnTo>
                  <a:pt x="700204" y="63395"/>
                </a:lnTo>
                <a:lnTo>
                  <a:pt x="770225" y="58112"/>
                </a:lnTo>
                <a:lnTo>
                  <a:pt x="836910" y="44024"/>
                </a:lnTo>
                <a:lnTo>
                  <a:pt x="906931" y="38741"/>
                </a:lnTo>
                <a:lnTo>
                  <a:pt x="993623" y="31698"/>
                </a:lnTo>
                <a:lnTo>
                  <a:pt x="1060309" y="24653"/>
                </a:lnTo>
                <a:lnTo>
                  <a:pt x="1147001" y="19370"/>
                </a:lnTo>
                <a:lnTo>
                  <a:pt x="1217021" y="12327"/>
                </a:lnTo>
                <a:lnTo>
                  <a:pt x="1300379" y="12327"/>
                </a:lnTo>
                <a:lnTo>
                  <a:pt x="1383737" y="7044"/>
                </a:lnTo>
                <a:lnTo>
                  <a:pt x="1467094" y="7044"/>
                </a:lnTo>
                <a:lnTo>
                  <a:pt x="1563789" y="0"/>
                </a:lnTo>
                <a:lnTo>
                  <a:pt x="1647147" y="0"/>
                </a:lnTo>
                <a:lnTo>
                  <a:pt x="1733839" y="0"/>
                </a:lnTo>
                <a:close/>
              </a:path>
            </a:pathLst>
          </a:custGeom>
          <a:ln w="28574">
            <a:solidFill>
              <a:srgbClr val="CBCBCB"/>
            </a:solidFill>
          </a:ln>
        </p:spPr>
        <p:txBody>
          <a:bodyPr wrap="square" lIns="0" tIns="0" rIns="0" bIns="0" rtlCol="0"/>
          <a:lstStyle/>
          <a:p>
            <a:endParaRPr/>
          </a:p>
        </p:txBody>
      </p:sp>
      <p:sp>
        <p:nvSpPr>
          <p:cNvPr id="29" name="object 29"/>
          <p:cNvSpPr txBox="1"/>
          <p:nvPr/>
        </p:nvSpPr>
        <p:spPr>
          <a:xfrm>
            <a:off x="4769431" y="1703071"/>
            <a:ext cx="2159000"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FFFFFF"/>
                </a:solidFill>
                <a:latin typeface="华文新魏" panose="02010800040101010101" charset="-122"/>
                <a:cs typeface="华文新魏" panose="02010800040101010101" charset="-122"/>
              </a:rPr>
              <a:t>结束课程注册</a:t>
            </a:r>
            <a:endParaRPr sz="2800">
              <a:latin typeface="华文新魏" panose="02010800040101010101" charset="-122"/>
              <a:cs typeface="华文新魏" panose="02010800040101010101" charset="-122"/>
            </a:endParaRPr>
          </a:p>
        </p:txBody>
      </p:sp>
      <p:sp>
        <p:nvSpPr>
          <p:cNvPr id="30" name="object 30"/>
          <p:cNvSpPr txBox="1"/>
          <p:nvPr/>
        </p:nvSpPr>
        <p:spPr>
          <a:xfrm>
            <a:off x="3981239" y="2577783"/>
            <a:ext cx="7372350" cy="1108710"/>
          </a:xfrm>
          <a:prstGeom prst="rect">
            <a:avLst/>
          </a:prstGeom>
          <a:solidFill>
            <a:srgbClr val="7A4779"/>
          </a:solidFill>
        </p:spPr>
        <p:txBody>
          <a:bodyPr vert="horz" wrap="square" lIns="0" tIns="55880" rIns="0" bIns="0" rtlCol="0">
            <a:spAutoFit/>
          </a:bodyPr>
          <a:lstStyle/>
          <a:p>
            <a:pPr marL="92075" marR="98425">
              <a:lnSpc>
                <a:spcPts val="2400"/>
              </a:lnSpc>
              <a:spcBef>
                <a:spcPts val="440"/>
              </a:spcBef>
            </a:pPr>
            <a:r>
              <a:rPr sz="2050" i="1" spc="-50" dirty="0">
                <a:solidFill>
                  <a:srgbClr val="FFFFFF"/>
                </a:solidFill>
                <a:latin typeface="华文新魏" panose="02010800040101010101" charset="-122"/>
                <a:cs typeface="华文新魏" panose="02010800040101010101" charset="-122"/>
              </a:rPr>
              <a:t>简述</a:t>
            </a:r>
            <a:r>
              <a:rPr sz="2000" dirty="0">
                <a:solidFill>
                  <a:srgbClr val="FFFFFF"/>
                </a:solidFill>
                <a:latin typeface="Calibri" panose="020F0502020204030204"/>
                <a:cs typeface="Calibri" panose="020F0502020204030204"/>
              </a:rPr>
              <a:t>:</a:t>
            </a:r>
            <a:r>
              <a:rPr sz="2000" spc="-25" dirty="0">
                <a:solidFill>
                  <a:srgbClr val="FFFFFF"/>
                </a:solidFill>
                <a:latin typeface="Calibri" panose="020F0502020204030204"/>
                <a:cs typeface="Calibri" panose="020F0502020204030204"/>
              </a:rPr>
              <a:t> </a:t>
            </a:r>
            <a:r>
              <a:rPr sz="2000" dirty="0">
                <a:solidFill>
                  <a:srgbClr val="FFFFFF"/>
                </a:solidFill>
                <a:latin typeface="华文新魏" panose="02010800040101010101" charset="-122"/>
                <a:cs typeface="华文新魏" panose="02010800040101010101" charset="-122"/>
              </a:rPr>
              <a:t>教务人员可以通过这个用例结束课程注册环节。学生人数 不足的课程将被取消。收费系统会通知所有未被取消</a:t>
            </a:r>
            <a:r>
              <a:rPr sz="2000" spc="-100" dirty="0">
                <a:solidFill>
                  <a:srgbClr val="FFFFFF"/>
                </a:solidFill>
                <a:latin typeface="华文新魏" panose="02010800040101010101" charset="-122"/>
                <a:cs typeface="华文新魏" panose="02010800040101010101" charset="-122"/>
              </a:rPr>
              <a:t> </a:t>
            </a:r>
            <a:r>
              <a:rPr sz="2000" dirty="0">
                <a:solidFill>
                  <a:srgbClr val="FFFFFF"/>
                </a:solidFill>
                <a:latin typeface="华文新魏" panose="02010800040101010101" charset="-122"/>
                <a:cs typeface="华文新魏" panose="02010800040101010101" charset="-122"/>
              </a:rPr>
              <a:t>的课程的选 课学生进行缴费。</a:t>
            </a:r>
            <a:endParaRPr sz="2000">
              <a:latin typeface="华文新魏" panose="02010800040101010101" charset="-122"/>
              <a:cs typeface="华文新魏" panose="02010800040101010101" charset="-122"/>
            </a:endParaRPr>
          </a:p>
        </p:txBody>
      </p:sp>
      <p:sp>
        <p:nvSpPr>
          <p:cNvPr id="31" name="object 31"/>
          <p:cNvSpPr txBox="1"/>
          <p:nvPr/>
        </p:nvSpPr>
        <p:spPr>
          <a:xfrm>
            <a:off x="4129403" y="4177982"/>
            <a:ext cx="766445" cy="706755"/>
          </a:xfrm>
          <a:prstGeom prst="rect">
            <a:avLst/>
          </a:prstGeom>
          <a:ln w="4156">
            <a:solidFill>
              <a:srgbClr val="000000"/>
            </a:solidFill>
          </a:ln>
        </p:spPr>
        <p:txBody>
          <a:bodyPr vert="horz" wrap="square" lIns="0" tIns="6350" rIns="0" bIns="0" rtlCol="0">
            <a:spAutoFit/>
          </a:bodyPr>
          <a:lstStyle/>
          <a:p>
            <a:pPr>
              <a:lnSpc>
                <a:spcPct val="100000"/>
              </a:lnSpc>
              <a:spcBef>
                <a:spcPts val="50"/>
              </a:spcBef>
            </a:pPr>
            <a:endParaRPr sz="1650">
              <a:latin typeface="Times New Roman" panose="02020603050405020304"/>
              <a:cs typeface="Times New Roman" panose="02020603050405020304"/>
            </a:endParaRPr>
          </a:p>
          <a:p>
            <a:pPr marL="103505">
              <a:lnSpc>
                <a:spcPct val="100000"/>
              </a:lnSpc>
              <a:tabLst>
                <a:tab pos="659765" algn="l"/>
              </a:tabLst>
            </a:pPr>
            <a:r>
              <a:rPr sz="1600" u="sng" dirty="0">
                <a:solidFill>
                  <a:srgbClr val="FFFFFF"/>
                </a:solidFill>
                <a:uFill>
                  <a:solidFill>
                    <a:srgbClr val="000000"/>
                  </a:solidFill>
                </a:uFill>
                <a:latin typeface="Times New Roman" panose="02020603050405020304"/>
                <a:cs typeface="Times New Roman" panose="02020603050405020304"/>
              </a:rPr>
              <a:t> 	</a:t>
            </a:r>
            <a:endParaRPr sz="1600">
              <a:latin typeface="Times New Roman" panose="02020603050405020304"/>
              <a:cs typeface="Times New Roman" panose="02020603050405020304"/>
            </a:endParaRPr>
          </a:p>
        </p:txBody>
      </p:sp>
      <p:sp>
        <p:nvSpPr>
          <p:cNvPr id="32" name="object 32"/>
          <p:cNvSpPr txBox="1"/>
          <p:nvPr/>
        </p:nvSpPr>
        <p:spPr>
          <a:xfrm>
            <a:off x="5050153" y="4119245"/>
            <a:ext cx="2519045" cy="849630"/>
          </a:xfrm>
          <a:prstGeom prst="rect">
            <a:avLst/>
          </a:prstGeom>
          <a:solidFill>
            <a:srgbClr val="7A4779"/>
          </a:solidFill>
        </p:spPr>
        <p:txBody>
          <a:bodyPr vert="horz" wrap="square" lIns="0" tIns="33020" rIns="0" bIns="0" rtlCol="0">
            <a:spAutoFit/>
          </a:bodyPr>
          <a:lstStyle/>
          <a:p>
            <a:pPr marL="77470">
              <a:lnSpc>
                <a:spcPts val="2185"/>
              </a:lnSpc>
              <a:spcBef>
                <a:spcPts val="260"/>
              </a:spcBef>
            </a:pPr>
            <a:r>
              <a:rPr sz="1800" dirty="0">
                <a:solidFill>
                  <a:srgbClr val="FFFFFF"/>
                </a:solidFill>
                <a:latin typeface="华文新魏" panose="02010800040101010101" charset="-122"/>
                <a:cs typeface="华文新魏" panose="02010800040101010101" charset="-122"/>
              </a:rPr>
              <a:t>结束注册环节</a:t>
            </a:r>
            <a:r>
              <a:rPr sz="1800" spc="-40" dirty="0">
                <a:solidFill>
                  <a:srgbClr val="FFFFFF"/>
                </a:solidFill>
                <a:latin typeface="华文新魏" panose="02010800040101010101" charset="-122"/>
                <a:cs typeface="华文新魏" panose="02010800040101010101" charset="-122"/>
              </a:rPr>
              <a:t> </a:t>
            </a:r>
            <a:r>
              <a:rPr sz="1850" i="1" spc="-50" dirty="0">
                <a:solidFill>
                  <a:srgbClr val="FFFFFF"/>
                </a:solidFill>
                <a:latin typeface="华文新魏" panose="02010800040101010101" charset="-122"/>
                <a:cs typeface="华文新魏" panose="02010800040101010101" charset="-122"/>
              </a:rPr>
              <a:t>（概述）</a:t>
            </a:r>
            <a:endParaRPr sz="1850" dirty="0">
              <a:latin typeface="华文新魏" panose="02010800040101010101" charset="-122"/>
              <a:cs typeface="华文新魏" panose="02010800040101010101" charset="-122"/>
            </a:endParaRPr>
          </a:p>
          <a:p>
            <a:pPr marL="77470">
              <a:lnSpc>
                <a:spcPts val="1875"/>
              </a:lnSpc>
            </a:pPr>
            <a:r>
              <a:rPr sz="1600" spc="-330" dirty="0">
                <a:solidFill>
                  <a:srgbClr val="FFFFFF"/>
                </a:solidFill>
                <a:latin typeface="Calibri" panose="020F0502020204030204"/>
                <a:cs typeface="Calibri" panose="020F0502020204030204"/>
              </a:rPr>
              <a:t>-­‐</a:t>
            </a:r>
            <a:r>
              <a:rPr sz="1600" dirty="0">
                <a:solidFill>
                  <a:srgbClr val="FFFFFF"/>
                </a:solidFill>
                <a:latin typeface="华文新魏" panose="02010800040101010101" charset="-122"/>
                <a:cs typeface="华文新魏" panose="02010800040101010101" charset="-122"/>
              </a:rPr>
              <a:t>事件流</a:t>
            </a:r>
            <a:endParaRPr sz="1600" dirty="0">
              <a:latin typeface="华文新魏" panose="02010800040101010101" charset="-122"/>
              <a:cs typeface="华文新魏" panose="02010800040101010101" charset="-122"/>
            </a:endParaRPr>
          </a:p>
          <a:p>
            <a:pPr marL="458470">
              <a:lnSpc>
                <a:spcPts val="1910"/>
              </a:lnSpc>
            </a:pPr>
            <a:r>
              <a:rPr sz="1600" spc="-245" dirty="0">
                <a:solidFill>
                  <a:srgbClr val="FFFFFF"/>
                </a:solidFill>
                <a:latin typeface="Calibri" panose="020F0502020204030204"/>
                <a:cs typeface="Calibri" panose="020F0502020204030204"/>
              </a:rPr>
              <a:t>-­‐…</a:t>
            </a:r>
            <a:endParaRPr sz="1600" dirty="0">
              <a:latin typeface="Calibri" panose="020F0502020204030204"/>
              <a:cs typeface="Calibri" panose="020F0502020204030204"/>
            </a:endParaRPr>
          </a:p>
        </p:txBody>
      </p:sp>
      <p:sp>
        <p:nvSpPr>
          <p:cNvPr id="33" name="object 33"/>
          <p:cNvSpPr/>
          <p:nvPr/>
        </p:nvSpPr>
        <p:spPr>
          <a:xfrm>
            <a:off x="4084953" y="4189096"/>
            <a:ext cx="868044" cy="763905"/>
          </a:xfrm>
          <a:custGeom>
            <a:avLst/>
            <a:gdLst/>
            <a:ahLst/>
            <a:cxnLst/>
            <a:rect l="l" t="t" r="r" b="b"/>
            <a:pathLst>
              <a:path w="868045" h="763904">
                <a:moveTo>
                  <a:pt x="108224" y="0"/>
                </a:moveTo>
                <a:lnTo>
                  <a:pt x="0" y="706626"/>
                </a:lnTo>
                <a:lnTo>
                  <a:pt x="751441" y="763587"/>
                </a:lnTo>
                <a:lnTo>
                  <a:pt x="867832" y="55421"/>
                </a:lnTo>
                <a:lnTo>
                  <a:pt x="108224" y="0"/>
                </a:lnTo>
                <a:close/>
              </a:path>
            </a:pathLst>
          </a:custGeom>
          <a:solidFill>
            <a:srgbClr val="D6D6D6"/>
          </a:solidFill>
        </p:spPr>
        <p:txBody>
          <a:bodyPr wrap="square" lIns="0" tIns="0" rIns="0" bIns="0" rtlCol="0"/>
          <a:lstStyle/>
          <a:p>
            <a:endParaRPr/>
          </a:p>
        </p:txBody>
      </p:sp>
      <p:sp>
        <p:nvSpPr>
          <p:cNvPr id="34" name="object 34"/>
          <p:cNvSpPr/>
          <p:nvPr/>
        </p:nvSpPr>
        <p:spPr>
          <a:xfrm>
            <a:off x="4084953" y="4189096"/>
            <a:ext cx="868044" cy="763905"/>
          </a:xfrm>
          <a:custGeom>
            <a:avLst/>
            <a:gdLst/>
            <a:ahLst/>
            <a:cxnLst/>
            <a:rect l="l" t="t" r="r" b="b"/>
            <a:pathLst>
              <a:path w="868045" h="763904">
                <a:moveTo>
                  <a:pt x="108223" y="0"/>
                </a:moveTo>
                <a:lnTo>
                  <a:pt x="867832" y="55421"/>
                </a:lnTo>
                <a:lnTo>
                  <a:pt x="751440" y="763587"/>
                </a:lnTo>
                <a:lnTo>
                  <a:pt x="0" y="706626"/>
                </a:lnTo>
                <a:lnTo>
                  <a:pt x="108223" y="0"/>
                </a:lnTo>
              </a:path>
            </a:pathLst>
          </a:custGeom>
          <a:ln w="4156">
            <a:solidFill>
              <a:srgbClr val="D6D6D6"/>
            </a:solidFill>
          </a:ln>
        </p:spPr>
        <p:txBody>
          <a:bodyPr wrap="square" lIns="0" tIns="0" rIns="0" bIns="0" rtlCol="0"/>
          <a:lstStyle/>
          <a:p>
            <a:endParaRPr/>
          </a:p>
        </p:txBody>
      </p:sp>
      <p:sp>
        <p:nvSpPr>
          <p:cNvPr id="35" name="object 35"/>
          <p:cNvSpPr/>
          <p:nvPr/>
        </p:nvSpPr>
        <p:spPr>
          <a:xfrm>
            <a:off x="4120936" y="4200208"/>
            <a:ext cx="815340" cy="735330"/>
          </a:xfrm>
          <a:custGeom>
            <a:avLst/>
            <a:gdLst/>
            <a:ahLst/>
            <a:cxnLst/>
            <a:rect l="l" t="t" r="r" b="b"/>
            <a:pathLst>
              <a:path w="815339" h="735329">
                <a:moveTo>
                  <a:pt x="57044" y="0"/>
                </a:moveTo>
                <a:lnTo>
                  <a:pt x="0" y="707334"/>
                </a:lnTo>
                <a:lnTo>
                  <a:pt x="755834" y="735012"/>
                </a:lnTo>
                <a:lnTo>
                  <a:pt x="814915" y="27678"/>
                </a:lnTo>
                <a:lnTo>
                  <a:pt x="57044" y="0"/>
                </a:lnTo>
                <a:close/>
              </a:path>
            </a:pathLst>
          </a:custGeom>
          <a:solidFill>
            <a:srgbClr val="D6D6D6"/>
          </a:solidFill>
        </p:spPr>
        <p:txBody>
          <a:bodyPr wrap="square" lIns="0" tIns="0" rIns="0" bIns="0" rtlCol="0"/>
          <a:lstStyle/>
          <a:p>
            <a:endParaRPr/>
          </a:p>
        </p:txBody>
      </p:sp>
      <p:sp>
        <p:nvSpPr>
          <p:cNvPr id="36" name="object 36"/>
          <p:cNvSpPr/>
          <p:nvPr/>
        </p:nvSpPr>
        <p:spPr>
          <a:xfrm>
            <a:off x="4120936" y="4200208"/>
            <a:ext cx="815340" cy="735330"/>
          </a:xfrm>
          <a:custGeom>
            <a:avLst/>
            <a:gdLst/>
            <a:ahLst/>
            <a:cxnLst/>
            <a:rect l="l" t="t" r="r" b="b"/>
            <a:pathLst>
              <a:path w="815339" h="735329">
                <a:moveTo>
                  <a:pt x="57044" y="0"/>
                </a:moveTo>
                <a:lnTo>
                  <a:pt x="814915" y="27678"/>
                </a:lnTo>
                <a:lnTo>
                  <a:pt x="755834" y="735012"/>
                </a:lnTo>
                <a:lnTo>
                  <a:pt x="0" y="707334"/>
                </a:lnTo>
                <a:lnTo>
                  <a:pt x="57044" y="0"/>
                </a:lnTo>
              </a:path>
            </a:pathLst>
          </a:custGeom>
          <a:ln w="4156">
            <a:solidFill>
              <a:srgbClr val="D6D6D6"/>
            </a:solidFill>
          </a:ln>
        </p:spPr>
        <p:txBody>
          <a:bodyPr wrap="square" lIns="0" tIns="0" rIns="0" bIns="0" rtlCol="0"/>
          <a:lstStyle/>
          <a:p>
            <a:endParaRPr/>
          </a:p>
        </p:txBody>
      </p:sp>
      <p:sp>
        <p:nvSpPr>
          <p:cNvPr id="37" name="object 37"/>
          <p:cNvSpPr/>
          <p:nvPr/>
        </p:nvSpPr>
        <p:spPr>
          <a:xfrm>
            <a:off x="4161153" y="4206557"/>
            <a:ext cx="760095" cy="706755"/>
          </a:xfrm>
          <a:custGeom>
            <a:avLst/>
            <a:gdLst/>
            <a:ahLst/>
            <a:cxnLst/>
            <a:rect l="l" t="t" r="r" b="b"/>
            <a:pathLst>
              <a:path w="760095" h="706754">
                <a:moveTo>
                  <a:pt x="0" y="0"/>
                </a:moveTo>
                <a:lnTo>
                  <a:pt x="759882" y="0"/>
                </a:lnTo>
                <a:lnTo>
                  <a:pt x="759882" y="706438"/>
                </a:lnTo>
                <a:lnTo>
                  <a:pt x="0" y="706438"/>
                </a:lnTo>
                <a:lnTo>
                  <a:pt x="0" y="0"/>
                </a:lnTo>
                <a:close/>
              </a:path>
            </a:pathLst>
          </a:custGeom>
          <a:solidFill>
            <a:srgbClr val="D6D6D6"/>
          </a:solidFill>
        </p:spPr>
        <p:txBody>
          <a:bodyPr wrap="square" lIns="0" tIns="0" rIns="0" bIns="0" rtlCol="0"/>
          <a:lstStyle/>
          <a:p>
            <a:endParaRPr/>
          </a:p>
        </p:txBody>
      </p:sp>
      <p:sp>
        <p:nvSpPr>
          <p:cNvPr id="38" name="object 38"/>
          <p:cNvSpPr/>
          <p:nvPr/>
        </p:nvSpPr>
        <p:spPr>
          <a:xfrm>
            <a:off x="4161153" y="4206557"/>
            <a:ext cx="760095" cy="706755"/>
          </a:xfrm>
          <a:custGeom>
            <a:avLst/>
            <a:gdLst/>
            <a:ahLst/>
            <a:cxnLst/>
            <a:rect l="l" t="t" r="r" b="b"/>
            <a:pathLst>
              <a:path w="760095" h="706754">
                <a:moveTo>
                  <a:pt x="0" y="0"/>
                </a:moveTo>
                <a:lnTo>
                  <a:pt x="759882" y="0"/>
                </a:lnTo>
                <a:lnTo>
                  <a:pt x="759882" y="706437"/>
                </a:lnTo>
                <a:lnTo>
                  <a:pt x="0" y="706437"/>
                </a:lnTo>
                <a:lnTo>
                  <a:pt x="0" y="0"/>
                </a:lnTo>
                <a:close/>
              </a:path>
            </a:pathLst>
          </a:custGeom>
          <a:ln w="4156">
            <a:solidFill>
              <a:srgbClr val="D6D6D6"/>
            </a:solidFill>
          </a:ln>
        </p:spPr>
        <p:txBody>
          <a:bodyPr wrap="square" lIns="0" tIns="0" rIns="0" bIns="0" rtlCol="0"/>
          <a:lstStyle/>
          <a:p>
            <a:endParaRPr/>
          </a:p>
        </p:txBody>
      </p:sp>
      <p:sp>
        <p:nvSpPr>
          <p:cNvPr id="39" name="object 39"/>
          <p:cNvSpPr/>
          <p:nvPr/>
        </p:nvSpPr>
        <p:spPr>
          <a:xfrm>
            <a:off x="4283920" y="4177982"/>
            <a:ext cx="50800" cy="100330"/>
          </a:xfrm>
          <a:custGeom>
            <a:avLst/>
            <a:gdLst/>
            <a:ahLst/>
            <a:cxnLst/>
            <a:rect l="l" t="t" r="r" b="b"/>
            <a:pathLst>
              <a:path w="50800" h="100329">
                <a:moveTo>
                  <a:pt x="34544" y="93859"/>
                </a:moveTo>
                <a:lnTo>
                  <a:pt x="8128" y="93859"/>
                </a:lnTo>
                <a:lnTo>
                  <a:pt x="16256" y="100013"/>
                </a:lnTo>
                <a:lnTo>
                  <a:pt x="34544" y="100013"/>
                </a:lnTo>
                <a:lnTo>
                  <a:pt x="34544" y="93859"/>
                </a:lnTo>
                <a:close/>
              </a:path>
              <a:path w="50800" h="100329">
                <a:moveTo>
                  <a:pt x="8128" y="10770"/>
                </a:moveTo>
                <a:lnTo>
                  <a:pt x="0" y="10770"/>
                </a:lnTo>
                <a:lnTo>
                  <a:pt x="0" y="93859"/>
                </a:lnTo>
                <a:lnTo>
                  <a:pt x="8128" y="93859"/>
                </a:lnTo>
                <a:lnTo>
                  <a:pt x="8128" y="10770"/>
                </a:lnTo>
                <a:close/>
              </a:path>
              <a:path w="50800" h="100329">
                <a:moveTo>
                  <a:pt x="42672" y="38467"/>
                </a:moveTo>
                <a:lnTo>
                  <a:pt x="34544" y="38467"/>
                </a:lnTo>
                <a:lnTo>
                  <a:pt x="34544" y="93859"/>
                </a:lnTo>
                <a:lnTo>
                  <a:pt x="42672" y="93859"/>
                </a:lnTo>
                <a:lnTo>
                  <a:pt x="42672" y="38467"/>
                </a:lnTo>
                <a:close/>
              </a:path>
              <a:path w="50800" h="100329">
                <a:moveTo>
                  <a:pt x="50800" y="4616"/>
                </a:moveTo>
                <a:lnTo>
                  <a:pt x="42672" y="4616"/>
                </a:lnTo>
                <a:lnTo>
                  <a:pt x="42672" y="21541"/>
                </a:lnTo>
                <a:lnTo>
                  <a:pt x="50800" y="21541"/>
                </a:lnTo>
                <a:lnTo>
                  <a:pt x="50800" y="4616"/>
                </a:lnTo>
                <a:close/>
              </a:path>
              <a:path w="50800" h="100329">
                <a:moveTo>
                  <a:pt x="16256" y="4616"/>
                </a:moveTo>
                <a:lnTo>
                  <a:pt x="8128" y="4616"/>
                </a:lnTo>
                <a:lnTo>
                  <a:pt x="8128" y="10770"/>
                </a:lnTo>
                <a:lnTo>
                  <a:pt x="16256" y="4616"/>
                </a:lnTo>
                <a:close/>
              </a:path>
              <a:path w="50800" h="100329">
                <a:moveTo>
                  <a:pt x="34544" y="0"/>
                </a:moveTo>
                <a:lnTo>
                  <a:pt x="16256" y="0"/>
                </a:lnTo>
                <a:lnTo>
                  <a:pt x="16256" y="4616"/>
                </a:lnTo>
                <a:lnTo>
                  <a:pt x="42672" y="4616"/>
                </a:lnTo>
                <a:lnTo>
                  <a:pt x="34544" y="0"/>
                </a:lnTo>
                <a:close/>
              </a:path>
            </a:pathLst>
          </a:custGeom>
          <a:solidFill>
            <a:srgbClr val="D6D6D6"/>
          </a:solidFill>
        </p:spPr>
        <p:txBody>
          <a:bodyPr wrap="square" lIns="0" tIns="0" rIns="0" bIns="0" rtlCol="0"/>
          <a:lstStyle/>
          <a:p>
            <a:endParaRPr/>
          </a:p>
        </p:txBody>
      </p:sp>
      <p:sp>
        <p:nvSpPr>
          <p:cNvPr id="40" name="object 40"/>
          <p:cNvSpPr/>
          <p:nvPr/>
        </p:nvSpPr>
        <p:spPr>
          <a:xfrm>
            <a:off x="4283920" y="4177982"/>
            <a:ext cx="50800" cy="100330"/>
          </a:xfrm>
          <a:custGeom>
            <a:avLst/>
            <a:gdLst/>
            <a:ahLst/>
            <a:cxnLst/>
            <a:rect l="l" t="t" r="r" b="b"/>
            <a:pathLst>
              <a:path w="50800" h="100329">
                <a:moveTo>
                  <a:pt x="50799" y="21541"/>
                </a:moveTo>
                <a:lnTo>
                  <a:pt x="42671" y="21541"/>
                </a:lnTo>
                <a:lnTo>
                  <a:pt x="42671" y="15386"/>
                </a:lnTo>
                <a:lnTo>
                  <a:pt x="42671" y="4615"/>
                </a:lnTo>
                <a:lnTo>
                  <a:pt x="24384" y="4615"/>
                </a:lnTo>
                <a:lnTo>
                  <a:pt x="16255" y="4615"/>
                </a:lnTo>
                <a:lnTo>
                  <a:pt x="8128" y="15386"/>
                </a:lnTo>
                <a:lnTo>
                  <a:pt x="8128" y="87703"/>
                </a:lnTo>
                <a:lnTo>
                  <a:pt x="8128" y="93858"/>
                </a:lnTo>
                <a:lnTo>
                  <a:pt x="24384" y="93858"/>
                </a:lnTo>
                <a:lnTo>
                  <a:pt x="34544" y="93858"/>
                </a:lnTo>
                <a:lnTo>
                  <a:pt x="34544" y="87703"/>
                </a:lnTo>
                <a:lnTo>
                  <a:pt x="34544" y="38466"/>
                </a:lnTo>
                <a:lnTo>
                  <a:pt x="42671" y="38466"/>
                </a:lnTo>
                <a:lnTo>
                  <a:pt x="42671" y="87703"/>
                </a:lnTo>
                <a:lnTo>
                  <a:pt x="34544" y="93858"/>
                </a:lnTo>
                <a:lnTo>
                  <a:pt x="24384" y="100012"/>
                </a:lnTo>
                <a:lnTo>
                  <a:pt x="8128" y="93858"/>
                </a:lnTo>
                <a:lnTo>
                  <a:pt x="0" y="87703"/>
                </a:lnTo>
                <a:lnTo>
                  <a:pt x="0" y="15386"/>
                </a:lnTo>
                <a:lnTo>
                  <a:pt x="8128" y="4615"/>
                </a:lnTo>
                <a:lnTo>
                  <a:pt x="24384" y="0"/>
                </a:lnTo>
                <a:lnTo>
                  <a:pt x="42671" y="4615"/>
                </a:lnTo>
                <a:lnTo>
                  <a:pt x="50799" y="15386"/>
                </a:lnTo>
                <a:lnTo>
                  <a:pt x="50799" y="21541"/>
                </a:lnTo>
              </a:path>
            </a:pathLst>
          </a:custGeom>
          <a:ln w="4156">
            <a:solidFill>
              <a:srgbClr val="D6D6D6"/>
            </a:solidFill>
          </a:ln>
        </p:spPr>
        <p:txBody>
          <a:bodyPr wrap="square" lIns="0" tIns="0" rIns="0" bIns="0" rtlCol="0"/>
          <a:lstStyle/>
          <a:p>
            <a:endParaRPr/>
          </a:p>
        </p:txBody>
      </p:sp>
      <p:sp>
        <p:nvSpPr>
          <p:cNvPr id="41" name="object 41"/>
          <p:cNvSpPr/>
          <p:nvPr/>
        </p:nvSpPr>
        <p:spPr>
          <a:xfrm>
            <a:off x="4283920" y="4182746"/>
            <a:ext cx="50800" cy="90805"/>
          </a:xfrm>
          <a:custGeom>
            <a:avLst/>
            <a:gdLst/>
            <a:ahLst/>
            <a:cxnLst/>
            <a:rect l="l" t="t" r="r" b="b"/>
            <a:pathLst>
              <a:path w="50800" h="90804">
                <a:moveTo>
                  <a:pt x="50799" y="17161"/>
                </a:moveTo>
                <a:lnTo>
                  <a:pt x="50799" y="10921"/>
                </a:lnTo>
                <a:lnTo>
                  <a:pt x="42671" y="0"/>
                </a:lnTo>
                <a:lnTo>
                  <a:pt x="24384" y="0"/>
                </a:lnTo>
                <a:lnTo>
                  <a:pt x="8128" y="0"/>
                </a:lnTo>
                <a:lnTo>
                  <a:pt x="0" y="10921"/>
                </a:lnTo>
                <a:lnTo>
                  <a:pt x="0" y="84247"/>
                </a:lnTo>
                <a:lnTo>
                  <a:pt x="8128" y="90488"/>
                </a:lnTo>
                <a:lnTo>
                  <a:pt x="16255" y="90488"/>
                </a:lnTo>
                <a:lnTo>
                  <a:pt x="34544" y="90488"/>
                </a:lnTo>
                <a:lnTo>
                  <a:pt x="34544" y="84247"/>
                </a:lnTo>
                <a:lnTo>
                  <a:pt x="34544" y="34323"/>
                </a:lnTo>
              </a:path>
            </a:pathLst>
          </a:custGeom>
          <a:ln w="4156">
            <a:solidFill>
              <a:srgbClr val="D6D6D6"/>
            </a:solidFill>
          </a:ln>
        </p:spPr>
        <p:txBody>
          <a:bodyPr wrap="square" lIns="0" tIns="0" rIns="0" bIns="0" rtlCol="0"/>
          <a:lstStyle/>
          <a:p>
            <a:endParaRPr/>
          </a:p>
        </p:txBody>
      </p:sp>
      <p:sp>
        <p:nvSpPr>
          <p:cNvPr id="42" name="object 42"/>
          <p:cNvSpPr/>
          <p:nvPr/>
        </p:nvSpPr>
        <p:spPr>
          <a:xfrm>
            <a:off x="4053203" y="4166871"/>
            <a:ext cx="868044" cy="757555"/>
          </a:xfrm>
          <a:custGeom>
            <a:avLst/>
            <a:gdLst/>
            <a:ahLst/>
            <a:cxnLst/>
            <a:rect l="l" t="t" r="r" b="b"/>
            <a:pathLst>
              <a:path w="868045" h="757554">
                <a:moveTo>
                  <a:pt x="116391" y="0"/>
                </a:moveTo>
                <a:lnTo>
                  <a:pt x="0" y="701829"/>
                </a:lnTo>
                <a:lnTo>
                  <a:pt x="759608" y="757237"/>
                </a:lnTo>
                <a:lnTo>
                  <a:pt x="867832" y="50789"/>
                </a:lnTo>
                <a:lnTo>
                  <a:pt x="116391" y="0"/>
                </a:lnTo>
                <a:close/>
              </a:path>
            </a:pathLst>
          </a:custGeom>
          <a:solidFill>
            <a:srgbClr val="A9A9A9"/>
          </a:solidFill>
        </p:spPr>
        <p:txBody>
          <a:bodyPr wrap="square" lIns="0" tIns="0" rIns="0" bIns="0" rtlCol="0"/>
          <a:lstStyle/>
          <a:p>
            <a:endParaRPr/>
          </a:p>
        </p:txBody>
      </p:sp>
      <p:sp>
        <p:nvSpPr>
          <p:cNvPr id="43" name="object 43"/>
          <p:cNvSpPr/>
          <p:nvPr/>
        </p:nvSpPr>
        <p:spPr>
          <a:xfrm>
            <a:off x="4053203" y="4166871"/>
            <a:ext cx="868044" cy="757555"/>
          </a:xfrm>
          <a:custGeom>
            <a:avLst/>
            <a:gdLst/>
            <a:ahLst/>
            <a:cxnLst/>
            <a:rect l="l" t="t" r="r" b="b"/>
            <a:pathLst>
              <a:path w="868045" h="757554">
                <a:moveTo>
                  <a:pt x="116391" y="0"/>
                </a:moveTo>
                <a:lnTo>
                  <a:pt x="867832" y="50790"/>
                </a:lnTo>
                <a:lnTo>
                  <a:pt x="759608" y="757237"/>
                </a:lnTo>
                <a:lnTo>
                  <a:pt x="0" y="701830"/>
                </a:lnTo>
                <a:lnTo>
                  <a:pt x="116391" y="0"/>
                </a:lnTo>
              </a:path>
            </a:pathLst>
          </a:custGeom>
          <a:ln w="4156">
            <a:solidFill>
              <a:srgbClr val="000000"/>
            </a:solidFill>
          </a:ln>
        </p:spPr>
        <p:txBody>
          <a:bodyPr wrap="square" lIns="0" tIns="0" rIns="0" bIns="0" rtlCol="0"/>
          <a:lstStyle/>
          <a:p>
            <a:endParaRPr/>
          </a:p>
        </p:txBody>
      </p:sp>
      <p:sp>
        <p:nvSpPr>
          <p:cNvPr id="44" name="object 44"/>
          <p:cNvSpPr/>
          <p:nvPr/>
        </p:nvSpPr>
        <p:spPr>
          <a:xfrm>
            <a:off x="4093420" y="4173221"/>
            <a:ext cx="819150" cy="735330"/>
          </a:xfrm>
          <a:custGeom>
            <a:avLst/>
            <a:gdLst/>
            <a:ahLst/>
            <a:cxnLst/>
            <a:rect l="l" t="t" r="r" b="b"/>
            <a:pathLst>
              <a:path w="819150" h="735329">
                <a:moveTo>
                  <a:pt x="59240" y="0"/>
                </a:moveTo>
                <a:lnTo>
                  <a:pt x="0" y="705796"/>
                </a:lnTo>
                <a:lnTo>
                  <a:pt x="759909" y="735012"/>
                </a:lnTo>
                <a:lnTo>
                  <a:pt x="819150" y="27678"/>
                </a:lnTo>
                <a:lnTo>
                  <a:pt x="59240" y="0"/>
                </a:lnTo>
                <a:close/>
              </a:path>
            </a:pathLst>
          </a:custGeom>
          <a:solidFill>
            <a:srgbClr val="D6D6D6"/>
          </a:solidFill>
        </p:spPr>
        <p:txBody>
          <a:bodyPr wrap="square" lIns="0" tIns="0" rIns="0" bIns="0" rtlCol="0"/>
          <a:lstStyle/>
          <a:p>
            <a:endParaRPr/>
          </a:p>
        </p:txBody>
      </p:sp>
      <p:sp>
        <p:nvSpPr>
          <p:cNvPr id="45" name="object 45"/>
          <p:cNvSpPr/>
          <p:nvPr/>
        </p:nvSpPr>
        <p:spPr>
          <a:xfrm>
            <a:off x="4093420" y="4173221"/>
            <a:ext cx="819150" cy="735330"/>
          </a:xfrm>
          <a:custGeom>
            <a:avLst/>
            <a:gdLst/>
            <a:ahLst/>
            <a:cxnLst/>
            <a:rect l="l" t="t" r="r" b="b"/>
            <a:pathLst>
              <a:path w="819150" h="735329">
                <a:moveTo>
                  <a:pt x="59240" y="0"/>
                </a:moveTo>
                <a:lnTo>
                  <a:pt x="819149" y="27678"/>
                </a:lnTo>
                <a:lnTo>
                  <a:pt x="759909" y="735012"/>
                </a:lnTo>
                <a:lnTo>
                  <a:pt x="0" y="705796"/>
                </a:lnTo>
                <a:lnTo>
                  <a:pt x="59240" y="0"/>
                </a:lnTo>
              </a:path>
            </a:pathLst>
          </a:custGeom>
          <a:ln w="4156">
            <a:solidFill>
              <a:srgbClr val="000000"/>
            </a:solidFill>
          </a:ln>
        </p:spPr>
        <p:txBody>
          <a:bodyPr wrap="square" lIns="0" tIns="0" rIns="0" bIns="0" rtlCol="0"/>
          <a:lstStyle/>
          <a:p>
            <a:endParaRPr/>
          </a:p>
        </p:txBody>
      </p:sp>
      <p:sp>
        <p:nvSpPr>
          <p:cNvPr id="46" name="object 46"/>
          <p:cNvSpPr/>
          <p:nvPr/>
        </p:nvSpPr>
        <p:spPr>
          <a:xfrm>
            <a:off x="4129403" y="4177982"/>
            <a:ext cx="766445" cy="706755"/>
          </a:xfrm>
          <a:custGeom>
            <a:avLst/>
            <a:gdLst/>
            <a:ahLst/>
            <a:cxnLst/>
            <a:rect l="l" t="t" r="r" b="b"/>
            <a:pathLst>
              <a:path w="766445" h="706754">
                <a:moveTo>
                  <a:pt x="0" y="0"/>
                </a:moveTo>
                <a:lnTo>
                  <a:pt x="766232" y="0"/>
                </a:lnTo>
                <a:lnTo>
                  <a:pt x="766232" y="706438"/>
                </a:lnTo>
                <a:lnTo>
                  <a:pt x="0" y="706438"/>
                </a:lnTo>
                <a:lnTo>
                  <a:pt x="0" y="0"/>
                </a:lnTo>
                <a:close/>
              </a:path>
            </a:pathLst>
          </a:custGeom>
          <a:solidFill>
            <a:srgbClr val="E4E4E4"/>
          </a:solidFill>
        </p:spPr>
        <p:txBody>
          <a:bodyPr wrap="square" lIns="0" tIns="0" rIns="0" bIns="0" rtlCol="0"/>
          <a:lstStyle/>
          <a:p>
            <a:endParaRPr/>
          </a:p>
        </p:txBody>
      </p:sp>
      <p:sp>
        <p:nvSpPr>
          <p:cNvPr id="47" name="object 47"/>
          <p:cNvSpPr/>
          <p:nvPr/>
        </p:nvSpPr>
        <p:spPr>
          <a:xfrm>
            <a:off x="4258520" y="4149407"/>
            <a:ext cx="48895" cy="101600"/>
          </a:xfrm>
          <a:custGeom>
            <a:avLst/>
            <a:gdLst/>
            <a:ahLst/>
            <a:cxnLst/>
            <a:rect l="l" t="t" r="r" b="b"/>
            <a:pathLst>
              <a:path w="48895" h="101600">
                <a:moveTo>
                  <a:pt x="32454" y="95443"/>
                </a:moveTo>
                <a:lnTo>
                  <a:pt x="8112" y="95443"/>
                </a:lnTo>
                <a:lnTo>
                  <a:pt x="8112" y="101600"/>
                </a:lnTo>
                <a:lnTo>
                  <a:pt x="32454" y="101600"/>
                </a:lnTo>
                <a:lnTo>
                  <a:pt x="32454" y="95443"/>
                </a:lnTo>
                <a:close/>
              </a:path>
              <a:path w="48895" h="101600">
                <a:moveTo>
                  <a:pt x="16226" y="6158"/>
                </a:moveTo>
                <a:lnTo>
                  <a:pt x="8112" y="6158"/>
                </a:lnTo>
                <a:lnTo>
                  <a:pt x="0" y="12315"/>
                </a:lnTo>
                <a:lnTo>
                  <a:pt x="0" y="95443"/>
                </a:lnTo>
                <a:lnTo>
                  <a:pt x="8112" y="95443"/>
                </a:lnTo>
                <a:lnTo>
                  <a:pt x="8112" y="12315"/>
                </a:lnTo>
                <a:lnTo>
                  <a:pt x="16226" y="6158"/>
                </a:lnTo>
                <a:close/>
              </a:path>
              <a:path w="48895" h="101600">
                <a:moveTo>
                  <a:pt x="40568" y="40025"/>
                </a:moveTo>
                <a:lnTo>
                  <a:pt x="32454" y="40025"/>
                </a:lnTo>
                <a:lnTo>
                  <a:pt x="32454" y="95443"/>
                </a:lnTo>
                <a:lnTo>
                  <a:pt x="40568" y="89284"/>
                </a:lnTo>
                <a:lnTo>
                  <a:pt x="40568" y="40025"/>
                </a:lnTo>
                <a:close/>
              </a:path>
              <a:path w="48895" h="101600">
                <a:moveTo>
                  <a:pt x="48682" y="12315"/>
                </a:moveTo>
                <a:lnTo>
                  <a:pt x="40568" y="12315"/>
                </a:lnTo>
                <a:lnTo>
                  <a:pt x="40568" y="23091"/>
                </a:lnTo>
                <a:lnTo>
                  <a:pt x="48682" y="23091"/>
                </a:lnTo>
                <a:lnTo>
                  <a:pt x="48682" y="12315"/>
                </a:lnTo>
                <a:close/>
              </a:path>
              <a:path w="48895" h="101600">
                <a:moveTo>
                  <a:pt x="40568" y="6158"/>
                </a:moveTo>
                <a:lnTo>
                  <a:pt x="32454" y="6158"/>
                </a:lnTo>
                <a:lnTo>
                  <a:pt x="32454" y="12315"/>
                </a:lnTo>
                <a:lnTo>
                  <a:pt x="40568" y="12315"/>
                </a:lnTo>
                <a:lnTo>
                  <a:pt x="40568" y="6158"/>
                </a:lnTo>
                <a:close/>
              </a:path>
              <a:path w="48895" h="101600">
                <a:moveTo>
                  <a:pt x="24340" y="0"/>
                </a:moveTo>
                <a:lnTo>
                  <a:pt x="16226" y="6158"/>
                </a:lnTo>
                <a:lnTo>
                  <a:pt x="24340" y="6158"/>
                </a:lnTo>
                <a:lnTo>
                  <a:pt x="24340" y="0"/>
                </a:lnTo>
                <a:close/>
              </a:path>
            </a:pathLst>
          </a:custGeom>
          <a:solidFill>
            <a:srgbClr val="EAEAEA"/>
          </a:solidFill>
        </p:spPr>
        <p:txBody>
          <a:bodyPr wrap="square" lIns="0" tIns="0" rIns="0" bIns="0" rtlCol="0"/>
          <a:lstStyle/>
          <a:p>
            <a:endParaRPr/>
          </a:p>
        </p:txBody>
      </p:sp>
      <p:sp>
        <p:nvSpPr>
          <p:cNvPr id="48" name="object 48"/>
          <p:cNvSpPr/>
          <p:nvPr/>
        </p:nvSpPr>
        <p:spPr>
          <a:xfrm>
            <a:off x="4258520" y="4149407"/>
            <a:ext cx="48895" cy="101600"/>
          </a:xfrm>
          <a:custGeom>
            <a:avLst/>
            <a:gdLst/>
            <a:ahLst/>
            <a:cxnLst/>
            <a:rect l="l" t="t" r="r" b="b"/>
            <a:pathLst>
              <a:path w="48895" h="101600">
                <a:moveTo>
                  <a:pt x="48683" y="23090"/>
                </a:moveTo>
                <a:lnTo>
                  <a:pt x="40569" y="23090"/>
                </a:lnTo>
                <a:lnTo>
                  <a:pt x="40569" y="16933"/>
                </a:lnTo>
                <a:lnTo>
                  <a:pt x="32455" y="12315"/>
                </a:lnTo>
                <a:lnTo>
                  <a:pt x="24341" y="6157"/>
                </a:lnTo>
                <a:lnTo>
                  <a:pt x="8113" y="12315"/>
                </a:lnTo>
                <a:lnTo>
                  <a:pt x="8113" y="16933"/>
                </a:lnTo>
                <a:lnTo>
                  <a:pt x="8113" y="89284"/>
                </a:lnTo>
                <a:lnTo>
                  <a:pt x="8113" y="95442"/>
                </a:lnTo>
                <a:lnTo>
                  <a:pt x="16227" y="95442"/>
                </a:lnTo>
                <a:lnTo>
                  <a:pt x="24341" y="95442"/>
                </a:lnTo>
                <a:lnTo>
                  <a:pt x="32455" y="89284"/>
                </a:lnTo>
                <a:lnTo>
                  <a:pt x="32455" y="40024"/>
                </a:lnTo>
                <a:lnTo>
                  <a:pt x="40569" y="40024"/>
                </a:lnTo>
                <a:lnTo>
                  <a:pt x="40569" y="89284"/>
                </a:lnTo>
                <a:lnTo>
                  <a:pt x="32455" y="95442"/>
                </a:lnTo>
                <a:lnTo>
                  <a:pt x="16227" y="101599"/>
                </a:lnTo>
                <a:lnTo>
                  <a:pt x="8113" y="95442"/>
                </a:lnTo>
                <a:lnTo>
                  <a:pt x="0" y="89284"/>
                </a:lnTo>
                <a:lnTo>
                  <a:pt x="0" y="16933"/>
                </a:lnTo>
                <a:lnTo>
                  <a:pt x="8113" y="6157"/>
                </a:lnTo>
                <a:lnTo>
                  <a:pt x="24341" y="0"/>
                </a:lnTo>
                <a:lnTo>
                  <a:pt x="40569" y="6157"/>
                </a:lnTo>
                <a:lnTo>
                  <a:pt x="48683" y="16933"/>
                </a:lnTo>
                <a:lnTo>
                  <a:pt x="48683" y="23090"/>
                </a:lnTo>
              </a:path>
            </a:pathLst>
          </a:custGeom>
          <a:ln w="4156">
            <a:solidFill>
              <a:srgbClr val="919191"/>
            </a:solidFill>
          </a:ln>
        </p:spPr>
        <p:txBody>
          <a:bodyPr wrap="square" lIns="0" tIns="0" rIns="0" bIns="0" rtlCol="0"/>
          <a:lstStyle/>
          <a:p>
            <a:endParaRPr/>
          </a:p>
        </p:txBody>
      </p:sp>
      <p:sp>
        <p:nvSpPr>
          <p:cNvPr id="49" name="object 49"/>
          <p:cNvSpPr/>
          <p:nvPr/>
        </p:nvSpPr>
        <p:spPr>
          <a:xfrm>
            <a:off x="4258520" y="4155758"/>
            <a:ext cx="42545" cy="95250"/>
          </a:xfrm>
          <a:custGeom>
            <a:avLst/>
            <a:gdLst/>
            <a:ahLst/>
            <a:cxnLst/>
            <a:rect l="l" t="t" r="r" b="b"/>
            <a:pathLst>
              <a:path w="42545" h="95250">
                <a:moveTo>
                  <a:pt x="42333" y="16899"/>
                </a:moveTo>
                <a:lnTo>
                  <a:pt x="42333" y="10753"/>
                </a:lnTo>
                <a:lnTo>
                  <a:pt x="42333" y="0"/>
                </a:lnTo>
                <a:lnTo>
                  <a:pt x="25399" y="0"/>
                </a:lnTo>
                <a:lnTo>
                  <a:pt x="8466" y="6145"/>
                </a:lnTo>
                <a:lnTo>
                  <a:pt x="0" y="10753"/>
                </a:lnTo>
                <a:lnTo>
                  <a:pt x="0" y="82959"/>
                </a:lnTo>
                <a:lnTo>
                  <a:pt x="8466" y="89104"/>
                </a:lnTo>
                <a:lnTo>
                  <a:pt x="16933" y="95249"/>
                </a:lnTo>
                <a:lnTo>
                  <a:pt x="33866" y="89104"/>
                </a:lnTo>
                <a:lnTo>
                  <a:pt x="33866" y="82959"/>
                </a:lnTo>
                <a:lnTo>
                  <a:pt x="33866" y="38407"/>
                </a:lnTo>
              </a:path>
            </a:pathLst>
          </a:custGeom>
          <a:ln w="4156">
            <a:solidFill>
              <a:srgbClr val="A9A9A9"/>
            </a:solidFill>
          </a:ln>
        </p:spPr>
        <p:txBody>
          <a:bodyPr wrap="square" lIns="0" tIns="0" rIns="0" bIns="0" rtlCol="0"/>
          <a:lstStyle/>
          <a:p>
            <a:endParaRPr/>
          </a:p>
        </p:txBody>
      </p:sp>
      <p:sp>
        <p:nvSpPr>
          <p:cNvPr id="50" name="object 50"/>
          <p:cNvSpPr/>
          <p:nvPr/>
        </p:nvSpPr>
        <p:spPr>
          <a:xfrm>
            <a:off x="4235236" y="4289108"/>
            <a:ext cx="544195" cy="1905"/>
          </a:xfrm>
          <a:custGeom>
            <a:avLst/>
            <a:gdLst/>
            <a:ahLst/>
            <a:cxnLst/>
            <a:rect l="l" t="t" r="r" b="b"/>
            <a:pathLst>
              <a:path w="544195" h="1904">
                <a:moveTo>
                  <a:pt x="0" y="0"/>
                </a:moveTo>
                <a:lnTo>
                  <a:pt x="543983" y="1588"/>
                </a:lnTo>
              </a:path>
            </a:pathLst>
          </a:custGeom>
          <a:ln w="4156">
            <a:solidFill>
              <a:srgbClr val="000000"/>
            </a:solidFill>
          </a:ln>
        </p:spPr>
        <p:txBody>
          <a:bodyPr wrap="square" lIns="0" tIns="0" rIns="0" bIns="0" rtlCol="0"/>
          <a:lstStyle/>
          <a:p>
            <a:endParaRPr/>
          </a:p>
        </p:txBody>
      </p:sp>
      <p:sp>
        <p:nvSpPr>
          <p:cNvPr id="51" name="object 51"/>
          <p:cNvSpPr/>
          <p:nvPr/>
        </p:nvSpPr>
        <p:spPr>
          <a:xfrm>
            <a:off x="4235236" y="4311333"/>
            <a:ext cx="552450" cy="1905"/>
          </a:xfrm>
          <a:custGeom>
            <a:avLst/>
            <a:gdLst/>
            <a:ahLst/>
            <a:cxnLst/>
            <a:rect l="l" t="t" r="r" b="b"/>
            <a:pathLst>
              <a:path w="552450" h="1904">
                <a:moveTo>
                  <a:pt x="0" y="0"/>
                </a:moveTo>
                <a:lnTo>
                  <a:pt x="552449" y="1588"/>
                </a:lnTo>
              </a:path>
            </a:pathLst>
          </a:custGeom>
          <a:ln w="4156">
            <a:solidFill>
              <a:srgbClr val="000000"/>
            </a:solidFill>
          </a:ln>
        </p:spPr>
        <p:txBody>
          <a:bodyPr wrap="square" lIns="0" tIns="0" rIns="0" bIns="0" rtlCol="0"/>
          <a:lstStyle/>
          <a:p>
            <a:endParaRPr/>
          </a:p>
        </p:txBody>
      </p:sp>
      <p:sp>
        <p:nvSpPr>
          <p:cNvPr id="52" name="object 52"/>
          <p:cNvSpPr/>
          <p:nvPr/>
        </p:nvSpPr>
        <p:spPr>
          <a:xfrm>
            <a:off x="4235236" y="4339908"/>
            <a:ext cx="396240" cy="1905"/>
          </a:xfrm>
          <a:custGeom>
            <a:avLst/>
            <a:gdLst/>
            <a:ahLst/>
            <a:cxnLst/>
            <a:rect l="l" t="t" r="r" b="b"/>
            <a:pathLst>
              <a:path w="396239" h="1904">
                <a:moveTo>
                  <a:pt x="0" y="0"/>
                </a:moveTo>
                <a:lnTo>
                  <a:pt x="395816" y="1588"/>
                </a:lnTo>
              </a:path>
            </a:pathLst>
          </a:custGeom>
          <a:ln w="4156">
            <a:solidFill>
              <a:srgbClr val="000000"/>
            </a:solidFill>
          </a:ln>
        </p:spPr>
        <p:txBody>
          <a:bodyPr wrap="square" lIns="0" tIns="0" rIns="0" bIns="0" rtlCol="0"/>
          <a:lstStyle/>
          <a:p>
            <a:endParaRPr/>
          </a:p>
        </p:txBody>
      </p:sp>
      <p:sp>
        <p:nvSpPr>
          <p:cNvPr id="53" name="object 53"/>
          <p:cNvSpPr/>
          <p:nvPr/>
        </p:nvSpPr>
        <p:spPr>
          <a:xfrm>
            <a:off x="4235236" y="4444684"/>
            <a:ext cx="552450" cy="1905"/>
          </a:xfrm>
          <a:custGeom>
            <a:avLst/>
            <a:gdLst/>
            <a:ahLst/>
            <a:cxnLst/>
            <a:rect l="l" t="t" r="r" b="b"/>
            <a:pathLst>
              <a:path w="552450" h="1904">
                <a:moveTo>
                  <a:pt x="0" y="0"/>
                </a:moveTo>
                <a:lnTo>
                  <a:pt x="552449" y="1588"/>
                </a:lnTo>
              </a:path>
            </a:pathLst>
          </a:custGeom>
          <a:ln w="4156">
            <a:solidFill>
              <a:srgbClr val="000000"/>
            </a:solidFill>
          </a:ln>
        </p:spPr>
        <p:txBody>
          <a:bodyPr wrap="square" lIns="0" tIns="0" rIns="0" bIns="0" rtlCol="0"/>
          <a:lstStyle/>
          <a:p>
            <a:endParaRPr/>
          </a:p>
        </p:txBody>
      </p:sp>
      <p:sp>
        <p:nvSpPr>
          <p:cNvPr id="54" name="object 54"/>
          <p:cNvSpPr/>
          <p:nvPr/>
        </p:nvSpPr>
        <p:spPr>
          <a:xfrm>
            <a:off x="4235236" y="4468496"/>
            <a:ext cx="396240" cy="1905"/>
          </a:xfrm>
          <a:custGeom>
            <a:avLst/>
            <a:gdLst/>
            <a:ahLst/>
            <a:cxnLst/>
            <a:rect l="l" t="t" r="r" b="b"/>
            <a:pathLst>
              <a:path w="396239" h="1904">
                <a:moveTo>
                  <a:pt x="0" y="0"/>
                </a:moveTo>
                <a:lnTo>
                  <a:pt x="395816" y="1588"/>
                </a:lnTo>
              </a:path>
            </a:pathLst>
          </a:custGeom>
          <a:ln w="4156">
            <a:solidFill>
              <a:srgbClr val="000000"/>
            </a:solidFill>
          </a:ln>
        </p:spPr>
        <p:txBody>
          <a:bodyPr wrap="square" lIns="0" tIns="0" rIns="0" bIns="0" rtlCol="0"/>
          <a:lstStyle/>
          <a:p>
            <a:endParaRPr/>
          </a:p>
        </p:txBody>
      </p:sp>
      <p:sp>
        <p:nvSpPr>
          <p:cNvPr id="55" name="object 55"/>
          <p:cNvSpPr/>
          <p:nvPr/>
        </p:nvSpPr>
        <p:spPr>
          <a:xfrm>
            <a:off x="4235236" y="4524059"/>
            <a:ext cx="569595" cy="1905"/>
          </a:xfrm>
          <a:custGeom>
            <a:avLst/>
            <a:gdLst/>
            <a:ahLst/>
            <a:cxnLst/>
            <a:rect l="l" t="t" r="r" b="b"/>
            <a:pathLst>
              <a:path w="569595" h="1904">
                <a:moveTo>
                  <a:pt x="0" y="0"/>
                </a:moveTo>
                <a:lnTo>
                  <a:pt x="569383" y="1588"/>
                </a:lnTo>
              </a:path>
            </a:pathLst>
          </a:custGeom>
          <a:ln w="4156">
            <a:solidFill>
              <a:srgbClr val="000000"/>
            </a:solidFill>
          </a:ln>
        </p:spPr>
        <p:txBody>
          <a:bodyPr wrap="square" lIns="0" tIns="0" rIns="0" bIns="0" rtlCol="0"/>
          <a:lstStyle/>
          <a:p>
            <a:endParaRPr/>
          </a:p>
        </p:txBody>
      </p:sp>
      <p:sp>
        <p:nvSpPr>
          <p:cNvPr id="56" name="object 56"/>
          <p:cNvSpPr/>
          <p:nvPr/>
        </p:nvSpPr>
        <p:spPr>
          <a:xfrm>
            <a:off x="4235236" y="4595496"/>
            <a:ext cx="552450" cy="1905"/>
          </a:xfrm>
          <a:custGeom>
            <a:avLst/>
            <a:gdLst/>
            <a:ahLst/>
            <a:cxnLst/>
            <a:rect l="l" t="t" r="r" b="b"/>
            <a:pathLst>
              <a:path w="552450" h="1904">
                <a:moveTo>
                  <a:pt x="0" y="0"/>
                </a:moveTo>
                <a:lnTo>
                  <a:pt x="552449" y="1588"/>
                </a:lnTo>
              </a:path>
            </a:pathLst>
          </a:custGeom>
          <a:ln w="4156">
            <a:solidFill>
              <a:srgbClr val="000000"/>
            </a:solidFill>
          </a:ln>
        </p:spPr>
        <p:txBody>
          <a:bodyPr wrap="square" lIns="0" tIns="0" rIns="0" bIns="0" rtlCol="0"/>
          <a:lstStyle/>
          <a:p>
            <a:endParaRPr/>
          </a:p>
        </p:txBody>
      </p:sp>
      <p:sp>
        <p:nvSpPr>
          <p:cNvPr id="57" name="object 57"/>
          <p:cNvSpPr txBox="1"/>
          <p:nvPr/>
        </p:nvSpPr>
        <p:spPr>
          <a:xfrm>
            <a:off x="5056505" y="5405120"/>
            <a:ext cx="6297295" cy="1087755"/>
          </a:xfrm>
          <a:prstGeom prst="rect">
            <a:avLst/>
          </a:prstGeom>
          <a:solidFill>
            <a:srgbClr val="7A4779"/>
          </a:solidFill>
        </p:spPr>
        <p:txBody>
          <a:bodyPr vert="horz" wrap="square" lIns="0" tIns="33020" rIns="0" bIns="0" rtlCol="0">
            <a:spAutoFit/>
          </a:bodyPr>
          <a:lstStyle/>
          <a:p>
            <a:pPr marL="77470">
              <a:lnSpc>
                <a:spcPts val="2185"/>
              </a:lnSpc>
              <a:spcBef>
                <a:spcPts val="260"/>
              </a:spcBef>
            </a:pPr>
            <a:r>
              <a:rPr sz="1800" dirty="0">
                <a:solidFill>
                  <a:srgbClr val="FFFFFF"/>
                </a:solidFill>
                <a:latin typeface="华文新魏" panose="02010800040101010101" charset="-122"/>
                <a:cs typeface="华文新魏" panose="02010800040101010101" charset="-122"/>
              </a:rPr>
              <a:t>结束注册环节</a:t>
            </a:r>
            <a:r>
              <a:rPr sz="1800" spc="-5" dirty="0">
                <a:solidFill>
                  <a:srgbClr val="FFFFFF"/>
                </a:solidFill>
                <a:latin typeface="华文新魏" panose="02010800040101010101" charset="-122"/>
                <a:cs typeface="华文新魏" panose="02010800040101010101" charset="-122"/>
              </a:rPr>
              <a:t> </a:t>
            </a:r>
            <a:r>
              <a:rPr sz="1800" dirty="0">
                <a:solidFill>
                  <a:srgbClr val="FFFFFF"/>
                </a:solidFill>
                <a:latin typeface="华文新魏" panose="02010800040101010101" charset="-122"/>
                <a:cs typeface="华文新魏" panose="02010800040101010101" charset="-122"/>
              </a:rPr>
              <a:t>（</a:t>
            </a:r>
            <a:r>
              <a:rPr sz="1850" i="1" spc="-50" dirty="0">
                <a:solidFill>
                  <a:srgbClr val="FFFFFF"/>
                </a:solidFill>
                <a:latin typeface="华文新魏" panose="02010800040101010101" charset="-122"/>
                <a:cs typeface="华文新魏" panose="02010800040101010101" charset="-122"/>
              </a:rPr>
              <a:t>用例规约）</a:t>
            </a:r>
            <a:endParaRPr sz="1850">
              <a:latin typeface="华文新魏" panose="02010800040101010101" charset="-122"/>
              <a:cs typeface="华文新魏" panose="02010800040101010101" charset="-122"/>
            </a:endParaRPr>
          </a:p>
          <a:p>
            <a:pPr marL="77470" marR="4930140">
              <a:lnSpc>
                <a:spcPts val="1900"/>
              </a:lnSpc>
              <a:spcBef>
                <a:spcPts val="45"/>
              </a:spcBef>
            </a:pPr>
            <a:r>
              <a:rPr sz="1600" spc="-330" dirty="0">
                <a:solidFill>
                  <a:srgbClr val="FFFFFF"/>
                </a:solidFill>
                <a:latin typeface="Calibri" panose="020F0502020204030204"/>
                <a:cs typeface="Calibri" panose="020F0502020204030204"/>
              </a:rPr>
              <a:t>-­‐</a:t>
            </a:r>
            <a:r>
              <a:rPr sz="1600" spc="-330" dirty="0">
                <a:solidFill>
                  <a:srgbClr val="FFFFFF"/>
                </a:solidFill>
                <a:latin typeface="华文新魏" panose="02010800040101010101" charset="-122"/>
                <a:cs typeface="华文新魏" panose="02010800040101010101" charset="-122"/>
              </a:rPr>
              <a:t>详细的事件流 特殊的需求</a:t>
            </a:r>
            <a:endParaRPr sz="1600">
              <a:latin typeface="华文新魏" panose="02010800040101010101" charset="-122"/>
              <a:cs typeface="华文新魏" panose="02010800040101010101" charset="-122"/>
            </a:endParaRPr>
          </a:p>
          <a:p>
            <a:pPr marL="77470">
              <a:lnSpc>
                <a:spcPct val="100000"/>
              </a:lnSpc>
              <a:spcBef>
                <a:spcPts val="20"/>
              </a:spcBef>
            </a:pPr>
            <a:r>
              <a:rPr sz="1600" spc="-330" dirty="0">
                <a:solidFill>
                  <a:srgbClr val="FFFFFF"/>
                </a:solidFill>
                <a:latin typeface="Calibri" panose="020F0502020204030204"/>
                <a:cs typeface="Calibri" panose="020F0502020204030204"/>
              </a:rPr>
              <a:t>-­‐</a:t>
            </a:r>
            <a:r>
              <a:rPr sz="1600" dirty="0">
                <a:solidFill>
                  <a:srgbClr val="FFFFFF"/>
                </a:solidFill>
                <a:latin typeface="华文新魏" panose="02010800040101010101" charset="-122"/>
                <a:cs typeface="华文新魏" panose="02010800040101010101" charset="-122"/>
              </a:rPr>
              <a:t>前置</a:t>
            </a:r>
            <a:r>
              <a:rPr sz="1600" dirty="0">
                <a:solidFill>
                  <a:srgbClr val="FFFFFF"/>
                </a:solidFill>
                <a:latin typeface="Calibri" panose="020F0502020204030204"/>
                <a:cs typeface="Calibri" panose="020F0502020204030204"/>
              </a:rPr>
              <a:t>/</a:t>
            </a:r>
            <a:r>
              <a:rPr sz="1600" dirty="0">
                <a:solidFill>
                  <a:srgbClr val="FFFFFF"/>
                </a:solidFill>
                <a:latin typeface="华文新魏" panose="02010800040101010101" charset="-122"/>
                <a:cs typeface="华文新魏" panose="02010800040101010101" charset="-122"/>
              </a:rPr>
              <a:t>后置条件</a:t>
            </a:r>
            <a:endParaRPr sz="1600">
              <a:latin typeface="华文新魏" panose="02010800040101010101" charset="-122"/>
              <a:cs typeface="华文新魏" panose="02010800040101010101" charset="-122"/>
            </a:endParaRPr>
          </a:p>
        </p:txBody>
      </p:sp>
      <p:sp>
        <p:nvSpPr>
          <p:cNvPr id="58" name="object 58"/>
          <p:cNvSpPr/>
          <p:nvPr/>
        </p:nvSpPr>
        <p:spPr>
          <a:xfrm>
            <a:off x="4089189" y="5449572"/>
            <a:ext cx="853440" cy="741680"/>
          </a:xfrm>
          <a:custGeom>
            <a:avLst/>
            <a:gdLst/>
            <a:ahLst/>
            <a:cxnLst/>
            <a:rect l="l" t="t" r="r" b="b"/>
            <a:pathLst>
              <a:path w="853439" h="741679">
                <a:moveTo>
                  <a:pt x="105834" y="0"/>
                </a:moveTo>
                <a:lnTo>
                  <a:pt x="0" y="687387"/>
                </a:lnTo>
                <a:lnTo>
                  <a:pt x="738717" y="741362"/>
                </a:lnTo>
                <a:lnTo>
                  <a:pt x="853017" y="55562"/>
                </a:lnTo>
                <a:lnTo>
                  <a:pt x="105834" y="0"/>
                </a:lnTo>
                <a:close/>
              </a:path>
            </a:pathLst>
          </a:custGeom>
          <a:solidFill>
            <a:srgbClr val="D6D6D6"/>
          </a:solidFill>
        </p:spPr>
        <p:txBody>
          <a:bodyPr wrap="square" lIns="0" tIns="0" rIns="0" bIns="0" rtlCol="0"/>
          <a:lstStyle/>
          <a:p>
            <a:endParaRPr/>
          </a:p>
        </p:txBody>
      </p:sp>
      <p:sp>
        <p:nvSpPr>
          <p:cNvPr id="59" name="object 59"/>
          <p:cNvSpPr/>
          <p:nvPr/>
        </p:nvSpPr>
        <p:spPr>
          <a:xfrm>
            <a:off x="4089189" y="5449572"/>
            <a:ext cx="853440" cy="741680"/>
          </a:xfrm>
          <a:custGeom>
            <a:avLst/>
            <a:gdLst/>
            <a:ahLst/>
            <a:cxnLst/>
            <a:rect l="l" t="t" r="r" b="b"/>
            <a:pathLst>
              <a:path w="853439" h="741679">
                <a:moveTo>
                  <a:pt x="105833" y="0"/>
                </a:moveTo>
                <a:lnTo>
                  <a:pt x="853016" y="55562"/>
                </a:lnTo>
                <a:lnTo>
                  <a:pt x="738716" y="741362"/>
                </a:lnTo>
                <a:lnTo>
                  <a:pt x="0" y="687387"/>
                </a:lnTo>
                <a:lnTo>
                  <a:pt x="105833" y="0"/>
                </a:lnTo>
              </a:path>
            </a:pathLst>
          </a:custGeom>
          <a:ln w="4156">
            <a:solidFill>
              <a:srgbClr val="D6D6D6"/>
            </a:solidFill>
          </a:ln>
        </p:spPr>
        <p:txBody>
          <a:bodyPr wrap="square" lIns="0" tIns="0" rIns="0" bIns="0" rtlCol="0"/>
          <a:lstStyle/>
          <a:p>
            <a:endParaRPr/>
          </a:p>
        </p:txBody>
      </p:sp>
      <p:sp>
        <p:nvSpPr>
          <p:cNvPr id="60" name="object 60"/>
          <p:cNvSpPr/>
          <p:nvPr/>
        </p:nvSpPr>
        <p:spPr>
          <a:xfrm>
            <a:off x="4120939" y="5460683"/>
            <a:ext cx="804545" cy="714375"/>
          </a:xfrm>
          <a:custGeom>
            <a:avLst/>
            <a:gdLst/>
            <a:ahLst/>
            <a:cxnLst/>
            <a:rect l="l" t="t" r="r" b="b"/>
            <a:pathLst>
              <a:path w="804545" h="714375">
                <a:moveTo>
                  <a:pt x="57150" y="0"/>
                </a:moveTo>
                <a:lnTo>
                  <a:pt x="0" y="687387"/>
                </a:lnTo>
                <a:lnTo>
                  <a:pt x="747184" y="714375"/>
                </a:lnTo>
                <a:lnTo>
                  <a:pt x="804334" y="26987"/>
                </a:lnTo>
                <a:lnTo>
                  <a:pt x="57150" y="0"/>
                </a:lnTo>
                <a:close/>
              </a:path>
            </a:pathLst>
          </a:custGeom>
          <a:solidFill>
            <a:srgbClr val="D6D6D6"/>
          </a:solidFill>
        </p:spPr>
        <p:txBody>
          <a:bodyPr wrap="square" lIns="0" tIns="0" rIns="0" bIns="0" rtlCol="0"/>
          <a:lstStyle/>
          <a:p>
            <a:endParaRPr/>
          </a:p>
        </p:txBody>
      </p:sp>
      <p:sp>
        <p:nvSpPr>
          <p:cNvPr id="61" name="object 61"/>
          <p:cNvSpPr/>
          <p:nvPr/>
        </p:nvSpPr>
        <p:spPr>
          <a:xfrm>
            <a:off x="4120939" y="5460683"/>
            <a:ext cx="804545" cy="714375"/>
          </a:xfrm>
          <a:custGeom>
            <a:avLst/>
            <a:gdLst/>
            <a:ahLst/>
            <a:cxnLst/>
            <a:rect l="l" t="t" r="r" b="b"/>
            <a:pathLst>
              <a:path w="804545" h="714375">
                <a:moveTo>
                  <a:pt x="57149" y="0"/>
                </a:moveTo>
                <a:lnTo>
                  <a:pt x="804333" y="26987"/>
                </a:lnTo>
                <a:lnTo>
                  <a:pt x="747183" y="714374"/>
                </a:lnTo>
                <a:lnTo>
                  <a:pt x="0" y="687387"/>
                </a:lnTo>
                <a:lnTo>
                  <a:pt x="57149" y="0"/>
                </a:lnTo>
              </a:path>
            </a:pathLst>
          </a:custGeom>
          <a:ln w="4156">
            <a:solidFill>
              <a:srgbClr val="D6D6D6"/>
            </a:solidFill>
          </a:ln>
        </p:spPr>
        <p:txBody>
          <a:bodyPr wrap="square" lIns="0" tIns="0" rIns="0" bIns="0" rtlCol="0"/>
          <a:lstStyle/>
          <a:p>
            <a:endParaRPr/>
          </a:p>
        </p:txBody>
      </p:sp>
      <p:sp>
        <p:nvSpPr>
          <p:cNvPr id="62" name="object 62"/>
          <p:cNvSpPr/>
          <p:nvPr/>
        </p:nvSpPr>
        <p:spPr>
          <a:xfrm>
            <a:off x="4161155" y="5467033"/>
            <a:ext cx="747395" cy="687705"/>
          </a:xfrm>
          <a:custGeom>
            <a:avLst/>
            <a:gdLst/>
            <a:ahLst/>
            <a:cxnLst/>
            <a:rect l="l" t="t" r="r" b="b"/>
            <a:pathLst>
              <a:path w="747395" h="687704">
                <a:moveTo>
                  <a:pt x="0" y="0"/>
                </a:moveTo>
                <a:lnTo>
                  <a:pt x="747182" y="0"/>
                </a:lnTo>
                <a:lnTo>
                  <a:pt x="747182" y="687388"/>
                </a:lnTo>
                <a:lnTo>
                  <a:pt x="0" y="687388"/>
                </a:lnTo>
                <a:lnTo>
                  <a:pt x="0" y="0"/>
                </a:lnTo>
                <a:close/>
              </a:path>
            </a:pathLst>
          </a:custGeom>
          <a:solidFill>
            <a:srgbClr val="D6D6D6"/>
          </a:solidFill>
        </p:spPr>
        <p:txBody>
          <a:bodyPr wrap="square" lIns="0" tIns="0" rIns="0" bIns="0" rtlCol="0"/>
          <a:lstStyle/>
          <a:p>
            <a:endParaRPr/>
          </a:p>
        </p:txBody>
      </p:sp>
      <p:sp>
        <p:nvSpPr>
          <p:cNvPr id="63" name="object 63"/>
          <p:cNvSpPr/>
          <p:nvPr/>
        </p:nvSpPr>
        <p:spPr>
          <a:xfrm>
            <a:off x="4161155" y="5467033"/>
            <a:ext cx="747395" cy="687705"/>
          </a:xfrm>
          <a:custGeom>
            <a:avLst/>
            <a:gdLst/>
            <a:ahLst/>
            <a:cxnLst/>
            <a:rect l="l" t="t" r="r" b="b"/>
            <a:pathLst>
              <a:path w="747395" h="687704">
                <a:moveTo>
                  <a:pt x="0" y="0"/>
                </a:moveTo>
                <a:lnTo>
                  <a:pt x="747183" y="0"/>
                </a:lnTo>
                <a:lnTo>
                  <a:pt x="747183" y="687387"/>
                </a:lnTo>
                <a:lnTo>
                  <a:pt x="0" y="687387"/>
                </a:lnTo>
                <a:lnTo>
                  <a:pt x="0" y="0"/>
                </a:lnTo>
                <a:close/>
              </a:path>
            </a:pathLst>
          </a:custGeom>
          <a:ln w="4156">
            <a:solidFill>
              <a:srgbClr val="D6D6D6"/>
            </a:solidFill>
          </a:ln>
        </p:spPr>
        <p:txBody>
          <a:bodyPr wrap="square" lIns="0" tIns="0" rIns="0" bIns="0" rtlCol="0"/>
          <a:lstStyle/>
          <a:p>
            <a:endParaRPr/>
          </a:p>
        </p:txBody>
      </p:sp>
      <p:sp>
        <p:nvSpPr>
          <p:cNvPr id="64" name="object 64"/>
          <p:cNvSpPr/>
          <p:nvPr/>
        </p:nvSpPr>
        <p:spPr>
          <a:xfrm>
            <a:off x="4283922" y="5440047"/>
            <a:ext cx="48895" cy="97155"/>
          </a:xfrm>
          <a:custGeom>
            <a:avLst/>
            <a:gdLst/>
            <a:ahLst/>
            <a:cxnLst/>
            <a:rect l="l" t="t" r="r" b="b"/>
            <a:pathLst>
              <a:path w="48895" h="97154">
                <a:moveTo>
                  <a:pt x="31750" y="92075"/>
                </a:moveTo>
                <a:lnTo>
                  <a:pt x="8467" y="92075"/>
                </a:lnTo>
                <a:lnTo>
                  <a:pt x="14817" y="96837"/>
                </a:lnTo>
                <a:lnTo>
                  <a:pt x="31750" y="96837"/>
                </a:lnTo>
                <a:lnTo>
                  <a:pt x="31750" y="92075"/>
                </a:lnTo>
                <a:close/>
              </a:path>
              <a:path w="48895" h="97154">
                <a:moveTo>
                  <a:pt x="8467" y="9525"/>
                </a:moveTo>
                <a:lnTo>
                  <a:pt x="0" y="9525"/>
                </a:lnTo>
                <a:lnTo>
                  <a:pt x="0" y="92075"/>
                </a:lnTo>
                <a:lnTo>
                  <a:pt x="8467" y="92075"/>
                </a:lnTo>
                <a:lnTo>
                  <a:pt x="8467" y="9525"/>
                </a:lnTo>
                <a:close/>
              </a:path>
              <a:path w="48895" h="97154">
                <a:moveTo>
                  <a:pt x="40217" y="38100"/>
                </a:moveTo>
                <a:lnTo>
                  <a:pt x="31750" y="38100"/>
                </a:lnTo>
                <a:lnTo>
                  <a:pt x="31750" y="92075"/>
                </a:lnTo>
                <a:lnTo>
                  <a:pt x="40217" y="92075"/>
                </a:lnTo>
                <a:lnTo>
                  <a:pt x="40217" y="38100"/>
                </a:lnTo>
                <a:close/>
              </a:path>
              <a:path w="48895" h="97154">
                <a:moveTo>
                  <a:pt x="48682" y="4762"/>
                </a:moveTo>
                <a:lnTo>
                  <a:pt x="40217" y="4762"/>
                </a:lnTo>
                <a:lnTo>
                  <a:pt x="40217" y="20637"/>
                </a:lnTo>
                <a:lnTo>
                  <a:pt x="48682" y="20637"/>
                </a:lnTo>
                <a:lnTo>
                  <a:pt x="48682" y="4762"/>
                </a:lnTo>
                <a:close/>
              </a:path>
              <a:path w="48895" h="97154">
                <a:moveTo>
                  <a:pt x="14817" y="4762"/>
                </a:moveTo>
                <a:lnTo>
                  <a:pt x="8467" y="4762"/>
                </a:lnTo>
                <a:lnTo>
                  <a:pt x="8467" y="9525"/>
                </a:lnTo>
                <a:lnTo>
                  <a:pt x="14817" y="4762"/>
                </a:lnTo>
                <a:close/>
              </a:path>
              <a:path w="48895" h="97154">
                <a:moveTo>
                  <a:pt x="31750" y="0"/>
                </a:moveTo>
                <a:lnTo>
                  <a:pt x="14817" y="0"/>
                </a:lnTo>
                <a:lnTo>
                  <a:pt x="14817" y="4762"/>
                </a:lnTo>
                <a:lnTo>
                  <a:pt x="40217" y="4762"/>
                </a:lnTo>
                <a:lnTo>
                  <a:pt x="31750" y="0"/>
                </a:lnTo>
                <a:close/>
              </a:path>
            </a:pathLst>
          </a:custGeom>
          <a:solidFill>
            <a:srgbClr val="D6D6D6"/>
          </a:solidFill>
        </p:spPr>
        <p:txBody>
          <a:bodyPr wrap="square" lIns="0" tIns="0" rIns="0" bIns="0" rtlCol="0"/>
          <a:lstStyle/>
          <a:p>
            <a:endParaRPr/>
          </a:p>
        </p:txBody>
      </p:sp>
      <p:sp>
        <p:nvSpPr>
          <p:cNvPr id="65" name="object 65"/>
          <p:cNvSpPr/>
          <p:nvPr/>
        </p:nvSpPr>
        <p:spPr>
          <a:xfrm>
            <a:off x="4283921" y="5440047"/>
            <a:ext cx="48895" cy="97155"/>
          </a:xfrm>
          <a:custGeom>
            <a:avLst/>
            <a:gdLst/>
            <a:ahLst/>
            <a:cxnLst/>
            <a:rect l="l" t="t" r="r" b="b"/>
            <a:pathLst>
              <a:path w="48895" h="97154">
                <a:moveTo>
                  <a:pt x="48683" y="20637"/>
                </a:moveTo>
                <a:lnTo>
                  <a:pt x="40216" y="20637"/>
                </a:lnTo>
                <a:lnTo>
                  <a:pt x="40216" y="15874"/>
                </a:lnTo>
                <a:lnTo>
                  <a:pt x="40216" y="4762"/>
                </a:lnTo>
                <a:lnTo>
                  <a:pt x="23283" y="4762"/>
                </a:lnTo>
                <a:lnTo>
                  <a:pt x="14816" y="4762"/>
                </a:lnTo>
                <a:lnTo>
                  <a:pt x="8466" y="15874"/>
                </a:lnTo>
                <a:lnTo>
                  <a:pt x="8466" y="85725"/>
                </a:lnTo>
                <a:lnTo>
                  <a:pt x="8466" y="92075"/>
                </a:lnTo>
                <a:lnTo>
                  <a:pt x="23283" y="92075"/>
                </a:lnTo>
                <a:lnTo>
                  <a:pt x="31749" y="92075"/>
                </a:lnTo>
                <a:lnTo>
                  <a:pt x="31749" y="85725"/>
                </a:lnTo>
                <a:lnTo>
                  <a:pt x="31749" y="38100"/>
                </a:lnTo>
                <a:lnTo>
                  <a:pt x="40216" y="38100"/>
                </a:lnTo>
                <a:lnTo>
                  <a:pt x="40216" y="85725"/>
                </a:lnTo>
                <a:lnTo>
                  <a:pt x="31749" y="92075"/>
                </a:lnTo>
                <a:lnTo>
                  <a:pt x="23283" y="96837"/>
                </a:lnTo>
                <a:lnTo>
                  <a:pt x="8466" y="92075"/>
                </a:lnTo>
                <a:lnTo>
                  <a:pt x="0" y="85725"/>
                </a:lnTo>
                <a:lnTo>
                  <a:pt x="0" y="15874"/>
                </a:lnTo>
                <a:lnTo>
                  <a:pt x="8466" y="4762"/>
                </a:lnTo>
                <a:lnTo>
                  <a:pt x="23283" y="0"/>
                </a:lnTo>
                <a:lnTo>
                  <a:pt x="40216" y="4762"/>
                </a:lnTo>
                <a:lnTo>
                  <a:pt x="48683" y="15874"/>
                </a:lnTo>
                <a:lnTo>
                  <a:pt x="48683" y="20637"/>
                </a:lnTo>
              </a:path>
            </a:pathLst>
          </a:custGeom>
          <a:ln w="4156">
            <a:solidFill>
              <a:srgbClr val="D6D6D6"/>
            </a:solidFill>
          </a:ln>
        </p:spPr>
        <p:txBody>
          <a:bodyPr wrap="square" lIns="0" tIns="0" rIns="0" bIns="0" rtlCol="0"/>
          <a:lstStyle/>
          <a:p>
            <a:endParaRPr/>
          </a:p>
        </p:txBody>
      </p:sp>
      <p:sp>
        <p:nvSpPr>
          <p:cNvPr id="66" name="object 66"/>
          <p:cNvSpPr/>
          <p:nvPr/>
        </p:nvSpPr>
        <p:spPr>
          <a:xfrm>
            <a:off x="4283921" y="5444810"/>
            <a:ext cx="48895" cy="87630"/>
          </a:xfrm>
          <a:custGeom>
            <a:avLst/>
            <a:gdLst/>
            <a:ahLst/>
            <a:cxnLst/>
            <a:rect l="l" t="t" r="r" b="b"/>
            <a:pathLst>
              <a:path w="48895" h="87629">
                <a:moveTo>
                  <a:pt x="48683" y="15875"/>
                </a:moveTo>
                <a:lnTo>
                  <a:pt x="48683" y="11112"/>
                </a:lnTo>
                <a:lnTo>
                  <a:pt x="40216" y="0"/>
                </a:lnTo>
                <a:lnTo>
                  <a:pt x="23283" y="0"/>
                </a:lnTo>
                <a:lnTo>
                  <a:pt x="8466" y="0"/>
                </a:lnTo>
                <a:lnTo>
                  <a:pt x="0" y="11112"/>
                </a:lnTo>
                <a:lnTo>
                  <a:pt x="0" y="80962"/>
                </a:lnTo>
                <a:lnTo>
                  <a:pt x="8466" y="87313"/>
                </a:lnTo>
                <a:lnTo>
                  <a:pt x="14816" y="87313"/>
                </a:lnTo>
                <a:lnTo>
                  <a:pt x="31749" y="87313"/>
                </a:lnTo>
                <a:lnTo>
                  <a:pt x="31749" y="80962"/>
                </a:lnTo>
                <a:lnTo>
                  <a:pt x="31749" y="33337"/>
                </a:lnTo>
              </a:path>
            </a:pathLst>
          </a:custGeom>
          <a:ln w="4156">
            <a:solidFill>
              <a:srgbClr val="D6D6D6"/>
            </a:solidFill>
          </a:ln>
        </p:spPr>
        <p:txBody>
          <a:bodyPr wrap="square" lIns="0" tIns="0" rIns="0" bIns="0" rtlCol="0"/>
          <a:lstStyle/>
          <a:p>
            <a:endParaRPr/>
          </a:p>
        </p:txBody>
      </p:sp>
      <p:sp>
        <p:nvSpPr>
          <p:cNvPr id="67" name="object 67"/>
          <p:cNvSpPr/>
          <p:nvPr/>
        </p:nvSpPr>
        <p:spPr>
          <a:xfrm>
            <a:off x="4055322" y="5428933"/>
            <a:ext cx="853440" cy="735330"/>
          </a:xfrm>
          <a:custGeom>
            <a:avLst/>
            <a:gdLst/>
            <a:ahLst/>
            <a:cxnLst/>
            <a:rect l="l" t="t" r="r" b="b"/>
            <a:pathLst>
              <a:path w="853439" h="735329">
                <a:moveTo>
                  <a:pt x="114300" y="0"/>
                </a:moveTo>
                <a:lnTo>
                  <a:pt x="0" y="681038"/>
                </a:lnTo>
                <a:lnTo>
                  <a:pt x="747184" y="735013"/>
                </a:lnTo>
                <a:lnTo>
                  <a:pt x="853017" y="49212"/>
                </a:lnTo>
                <a:lnTo>
                  <a:pt x="114300" y="0"/>
                </a:lnTo>
                <a:close/>
              </a:path>
            </a:pathLst>
          </a:custGeom>
          <a:solidFill>
            <a:srgbClr val="A9A9A9"/>
          </a:solidFill>
        </p:spPr>
        <p:txBody>
          <a:bodyPr wrap="square" lIns="0" tIns="0" rIns="0" bIns="0" rtlCol="0"/>
          <a:lstStyle/>
          <a:p>
            <a:endParaRPr/>
          </a:p>
        </p:txBody>
      </p:sp>
      <p:sp>
        <p:nvSpPr>
          <p:cNvPr id="68" name="object 68"/>
          <p:cNvSpPr/>
          <p:nvPr/>
        </p:nvSpPr>
        <p:spPr>
          <a:xfrm>
            <a:off x="4055321" y="5428934"/>
            <a:ext cx="853440" cy="735330"/>
          </a:xfrm>
          <a:custGeom>
            <a:avLst/>
            <a:gdLst/>
            <a:ahLst/>
            <a:cxnLst/>
            <a:rect l="l" t="t" r="r" b="b"/>
            <a:pathLst>
              <a:path w="853439" h="735329">
                <a:moveTo>
                  <a:pt x="114300" y="0"/>
                </a:moveTo>
                <a:lnTo>
                  <a:pt x="853016" y="49212"/>
                </a:lnTo>
                <a:lnTo>
                  <a:pt x="747183" y="735012"/>
                </a:lnTo>
                <a:lnTo>
                  <a:pt x="0" y="681037"/>
                </a:lnTo>
                <a:lnTo>
                  <a:pt x="114300" y="0"/>
                </a:lnTo>
              </a:path>
            </a:pathLst>
          </a:custGeom>
          <a:ln w="4156">
            <a:solidFill>
              <a:srgbClr val="000000"/>
            </a:solidFill>
          </a:ln>
        </p:spPr>
        <p:txBody>
          <a:bodyPr wrap="square" lIns="0" tIns="0" rIns="0" bIns="0" rtlCol="0"/>
          <a:lstStyle/>
          <a:p>
            <a:endParaRPr/>
          </a:p>
        </p:txBody>
      </p:sp>
      <p:sp>
        <p:nvSpPr>
          <p:cNvPr id="69" name="object 69"/>
          <p:cNvSpPr/>
          <p:nvPr/>
        </p:nvSpPr>
        <p:spPr>
          <a:xfrm>
            <a:off x="4097655" y="5433697"/>
            <a:ext cx="802640" cy="714375"/>
          </a:xfrm>
          <a:custGeom>
            <a:avLst/>
            <a:gdLst/>
            <a:ahLst/>
            <a:cxnLst/>
            <a:rect l="l" t="t" r="r" b="b"/>
            <a:pathLst>
              <a:path w="802639" h="714375">
                <a:moveTo>
                  <a:pt x="55032" y="0"/>
                </a:moveTo>
                <a:lnTo>
                  <a:pt x="0" y="687386"/>
                </a:lnTo>
                <a:lnTo>
                  <a:pt x="747182" y="714374"/>
                </a:lnTo>
                <a:lnTo>
                  <a:pt x="802215" y="26987"/>
                </a:lnTo>
                <a:lnTo>
                  <a:pt x="55032" y="0"/>
                </a:lnTo>
                <a:close/>
              </a:path>
            </a:pathLst>
          </a:custGeom>
          <a:solidFill>
            <a:srgbClr val="D6D6D6"/>
          </a:solidFill>
        </p:spPr>
        <p:txBody>
          <a:bodyPr wrap="square" lIns="0" tIns="0" rIns="0" bIns="0" rtlCol="0"/>
          <a:lstStyle/>
          <a:p>
            <a:endParaRPr/>
          </a:p>
        </p:txBody>
      </p:sp>
      <p:sp>
        <p:nvSpPr>
          <p:cNvPr id="70" name="object 70"/>
          <p:cNvSpPr/>
          <p:nvPr/>
        </p:nvSpPr>
        <p:spPr>
          <a:xfrm>
            <a:off x="4097655" y="5433697"/>
            <a:ext cx="802640" cy="714375"/>
          </a:xfrm>
          <a:custGeom>
            <a:avLst/>
            <a:gdLst/>
            <a:ahLst/>
            <a:cxnLst/>
            <a:rect l="l" t="t" r="r" b="b"/>
            <a:pathLst>
              <a:path w="802639" h="714375">
                <a:moveTo>
                  <a:pt x="55033" y="0"/>
                </a:moveTo>
                <a:lnTo>
                  <a:pt x="802216" y="26987"/>
                </a:lnTo>
                <a:lnTo>
                  <a:pt x="747183" y="714374"/>
                </a:lnTo>
                <a:lnTo>
                  <a:pt x="0" y="687387"/>
                </a:lnTo>
                <a:lnTo>
                  <a:pt x="55033" y="0"/>
                </a:lnTo>
              </a:path>
            </a:pathLst>
          </a:custGeom>
          <a:ln w="4156">
            <a:solidFill>
              <a:srgbClr val="000000"/>
            </a:solidFill>
          </a:ln>
        </p:spPr>
        <p:txBody>
          <a:bodyPr wrap="square" lIns="0" tIns="0" rIns="0" bIns="0" rtlCol="0"/>
          <a:lstStyle/>
          <a:p>
            <a:endParaRPr/>
          </a:p>
        </p:txBody>
      </p:sp>
      <p:sp>
        <p:nvSpPr>
          <p:cNvPr id="71" name="object 71"/>
          <p:cNvSpPr/>
          <p:nvPr/>
        </p:nvSpPr>
        <p:spPr>
          <a:xfrm>
            <a:off x="4129405" y="5440047"/>
            <a:ext cx="755650" cy="685800"/>
          </a:xfrm>
          <a:custGeom>
            <a:avLst/>
            <a:gdLst/>
            <a:ahLst/>
            <a:cxnLst/>
            <a:rect l="l" t="t" r="r" b="b"/>
            <a:pathLst>
              <a:path w="755650" h="685800">
                <a:moveTo>
                  <a:pt x="0" y="0"/>
                </a:moveTo>
                <a:lnTo>
                  <a:pt x="755650" y="0"/>
                </a:lnTo>
                <a:lnTo>
                  <a:pt x="755650" y="685799"/>
                </a:lnTo>
                <a:lnTo>
                  <a:pt x="0" y="685799"/>
                </a:lnTo>
                <a:lnTo>
                  <a:pt x="0" y="0"/>
                </a:lnTo>
                <a:close/>
              </a:path>
            </a:pathLst>
          </a:custGeom>
          <a:solidFill>
            <a:srgbClr val="CBCBCB"/>
          </a:solidFill>
        </p:spPr>
        <p:txBody>
          <a:bodyPr wrap="square" lIns="0" tIns="0" rIns="0" bIns="0" rtlCol="0"/>
          <a:lstStyle/>
          <a:p>
            <a:endParaRPr/>
          </a:p>
        </p:txBody>
      </p:sp>
      <p:sp>
        <p:nvSpPr>
          <p:cNvPr id="72" name="object 72"/>
          <p:cNvSpPr/>
          <p:nvPr/>
        </p:nvSpPr>
        <p:spPr>
          <a:xfrm>
            <a:off x="4129405" y="5440047"/>
            <a:ext cx="755650" cy="685800"/>
          </a:xfrm>
          <a:custGeom>
            <a:avLst/>
            <a:gdLst/>
            <a:ahLst/>
            <a:cxnLst/>
            <a:rect l="l" t="t" r="r" b="b"/>
            <a:pathLst>
              <a:path w="755650" h="685800">
                <a:moveTo>
                  <a:pt x="0" y="0"/>
                </a:moveTo>
                <a:lnTo>
                  <a:pt x="755650" y="0"/>
                </a:lnTo>
                <a:lnTo>
                  <a:pt x="755650" y="685799"/>
                </a:lnTo>
                <a:lnTo>
                  <a:pt x="0" y="685799"/>
                </a:lnTo>
                <a:lnTo>
                  <a:pt x="0" y="0"/>
                </a:lnTo>
                <a:close/>
              </a:path>
            </a:pathLst>
          </a:custGeom>
          <a:ln w="4156">
            <a:solidFill>
              <a:srgbClr val="000000"/>
            </a:solidFill>
          </a:ln>
        </p:spPr>
        <p:txBody>
          <a:bodyPr wrap="square" lIns="0" tIns="0" rIns="0" bIns="0" rtlCol="0"/>
          <a:lstStyle/>
          <a:p>
            <a:endParaRPr/>
          </a:p>
        </p:txBody>
      </p:sp>
      <p:sp>
        <p:nvSpPr>
          <p:cNvPr id="73" name="object 73"/>
          <p:cNvSpPr/>
          <p:nvPr/>
        </p:nvSpPr>
        <p:spPr>
          <a:xfrm>
            <a:off x="4258522" y="5413058"/>
            <a:ext cx="48895" cy="97155"/>
          </a:xfrm>
          <a:custGeom>
            <a:avLst/>
            <a:gdLst/>
            <a:ahLst/>
            <a:cxnLst/>
            <a:rect l="l" t="t" r="r" b="b"/>
            <a:pathLst>
              <a:path w="48895" h="97154">
                <a:moveTo>
                  <a:pt x="33867" y="92076"/>
                </a:moveTo>
                <a:lnTo>
                  <a:pt x="8467" y="92076"/>
                </a:lnTo>
                <a:lnTo>
                  <a:pt x="8467" y="96838"/>
                </a:lnTo>
                <a:lnTo>
                  <a:pt x="33867" y="96838"/>
                </a:lnTo>
                <a:lnTo>
                  <a:pt x="33867" y="92076"/>
                </a:lnTo>
                <a:close/>
              </a:path>
              <a:path w="48895" h="97154">
                <a:moveTo>
                  <a:pt x="16934" y="4762"/>
                </a:moveTo>
                <a:lnTo>
                  <a:pt x="8467" y="4762"/>
                </a:lnTo>
                <a:lnTo>
                  <a:pt x="0" y="9525"/>
                </a:lnTo>
                <a:lnTo>
                  <a:pt x="0" y="92076"/>
                </a:lnTo>
                <a:lnTo>
                  <a:pt x="8467" y="92076"/>
                </a:lnTo>
                <a:lnTo>
                  <a:pt x="8467" y="9525"/>
                </a:lnTo>
                <a:lnTo>
                  <a:pt x="16934" y="4762"/>
                </a:lnTo>
                <a:close/>
              </a:path>
              <a:path w="48895" h="97154">
                <a:moveTo>
                  <a:pt x="40217" y="36513"/>
                </a:moveTo>
                <a:lnTo>
                  <a:pt x="33867" y="36513"/>
                </a:lnTo>
                <a:lnTo>
                  <a:pt x="33867" y="92076"/>
                </a:lnTo>
                <a:lnTo>
                  <a:pt x="40217" y="85726"/>
                </a:lnTo>
                <a:lnTo>
                  <a:pt x="40217" y="36513"/>
                </a:lnTo>
                <a:close/>
              </a:path>
              <a:path w="48895" h="97154">
                <a:moveTo>
                  <a:pt x="48684" y="9525"/>
                </a:moveTo>
                <a:lnTo>
                  <a:pt x="40217" y="9525"/>
                </a:lnTo>
                <a:lnTo>
                  <a:pt x="40217" y="20638"/>
                </a:lnTo>
                <a:lnTo>
                  <a:pt x="48684" y="20638"/>
                </a:lnTo>
                <a:lnTo>
                  <a:pt x="48684" y="9525"/>
                </a:lnTo>
                <a:close/>
              </a:path>
              <a:path w="48895" h="97154">
                <a:moveTo>
                  <a:pt x="40217" y="4762"/>
                </a:moveTo>
                <a:lnTo>
                  <a:pt x="33867" y="4762"/>
                </a:lnTo>
                <a:lnTo>
                  <a:pt x="33867" y="9525"/>
                </a:lnTo>
                <a:lnTo>
                  <a:pt x="40217" y="9525"/>
                </a:lnTo>
                <a:lnTo>
                  <a:pt x="40217" y="4762"/>
                </a:lnTo>
                <a:close/>
              </a:path>
              <a:path w="48895" h="97154">
                <a:moveTo>
                  <a:pt x="25400" y="0"/>
                </a:moveTo>
                <a:lnTo>
                  <a:pt x="16934" y="4762"/>
                </a:lnTo>
                <a:lnTo>
                  <a:pt x="25400" y="4762"/>
                </a:lnTo>
                <a:lnTo>
                  <a:pt x="25400" y="0"/>
                </a:lnTo>
                <a:close/>
              </a:path>
            </a:pathLst>
          </a:custGeom>
          <a:solidFill>
            <a:srgbClr val="EAEAEA"/>
          </a:solidFill>
        </p:spPr>
        <p:txBody>
          <a:bodyPr wrap="square" lIns="0" tIns="0" rIns="0" bIns="0" rtlCol="0"/>
          <a:lstStyle/>
          <a:p>
            <a:endParaRPr/>
          </a:p>
        </p:txBody>
      </p:sp>
      <p:sp>
        <p:nvSpPr>
          <p:cNvPr id="74" name="object 74"/>
          <p:cNvSpPr/>
          <p:nvPr/>
        </p:nvSpPr>
        <p:spPr>
          <a:xfrm>
            <a:off x="4258522" y="5413058"/>
            <a:ext cx="48895" cy="97155"/>
          </a:xfrm>
          <a:custGeom>
            <a:avLst/>
            <a:gdLst/>
            <a:ahLst/>
            <a:cxnLst/>
            <a:rect l="l" t="t" r="r" b="b"/>
            <a:pathLst>
              <a:path w="48895" h="97154">
                <a:moveTo>
                  <a:pt x="48683" y="20637"/>
                </a:moveTo>
                <a:lnTo>
                  <a:pt x="40216" y="20637"/>
                </a:lnTo>
                <a:lnTo>
                  <a:pt x="40216" y="15874"/>
                </a:lnTo>
                <a:lnTo>
                  <a:pt x="33866" y="9524"/>
                </a:lnTo>
                <a:lnTo>
                  <a:pt x="25399" y="4762"/>
                </a:lnTo>
                <a:lnTo>
                  <a:pt x="8466" y="9524"/>
                </a:lnTo>
                <a:lnTo>
                  <a:pt x="8466" y="15874"/>
                </a:lnTo>
                <a:lnTo>
                  <a:pt x="8466" y="85725"/>
                </a:lnTo>
                <a:lnTo>
                  <a:pt x="8466" y="92075"/>
                </a:lnTo>
                <a:lnTo>
                  <a:pt x="16933" y="92075"/>
                </a:lnTo>
                <a:lnTo>
                  <a:pt x="25399" y="92075"/>
                </a:lnTo>
                <a:lnTo>
                  <a:pt x="33866" y="85725"/>
                </a:lnTo>
                <a:lnTo>
                  <a:pt x="33866" y="36512"/>
                </a:lnTo>
                <a:lnTo>
                  <a:pt x="40216" y="36512"/>
                </a:lnTo>
                <a:lnTo>
                  <a:pt x="40216" y="85725"/>
                </a:lnTo>
                <a:lnTo>
                  <a:pt x="33866" y="92075"/>
                </a:lnTo>
                <a:lnTo>
                  <a:pt x="16933" y="96837"/>
                </a:lnTo>
                <a:lnTo>
                  <a:pt x="8466" y="92075"/>
                </a:lnTo>
                <a:lnTo>
                  <a:pt x="0" y="85725"/>
                </a:lnTo>
                <a:lnTo>
                  <a:pt x="0" y="15874"/>
                </a:lnTo>
                <a:lnTo>
                  <a:pt x="8466" y="4762"/>
                </a:lnTo>
                <a:lnTo>
                  <a:pt x="25399" y="0"/>
                </a:lnTo>
                <a:lnTo>
                  <a:pt x="40216" y="4762"/>
                </a:lnTo>
                <a:lnTo>
                  <a:pt x="48683" y="15874"/>
                </a:lnTo>
                <a:lnTo>
                  <a:pt x="48683" y="20637"/>
                </a:lnTo>
              </a:path>
            </a:pathLst>
          </a:custGeom>
          <a:ln w="4156">
            <a:solidFill>
              <a:srgbClr val="919191"/>
            </a:solidFill>
          </a:ln>
        </p:spPr>
        <p:txBody>
          <a:bodyPr wrap="square" lIns="0" tIns="0" rIns="0" bIns="0" rtlCol="0"/>
          <a:lstStyle/>
          <a:p>
            <a:endParaRPr/>
          </a:p>
        </p:txBody>
      </p:sp>
      <p:sp>
        <p:nvSpPr>
          <p:cNvPr id="75" name="object 75"/>
          <p:cNvSpPr/>
          <p:nvPr/>
        </p:nvSpPr>
        <p:spPr>
          <a:xfrm>
            <a:off x="4258522" y="5417822"/>
            <a:ext cx="40640" cy="92075"/>
          </a:xfrm>
          <a:custGeom>
            <a:avLst/>
            <a:gdLst/>
            <a:ahLst/>
            <a:cxnLst/>
            <a:rect l="l" t="t" r="r" b="b"/>
            <a:pathLst>
              <a:path w="40639" h="92075">
                <a:moveTo>
                  <a:pt x="40216" y="15874"/>
                </a:moveTo>
                <a:lnTo>
                  <a:pt x="40216" y="11112"/>
                </a:lnTo>
                <a:lnTo>
                  <a:pt x="40216" y="0"/>
                </a:lnTo>
                <a:lnTo>
                  <a:pt x="25400" y="0"/>
                </a:lnTo>
                <a:lnTo>
                  <a:pt x="8466" y="4762"/>
                </a:lnTo>
                <a:lnTo>
                  <a:pt x="0" y="11112"/>
                </a:lnTo>
                <a:lnTo>
                  <a:pt x="0" y="80962"/>
                </a:lnTo>
                <a:lnTo>
                  <a:pt x="8466" y="87312"/>
                </a:lnTo>
                <a:lnTo>
                  <a:pt x="16933" y="92074"/>
                </a:lnTo>
                <a:lnTo>
                  <a:pt x="33866" y="87312"/>
                </a:lnTo>
                <a:lnTo>
                  <a:pt x="33866" y="80962"/>
                </a:lnTo>
                <a:lnTo>
                  <a:pt x="33866" y="38099"/>
                </a:lnTo>
              </a:path>
            </a:pathLst>
          </a:custGeom>
          <a:ln w="4156">
            <a:solidFill>
              <a:srgbClr val="A9A9A9"/>
            </a:solidFill>
          </a:ln>
        </p:spPr>
        <p:txBody>
          <a:bodyPr wrap="square" lIns="0" tIns="0" rIns="0" bIns="0" rtlCol="0"/>
          <a:lstStyle/>
          <a:p>
            <a:endParaRPr/>
          </a:p>
        </p:txBody>
      </p:sp>
      <p:sp>
        <p:nvSpPr>
          <p:cNvPr id="76" name="object 76"/>
          <p:cNvSpPr/>
          <p:nvPr/>
        </p:nvSpPr>
        <p:spPr>
          <a:xfrm>
            <a:off x="4235239" y="5547997"/>
            <a:ext cx="535940" cy="1905"/>
          </a:xfrm>
          <a:custGeom>
            <a:avLst/>
            <a:gdLst/>
            <a:ahLst/>
            <a:cxnLst/>
            <a:rect l="l" t="t" r="r" b="b"/>
            <a:pathLst>
              <a:path w="535939" h="1904">
                <a:moveTo>
                  <a:pt x="0" y="0"/>
                </a:moveTo>
                <a:lnTo>
                  <a:pt x="535516" y="1588"/>
                </a:lnTo>
              </a:path>
            </a:pathLst>
          </a:custGeom>
          <a:ln w="4156">
            <a:solidFill>
              <a:srgbClr val="000000"/>
            </a:solidFill>
          </a:ln>
        </p:spPr>
        <p:txBody>
          <a:bodyPr wrap="square" lIns="0" tIns="0" rIns="0" bIns="0" rtlCol="0"/>
          <a:lstStyle/>
          <a:p>
            <a:endParaRPr/>
          </a:p>
        </p:txBody>
      </p:sp>
      <p:sp>
        <p:nvSpPr>
          <p:cNvPr id="77" name="object 77"/>
          <p:cNvSpPr/>
          <p:nvPr/>
        </p:nvSpPr>
        <p:spPr>
          <a:xfrm>
            <a:off x="4235239" y="5568633"/>
            <a:ext cx="544195" cy="1905"/>
          </a:xfrm>
          <a:custGeom>
            <a:avLst/>
            <a:gdLst/>
            <a:ahLst/>
            <a:cxnLst/>
            <a:rect l="l" t="t" r="r" b="b"/>
            <a:pathLst>
              <a:path w="544195" h="1904">
                <a:moveTo>
                  <a:pt x="0" y="0"/>
                </a:moveTo>
                <a:lnTo>
                  <a:pt x="543983" y="1588"/>
                </a:lnTo>
              </a:path>
            </a:pathLst>
          </a:custGeom>
          <a:ln w="4156">
            <a:solidFill>
              <a:srgbClr val="000000"/>
            </a:solidFill>
          </a:ln>
        </p:spPr>
        <p:txBody>
          <a:bodyPr wrap="square" lIns="0" tIns="0" rIns="0" bIns="0" rtlCol="0"/>
          <a:lstStyle/>
          <a:p>
            <a:endParaRPr/>
          </a:p>
        </p:txBody>
      </p:sp>
      <p:sp>
        <p:nvSpPr>
          <p:cNvPr id="78" name="object 78"/>
          <p:cNvSpPr/>
          <p:nvPr/>
        </p:nvSpPr>
        <p:spPr>
          <a:xfrm>
            <a:off x="4235239" y="5698808"/>
            <a:ext cx="544195" cy="1905"/>
          </a:xfrm>
          <a:custGeom>
            <a:avLst/>
            <a:gdLst/>
            <a:ahLst/>
            <a:cxnLst/>
            <a:rect l="l" t="t" r="r" b="b"/>
            <a:pathLst>
              <a:path w="544195" h="1904">
                <a:moveTo>
                  <a:pt x="0" y="0"/>
                </a:moveTo>
                <a:lnTo>
                  <a:pt x="543983" y="1587"/>
                </a:lnTo>
              </a:path>
            </a:pathLst>
          </a:custGeom>
          <a:ln w="4156">
            <a:solidFill>
              <a:srgbClr val="000000"/>
            </a:solidFill>
          </a:ln>
        </p:spPr>
        <p:txBody>
          <a:bodyPr wrap="square" lIns="0" tIns="0" rIns="0" bIns="0" rtlCol="0"/>
          <a:lstStyle/>
          <a:p>
            <a:endParaRPr/>
          </a:p>
        </p:txBody>
      </p:sp>
      <p:sp>
        <p:nvSpPr>
          <p:cNvPr id="79" name="object 79"/>
          <p:cNvSpPr/>
          <p:nvPr/>
        </p:nvSpPr>
        <p:spPr>
          <a:xfrm>
            <a:off x="4235239" y="5721033"/>
            <a:ext cx="389890" cy="1905"/>
          </a:xfrm>
          <a:custGeom>
            <a:avLst/>
            <a:gdLst/>
            <a:ahLst/>
            <a:cxnLst/>
            <a:rect l="l" t="t" r="r" b="b"/>
            <a:pathLst>
              <a:path w="389889" h="1904">
                <a:moveTo>
                  <a:pt x="0" y="0"/>
                </a:moveTo>
                <a:lnTo>
                  <a:pt x="389466" y="1587"/>
                </a:lnTo>
              </a:path>
            </a:pathLst>
          </a:custGeom>
          <a:ln w="4156">
            <a:solidFill>
              <a:srgbClr val="000000"/>
            </a:solidFill>
          </a:ln>
        </p:spPr>
        <p:txBody>
          <a:bodyPr wrap="square" lIns="0" tIns="0" rIns="0" bIns="0" rtlCol="0"/>
          <a:lstStyle/>
          <a:p>
            <a:endParaRPr/>
          </a:p>
        </p:txBody>
      </p:sp>
      <p:sp>
        <p:nvSpPr>
          <p:cNvPr id="80" name="object 80"/>
          <p:cNvSpPr/>
          <p:nvPr/>
        </p:nvSpPr>
        <p:spPr>
          <a:xfrm>
            <a:off x="4235239" y="5775008"/>
            <a:ext cx="561340" cy="1905"/>
          </a:xfrm>
          <a:custGeom>
            <a:avLst/>
            <a:gdLst/>
            <a:ahLst/>
            <a:cxnLst/>
            <a:rect l="l" t="t" r="r" b="b"/>
            <a:pathLst>
              <a:path w="561339" h="1904">
                <a:moveTo>
                  <a:pt x="0" y="0"/>
                </a:moveTo>
                <a:lnTo>
                  <a:pt x="560916" y="1587"/>
                </a:lnTo>
              </a:path>
            </a:pathLst>
          </a:custGeom>
          <a:ln w="4156">
            <a:solidFill>
              <a:srgbClr val="000000"/>
            </a:solidFill>
          </a:ln>
        </p:spPr>
        <p:txBody>
          <a:bodyPr wrap="square" lIns="0" tIns="0" rIns="0" bIns="0" rtlCol="0"/>
          <a:lstStyle/>
          <a:p>
            <a:endParaRPr/>
          </a:p>
        </p:txBody>
      </p:sp>
      <p:sp>
        <p:nvSpPr>
          <p:cNvPr id="81" name="object 81"/>
          <p:cNvSpPr/>
          <p:nvPr/>
        </p:nvSpPr>
        <p:spPr>
          <a:xfrm>
            <a:off x="4235239" y="5797233"/>
            <a:ext cx="535940" cy="1905"/>
          </a:xfrm>
          <a:custGeom>
            <a:avLst/>
            <a:gdLst/>
            <a:ahLst/>
            <a:cxnLst/>
            <a:rect l="l" t="t" r="r" b="b"/>
            <a:pathLst>
              <a:path w="535939" h="1904">
                <a:moveTo>
                  <a:pt x="0" y="0"/>
                </a:moveTo>
                <a:lnTo>
                  <a:pt x="535516" y="1587"/>
                </a:lnTo>
              </a:path>
            </a:pathLst>
          </a:custGeom>
          <a:ln w="4156">
            <a:solidFill>
              <a:srgbClr val="000000"/>
            </a:solidFill>
          </a:ln>
        </p:spPr>
        <p:txBody>
          <a:bodyPr wrap="square" lIns="0" tIns="0" rIns="0" bIns="0" rtlCol="0"/>
          <a:lstStyle/>
          <a:p>
            <a:endParaRPr/>
          </a:p>
        </p:txBody>
      </p:sp>
      <p:sp>
        <p:nvSpPr>
          <p:cNvPr id="82" name="object 82"/>
          <p:cNvSpPr/>
          <p:nvPr/>
        </p:nvSpPr>
        <p:spPr>
          <a:xfrm>
            <a:off x="4235239" y="5898833"/>
            <a:ext cx="561340" cy="1905"/>
          </a:xfrm>
          <a:custGeom>
            <a:avLst/>
            <a:gdLst/>
            <a:ahLst/>
            <a:cxnLst/>
            <a:rect l="l" t="t" r="r" b="b"/>
            <a:pathLst>
              <a:path w="561339" h="1904">
                <a:moveTo>
                  <a:pt x="0" y="0"/>
                </a:moveTo>
                <a:lnTo>
                  <a:pt x="560916" y="1587"/>
                </a:lnTo>
              </a:path>
            </a:pathLst>
          </a:custGeom>
          <a:ln w="4156">
            <a:solidFill>
              <a:srgbClr val="000000"/>
            </a:solidFill>
          </a:ln>
        </p:spPr>
        <p:txBody>
          <a:bodyPr wrap="square" lIns="0" tIns="0" rIns="0" bIns="0" rtlCol="0"/>
          <a:lstStyle/>
          <a:p>
            <a:endParaRPr/>
          </a:p>
        </p:txBody>
      </p:sp>
      <p:sp>
        <p:nvSpPr>
          <p:cNvPr id="83" name="object 83"/>
          <p:cNvSpPr/>
          <p:nvPr/>
        </p:nvSpPr>
        <p:spPr>
          <a:xfrm>
            <a:off x="4235239" y="5921058"/>
            <a:ext cx="535940" cy="1905"/>
          </a:xfrm>
          <a:custGeom>
            <a:avLst/>
            <a:gdLst/>
            <a:ahLst/>
            <a:cxnLst/>
            <a:rect l="l" t="t" r="r" b="b"/>
            <a:pathLst>
              <a:path w="535939" h="1904">
                <a:moveTo>
                  <a:pt x="0" y="0"/>
                </a:moveTo>
                <a:lnTo>
                  <a:pt x="535516" y="1587"/>
                </a:lnTo>
              </a:path>
            </a:pathLst>
          </a:custGeom>
          <a:ln w="4156">
            <a:solidFill>
              <a:srgbClr val="000000"/>
            </a:solidFill>
          </a:ln>
        </p:spPr>
        <p:txBody>
          <a:bodyPr wrap="square" lIns="0" tIns="0" rIns="0" bIns="0" rtlCol="0"/>
          <a:lstStyle/>
          <a:p>
            <a:endParaRPr/>
          </a:p>
        </p:txBody>
      </p:sp>
      <p:sp>
        <p:nvSpPr>
          <p:cNvPr id="84" name="object 84"/>
          <p:cNvSpPr/>
          <p:nvPr/>
        </p:nvSpPr>
        <p:spPr>
          <a:xfrm>
            <a:off x="4235239" y="5948047"/>
            <a:ext cx="544195" cy="1905"/>
          </a:xfrm>
          <a:custGeom>
            <a:avLst/>
            <a:gdLst/>
            <a:ahLst/>
            <a:cxnLst/>
            <a:rect l="l" t="t" r="r" b="b"/>
            <a:pathLst>
              <a:path w="544195" h="1904">
                <a:moveTo>
                  <a:pt x="0" y="0"/>
                </a:moveTo>
                <a:lnTo>
                  <a:pt x="543983" y="1587"/>
                </a:lnTo>
              </a:path>
            </a:pathLst>
          </a:custGeom>
          <a:ln w="4156">
            <a:solidFill>
              <a:srgbClr val="000000"/>
            </a:solidFill>
          </a:ln>
        </p:spPr>
        <p:txBody>
          <a:bodyPr wrap="square" lIns="0" tIns="0" rIns="0" bIns="0" rtlCol="0"/>
          <a:lstStyle/>
          <a:p>
            <a:endParaRPr/>
          </a:p>
        </p:txBody>
      </p:sp>
      <p:sp>
        <p:nvSpPr>
          <p:cNvPr id="85" name="object 85"/>
          <p:cNvSpPr/>
          <p:nvPr/>
        </p:nvSpPr>
        <p:spPr>
          <a:xfrm>
            <a:off x="4235239" y="5975033"/>
            <a:ext cx="544195" cy="1905"/>
          </a:xfrm>
          <a:custGeom>
            <a:avLst/>
            <a:gdLst/>
            <a:ahLst/>
            <a:cxnLst/>
            <a:rect l="l" t="t" r="r" b="b"/>
            <a:pathLst>
              <a:path w="544195" h="1904">
                <a:moveTo>
                  <a:pt x="0" y="0"/>
                </a:moveTo>
                <a:lnTo>
                  <a:pt x="543983" y="1587"/>
                </a:lnTo>
              </a:path>
            </a:pathLst>
          </a:custGeom>
          <a:ln w="4156">
            <a:solidFill>
              <a:srgbClr val="000000"/>
            </a:solidFill>
          </a:ln>
        </p:spPr>
        <p:txBody>
          <a:bodyPr wrap="square" lIns="0" tIns="0" rIns="0" bIns="0" rtlCol="0"/>
          <a:lstStyle/>
          <a:p>
            <a:endParaRPr/>
          </a:p>
        </p:txBody>
      </p:sp>
      <p:sp>
        <p:nvSpPr>
          <p:cNvPr id="86" name="object 86"/>
          <p:cNvSpPr/>
          <p:nvPr/>
        </p:nvSpPr>
        <p:spPr>
          <a:xfrm>
            <a:off x="4235239" y="5997259"/>
            <a:ext cx="552450" cy="1905"/>
          </a:xfrm>
          <a:custGeom>
            <a:avLst/>
            <a:gdLst/>
            <a:ahLst/>
            <a:cxnLst/>
            <a:rect l="l" t="t" r="r" b="b"/>
            <a:pathLst>
              <a:path w="552450" h="1904">
                <a:moveTo>
                  <a:pt x="0" y="0"/>
                </a:moveTo>
                <a:lnTo>
                  <a:pt x="552449" y="1587"/>
                </a:lnTo>
              </a:path>
            </a:pathLst>
          </a:custGeom>
          <a:ln w="4156">
            <a:solidFill>
              <a:srgbClr val="000000"/>
            </a:solidFill>
          </a:ln>
        </p:spPr>
        <p:txBody>
          <a:bodyPr wrap="square" lIns="0" tIns="0" rIns="0" bIns="0" rtlCol="0"/>
          <a:lstStyle/>
          <a:p>
            <a:endParaRPr/>
          </a:p>
        </p:txBody>
      </p:sp>
      <p:sp>
        <p:nvSpPr>
          <p:cNvPr id="87" name="object 87"/>
          <p:cNvSpPr/>
          <p:nvPr/>
        </p:nvSpPr>
        <p:spPr>
          <a:xfrm>
            <a:off x="4235239" y="6024246"/>
            <a:ext cx="163195" cy="1905"/>
          </a:xfrm>
          <a:custGeom>
            <a:avLst/>
            <a:gdLst/>
            <a:ahLst/>
            <a:cxnLst/>
            <a:rect l="l" t="t" r="r" b="b"/>
            <a:pathLst>
              <a:path w="163195" h="1904">
                <a:moveTo>
                  <a:pt x="0" y="0"/>
                </a:moveTo>
                <a:lnTo>
                  <a:pt x="162983" y="1587"/>
                </a:lnTo>
              </a:path>
            </a:pathLst>
          </a:custGeom>
          <a:ln w="4156">
            <a:solidFill>
              <a:srgbClr val="000000"/>
            </a:solidFill>
          </a:ln>
        </p:spPr>
        <p:txBody>
          <a:bodyPr wrap="square" lIns="0" tIns="0" rIns="0" bIns="0" rtlCol="0"/>
          <a:lstStyle/>
          <a:p>
            <a:endParaRPr/>
          </a:p>
        </p:txBody>
      </p:sp>
      <p:sp>
        <p:nvSpPr>
          <p:cNvPr id="88" name="object 88"/>
          <p:cNvSpPr/>
          <p:nvPr/>
        </p:nvSpPr>
        <p:spPr>
          <a:xfrm>
            <a:off x="939588" y="5336138"/>
            <a:ext cx="2057400" cy="690245"/>
          </a:xfrm>
          <a:custGeom>
            <a:avLst/>
            <a:gdLst/>
            <a:ahLst/>
            <a:cxnLst/>
            <a:rect l="l" t="t" r="r" b="b"/>
            <a:pathLst>
              <a:path w="2057400" h="690245">
                <a:moveTo>
                  <a:pt x="1942413" y="0"/>
                </a:moveTo>
                <a:lnTo>
                  <a:pt x="114986" y="0"/>
                </a:lnTo>
                <a:lnTo>
                  <a:pt x="70228" y="9036"/>
                </a:lnTo>
                <a:lnTo>
                  <a:pt x="33678" y="33678"/>
                </a:lnTo>
                <a:lnTo>
                  <a:pt x="9036" y="70228"/>
                </a:lnTo>
                <a:lnTo>
                  <a:pt x="0" y="114987"/>
                </a:lnTo>
                <a:lnTo>
                  <a:pt x="0" y="574918"/>
                </a:lnTo>
                <a:lnTo>
                  <a:pt x="9036" y="619676"/>
                </a:lnTo>
                <a:lnTo>
                  <a:pt x="33678" y="656226"/>
                </a:lnTo>
                <a:lnTo>
                  <a:pt x="70228" y="680869"/>
                </a:lnTo>
                <a:lnTo>
                  <a:pt x="114986" y="689905"/>
                </a:lnTo>
                <a:lnTo>
                  <a:pt x="1942413" y="689905"/>
                </a:lnTo>
                <a:lnTo>
                  <a:pt x="1987170" y="680869"/>
                </a:lnTo>
                <a:lnTo>
                  <a:pt x="2023720" y="656226"/>
                </a:lnTo>
                <a:lnTo>
                  <a:pt x="2048363" y="619676"/>
                </a:lnTo>
                <a:lnTo>
                  <a:pt x="2057400" y="574918"/>
                </a:lnTo>
                <a:lnTo>
                  <a:pt x="2057400" y="114987"/>
                </a:lnTo>
                <a:lnTo>
                  <a:pt x="2048363" y="70228"/>
                </a:lnTo>
                <a:lnTo>
                  <a:pt x="2023720" y="33678"/>
                </a:lnTo>
                <a:lnTo>
                  <a:pt x="1987170" y="9036"/>
                </a:lnTo>
                <a:lnTo>
                  <a:pt x="1942413" y="0"/>
                </a:lnTo>
                <a:close/>
              </a:path>
            </a:pathLst>
          </a:custGeom>
          <a:solidFill>
            <a:srgbClr val="FFFDA9"/>
          </a:solidFill>
        </p:spPr>
        <p:txBody>
          <a:bodyPr wrap="square" lIns="0" tIns="0" rIns="0" bIns="0" rtlCol="0"/>
          <a:lstStyle/>
          <a:p>
            <a:endParaRPr/>
          </a:p>
        </p:txBody>
      </p:sp>
      <p:sp>
        <p:nvSpPr>
          <p:cNvPr id="89" name="object 89"/>
          <p:cNvSpPr/>
          <p:nvPr/>
        </p:nvSpPr>
        <p:spPr>
          <a:xfrm>
            <a:off x="939588" y="5336138"/>
            <a:ext cx="2057400" cy="690245"/>
          </a:xfrm>
          <a:custGeom>
            <a:avLst/>
            <a:gdLst/>
            <a:ahLst/>
            <a:cxnLst/>
            <a:rect l="l" t="t" r="r" b="b"/>
            <a:pathLst>
              <a:path w="2057400" h="690245">
                <a:moveTo>
                  <a:pt x="0" y="114986"/>
                </a:moveTo>
                <a:lnTo>
                  <a:pt x="9036" y="70228"/>
                </a:lnTo>
                <a:lnTo>
                  <a:pt x="33678" y="33678"/>
                </a:lnTo>
                <a:lnTo>
                  <a:pt x="70228" y="9036"/>
                </a:lnTo>
                <a:lnTo>
                  <a:pt x="114986" y="0"/>
                </a:lnTo>
                <a:lnTo>
                  <a:pt x="1942412" y="0"/>
                </a:lnTo>
                <a:lnTo>
                  <a:pt x="1987170" y="9036"/>
                </a:lnTo>
                <a:lnTo>
                  <a:pt x="2023720" y="33678"/>
                </a:lnTo>
                <a:lnTo>
                  <a:pt x="2048363" y="70228"/>
                </a:lnTo>
                <a:lnTo>
                  <a:pt x="2057399" y="114986"/>
                </a:lnTo>
                <a:lnTo>
                  <a:pt x="2057399" y="574918"/>
                </a:lnTo>
                <a:lnTo>
                  <a:pt x="2048363" y="619676"/>
                </a:lnTo>
                <a:lnTo>
                  <a:pt x="2023720" y="656226"/>
                </a:lnTo>
                <a:lnTo>
                  <a:pt x="1987170" y="680869"/>
                </a:lnTo>
                <a:lnTo>
                  <a:pt x="1942412" y="689905"/>
                </a:lnTo>
                <a:lnTo>
                  <a:pt x="114986" y="689905"/>
                </a:lnTo>
                <a:lnTo>
                  <a:pt x="70228" y="680869"/>
                </a:lnTo>
                <a:lnTo>
                  <a:pt x="33678" y="656226"/>
                </a:lnTo>
                <a:lnTo>
                  <a:pt x="9036" y="619676"/>
                </a:lnTo>
                <a:lnTo>
                  <a:pt x="0" y="574918"/>
                </a:lnTo>
                <a:lnTo>
                  <a:pt x="0" y="114986"/>
                </a:lnTo>
                <a:close/>
              </a:path>
            </a:pathLst>
          </a:custGeom>
          <a:ln w="12699">
            <a:solidFill>
              <a:srgbClr val="FFAA79"/>
            </a:solidFill>
          </a:ln>
        </p:spPr>
        <p:txBody>
          <a:bodyPr wrap="square" lIns="0" tIns="0" rIns="0" bIns="0" rtlCol="0"/>
          <a:lstStyle/>
          <a:p>
            <a:endParaRPr/>
          </a:p>
        </p:txBody>
      </p:sp>
      <p:sp>
        <p:nvSpPr>
          <p:cNvPr id="90" name="object 90"/>
          <p:cNvSpPr txBox="1"/>
          <p:nvPr/>
        </p:nvSpPr>
        <p:spPr>
          <a:xfrm>
            <a:off x="4220460" y="5336444"/>
            <a:ext cx="419100" cy="330200"/>
          </a:xfrm>
          <a:prstGeom prst="rect">
            <a:avLst/>
          </a:prstGeom>
        </p:spPr>
        <p:txBody>
          <a:bodyPr vert="horz" wrap="square" lIns="0" tIns="12700" rIns="0" bIns="0" rtlCol="0">
            <a:spAutoFit/>
          </a:bodyPr>
          <a:lstStyle/>
          <a:p>
            <a:pPr marL="12700">
              <a:lnSpc>
                <a:spcPct val="100000"/>
              </a:lnSpc>
              <a:spcBef>
                <a:spcPts val="100"/>
              </a:spcBef>
              <a:tabLst>
                <a:tab pos="405765" algn="l"/>
              </a:tabLst>
            </a:pPr>
            <a:r>
              <a:rPr sz="2000" u="dbl" dirty="0">
                <a:uFill>
                  <a:solidFill>
                    <a:srgbClr val="000000"/>
                  </a:solidFill>
                </a:uFill>
                <a:latin typeface="Times New Roman" panose="02020603050405020304"/>
                <a:cs typeface="Times New Roman" panose="02020603050405020304"/>
              </a:rPr>
              <a:t> 	</a:t>
            </a:r>
            <a:endParaRPr sz="2000">
              <a:latin typeface="Times New Roman" panose="02020603050405020304"/>
              <a:cs typeface="Times New Roman" panose="02020603050405020304"/>
            </a:endParaRPr>
          </a:p>
        </p:txBody>
      </p:sp>
      <p:sp>
        <p:nvSpPr>
          <p:cNvPr id="91" name="object 91"/>
          <p:cNvSpPr txBox="1"/>
          <p:nvPr/>
        </p:nvSpPr>
        <p:spPr>
          <a:xfrm>
            <a:off x="1138118" y="5336444"/>
            <a:ext cx="1894839" cy="534670"/>
          </a:xfrm>
          <a:prstGeom prst="rect">
            <a:avLst/>
          </a:prstGeom>
        </p:spPr>
        <p:txBody>
          <a:bodyPr vert="horz" wrap="square" lIns="0" tIns="12700" rIns="0" bIns="0" rtlCol="0">
            <a:spAutoFit/>
          </a:bodyPr>
          <a:lstStyle/>
          <a:p>
            <a:pPr marL="70485">
              <a:lnSpc>
                <a:spcPts val="2125"/>
              </a:lnSpc>
              <a:spcBef>
                <a:spcPts val="100"/>
              </a:spcBef>
            </a:pPr>
            <a:r>
              <a:rPr sz="2000" dirty="0">
                <a:latin typeface="华文新魏" panose="02010800040101010101" charset="-122"/>
                <a:cs typeface="华文新魏" panose="02010800040101010101" charset="-122"/>
              </a:rPr>
              <a:t>用例详细规约</a:t>
            </a:r>
            <a:endParaRPr sz="2000">
              <a:latin typeface="华文新魏" panose="02010800040101010101" charset="-122"/>
              <a:cs typeface="华文新魏" panose="02010800040101010101" charset="-122"/>
            </a:endParaRPr>
          </a:p>
          <a:p>
            <a:pPr marL="12700">
              <a:lnSpc>
                <a:spcPts val="1885"/>
              </a:lnSpc>
            </a:pPr>
            <a:r>
              <a:rPr sz="1800" dirty="0">
                <a:latin typeface="华文新魏" panose="02010800040101010101" charset="-122"/>
                <a:cs typeface="华文新魏" panose="02010800040101010101" charset="-122"/>
              </a:rPr>
              <a:t>（</a:t>
            </a:r>
            <a:r>
              <a:rPr sz="1800" dirty="0">
                <a:latin typeface="Calibri" panose="020F0502020204030204"/>
                <a:cs typeface="Calibri" panose="020F0502020204030204"/>
              </a:rPr>
              <a:t>Fully</a:t>
            </a:r>
            <a:r>
              <a:rPr sz="1800" spc="-65" dirty="0">
                <a:latin typeface="Calibri" panose="020F0502020204030204"/>
                <a:cs typeface="Calibri" panose="020F0502020204030204"/>
              </a:rPr>
              <a:t> </a:t>
            </a:r>
            <a:r>
              <a:rPr sz="1800" spc="-5" dirty="0">
                <a:latin typeface="Calibri" panose="020F0502020204030204"/>
                <a:cs typeface="Calibri" panose="020F0502020204030204"/>
              </a:rPr>
              <a:t>Described</a:t>
            </a:r>
            <a:r>
              <a:rPr sz="1800" spc="-5" dirty="0">
                <a:latin typeface="华文新魏" panose="02010800040101010101" charset="-122"/>
                <a:cs typeface="华文新魏" panose="02010800040101010101" charset="-122"/>
              </a:rPr>
              <a:t>）</a:t>
            </a:r>
            <a:endParaRPr sz="1800">
              <a:latin typeface="华文新魏" panose="02010800040101010101" charset="-122"/>
              <a:cs typeface="华文新魏" panose="02010800040101010101" charset="-122"/>
            </a:endParaRPr>
          </a:p>
        </p:txBody>
      </p:sp>
      <p:sp>
        <p:nvSpPr>
          <p:cNvPr id="92" name="object 92"/>
          <p:cNvSpPr/>
          <p:nvPr/>
        </p:nvSpPr>
        <p:spPr>
          <a:xfrm>
            <a:off x="4537920" y="4966970"/>
            <a:ext cx="0" cy="368935"/>
          </a:xfrm>
          <a:custGeom>
            <a:avLst/>
            <a:gdLst/>
            <a:ahLst/>
            <a:cxnLst/>
            <a:rect l="l" t="t" r="r" b="b"/>
            <a:pathLst>
              <a:path h="368935">
                <a:moveTo>
                  <a:pt x="0" y="0"/>
                </a:moveTo>
                <a:lnTo>
                  <a:pt x="0" y="368495"/>
                </a:lnTo>
              </a:path>
            </a:pathLst>
          </a:custGeom>
          <a:ln w="19049">
            <a:solidFill>
              <a:srgbClr val="E4E4E4"/>
            </a:solidFill>
          </a:ln>
        </p:spPr>
        <p:txBody>
          <a:bodyPr wrap="square" lIns="0" tIns="0" rIns="0" bIns="0" rtlCol="0"/>
          <a:lstStyle/>
          <a:p>
            <a:endParaRPr/>
          </a:p>
        </p:txBody>
      </p:sp>
      <p:sp>
        <p:nvSpPr>
          <p:cNvPr id="93" name="object 93"/>
          <p:cNvSpPr txBox="1"/>
          <p:nvPr/>
        </p:nvSpPr>
        <p:spPr>
          <a:xfrm>
            <a:off x="4220460" y="5571394"/>
            <a:ext cx="574040" cy="299720"/>
          </a:xfrm>
          <a:prstGeom prst="rect">
            <a:avLst/>
          </a:prstGeom>
        </p:spPr>
        <p:txBody>
          <a:bodyPr vert="horz" wrap="square" lIns="0" tIns="12700" rIns="0" bIns="0" rtlCol="0">
            <a:spAutoFit/>
          </a:bodyPr>
          <a:lstStyle/>
          <a:p>
            <a:pPr marL="12700">
              <a:lnSpc>
                <a:spcPct val="100000"/>
              </a:lnSpc>
              <a:spcBef>
                <a:spcPts val="100"/>
              </a:spcBef>
              <a:tabLst>
                <a:tab pos="560705" algn="l"/>
              </a:tabLst>
            </a:pPr>
            <a:r>
              <a:rPr sz="1800" u="dbl" dirty="0">
                <a:uFill>
                  <a:solidFill>
                    <a:srgbClr val="000000"/>
                  </a:solidFill>
                </a:uFill>
                <a:latin typeface="Times New Roman" panose="02020603050405020304"/>
                <a:cs typeface="Times New Roman" panose="02020603050405020304"/>
              </a:rPr>
              <a:t> 	</a:t>
            </a:r>
            <a:endParaRPr sz="1800">
              <a:latin typeface="Times New Roman" panose="02020603050405020304"/>
              <a:cs typeface="Times New Roman" panose="02020603050405020304"/>
            </a:endParaRPr>
          </a:p>
        </p:txBody>
      </p:sp>
      <p:sp>
        <p:nvSpPr>
          <p:cNvPr id="94" name="object 94"/>
          <p:cNvSpPr/>
          <p:nvPr/>
        </p:nvSpPr>
        <p:spPr>
          <a:xfrm>
            <a:off x="4478967" y="5244760"/>
            <a:ext cx="117908" cy="115909"/>
          </a:xfrm>
          <a:prstGeom prst="rect">
            <a:avLst/>
          </a:prstGeom>
          <a:blipFill>
            <a:blip r:embed="rId7" cstate="print"/>
            <a:stretch>
              <a:fillRect/>
            </a:stretch>
          </a:blipFill>
        </p:spPr>
        <p:txBody>
          <a:bodyPr wrap="square" lIns="0" tIns="0" rIns="0" bIns="0" rtlCol="0"/>
          <a:lstStyle/>
          <a:p>
            <a:endParaRPr/>
          </a:p>
        </p:txBody>
      </p:sp>
      <p:sp>
        <p:nvSpPr>
          <p:cNvPr id="96" name="标题 95"/>
          <p:cNvSpPr>
            <a:spLocks noGrp="1"/>
          </p:cNvSpPr>
          <p:nvPr>
            <p:ph type="title"/>
          </p:nvPr>
        </p:nvSpPr>
        <p:spPr/>
        <p:txBody>
          <a:bodyPr/>
          <a:lstStyle/>
          <a:p>
            <a:r>
              <a:rPr lang="zh-CN" altLang="en-US" spc="-5" dirty="0"/>
              <a:t>用例的全生命周期</a:t>
            </a:r>
            <a:endParaRPr lang="zh-CN" altLang="en-US" dirty="0"/>
          </a:p>
        </p:txBody>
      </p:sp>
      <p:sp>
        <p:nvSpPr>
          <p:cNvPr id="97" name="灯片编号占位符 96"/>
          <p:cNvSpPr>
            <a:spLocks noGrp="1"/>
          </p:cNvSpPr>
          <p:nvPr>
            <p:ph type="sldNum" sz="quarter" idx="12"/>
          </p:nvPr>
        </p:nvSpPr>
        <p:spPr/>
        <p:txBody>
          <a:bodyPr/>
          <a:lstStyle/>
          <a:p>
            <a:fld id="{74D2AB8B-5816-41F2-8B4B-CA5C3E4E6A65}" type="slidenum">
              <a:rPr lang="zh-CN" altLang="en-US" smtClean="0"/>
              <a:t>44</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8991"/>
    </mc:Choice>
    <mc:Fallback xmlns="">
      <p:transition spd="slow" advTm="7899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6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6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6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6"/>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7"/>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8"/>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0"/>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1"/>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7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3"/>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74"/>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5"/>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6"/>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7"/>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9"/>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0"/>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2"/>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83"/>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84"/>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85"/>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86"/>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87"/>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88"/>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89"/>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90"/>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91"/>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92"/>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93"/>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p:bldP spid="8" grpId="0" animBg="1"/>
      <p:bldP spid="9" grpId="0" animBg="1"/>
      <p:bldP spid="10"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p:bldP spid="27" grpId="0" animBg="1"/>
      <p:bldP spid="28" grpId="0" animBg="1"/>
      <p:bldP spid="29" grpId="0"/>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p:bldP spid="91" grpId="0"/>
      <p:bldP spid="92" grpId="0" animBg="1"/>
      <p:bldP spid="93" grpId="0"/>
      <p:bldP spid="9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93139" y="1929857"/>
            <a:ext cx="203200" cy="203200"/>
          </a:xfrm>
          <a:prstGeom prst="rect">
            <a:avLst/>
          </a:prstGeom>
          <a:blipFill>
            <a:blip r:embed="rId3" cstate="print"/>
            <a:stretch>
              <a:fillRect/>
            </a:stretch>
          </a:blipFill>
        </p:spPr>
        <p:txBody>
          <a:bodyPr wrap="square" lIns="0" tIns="0" rIns="0" bIns="0" rtlCol="0"/>
          <a:lstStyle/>
          <a:p>
            <a:endParaRPr sz="2400">
              <a:latin typeface="微软雅黑" panose="020B0503020204020204" pitchFamily="34" charset="-122"/>
              <a:ea typeface="微软雅黑" panose="020B0503020204020204" pitchFamily="34" charset="-122"/>
            </a:endParaRPr>
          </a:p>
        </p:txBody>
      </p:sp>
      <p:sp>
        <p:nvSpPr>
          <p:cNvPr id="4" name="object 4"/>
          <p:cNvSpPr/>
          <p:nvPr/>
        </p:nvSpPr>
        <p:spPr>
          <a:xfrm>
            <a:off x="993139" y="3276057"/>
            <a:ext cx="203200" cy="203200"/>
          </a:xfrm>
          <a:prstGeom prst="rect">
            <a:avLst/>
          </a:prstGeom>
          <a:blipFill>
            <a:blip r:embed="rId3" cstate="print"/>
            <a:stretch>
              <a:fillRect/>
            </a:stretch>
          </a:blipFill>
        </p:spPr>
        <p:txBody>
          <a:bodyPr wrap="square" lIns="0" tIns="0" rIns="0" bIns="0" rtlCol="0"/>
          <a:lstStyle/>
          <a:p>
            <a:endParaRPr sz="2400">
              <a:latin typeface="微软雅黑" panose="020B0503020204020204" pitchFamily="34" charset="-122"/>
              <a:ea typeface="微软雅黑" panose="020B0503020204020204" pitchFamily="34" charset="-122"/>
            </a:endParaRPr>
          </a:p>
        </p:txBody>
      </p:sp>
      <p:sp>
        <p:nvSpPr>
          <p:cNvPr id="5" name="object 5"/>
          <p:cNvSpPr txBox="1"/>
          <p:nvPr/>
        </p:nvSpPr>
        <p:spPr>
          <a:xfrm>
            <a:off x="1209039" y="1815557"/>
            <a:ext cx="10388600" cy="35153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华文新魏" panose="02010800040101010101" charset="-122"/>
              </a:rPr>
              <a:t>用例简述:</a:t>
            </a:r>
          </a:p>
          <a:p>
            <a:pPr marL="12700" marR="4502150" indent="74295">
              <a:lnSpc>
                <a:spcPct val="184000"/>
              </a:lnSpc>
            </a:pPr>
            <a:r>
              <a:rPr sz="2400" dirty="0">
                <a:latin typeface="微软雅黑" panose="020B0503020204020204" pitchFamily="34" charset="-122"/>
                <a:ea typeface="微软雅黑" panose="020B0503020204020204" pitchFamily="34" charset="-122"/>
                <a:cs typeface="华文新魏" panose="02010800040101010101" charset="-122"/>
              </a:rPr>
              <a:t>一段简洁的摘要，主要描述用例的成功场景 处理购物交易:</a:t>
            </a:r>
          </a:p>
          <a:p>
            <a:pPr marL="12700" marR="5080" indent="291465">
              <a:lnSpc>
                <a:spcPct val="151000"/>
              </a:lnSpc>
              <a:spcBef>
                <a:spcPts val="950"/>
              </a:spcBef>
            </a:pPr>
            <a:r>
              <a:rPr sz="2400" dirty="0">
                <a:latin typeface="微软雅黑" panose="020B0503020204020204" pitchFamily="34" charset="-122"/>
                <a:ea typeface="微软雅黑" panose="020B0503020204020204" pitchFamily="34" charset="-122"/>
                <a:cs typeface="华文新魏" panose="02010800040101010101" charset="-122"/>
              </a:rPr>
              <a:t>客户带着要购买的货物到收款处，收银员使用POS机扫描记录每一种预购 买的货物。系统计算总价并打印清单。客户付款，系统验证并保存销售记录。 系统更新库存，客户得到收条并带着货物离开。</a:t>
            </a:r>
          </a:p>
        </p:txBody>
      </p:sp>
      <p:sp>
        <p:nvSpPr>
          <p:cNvPr id="7" name="标题 6"/>
          <p:cNvSpPr>
            <a:spLocks noGrp="1"/>
          </p:cNvSpPr>
          <p:nvPr>
            <p:ph type="title"/>
          </p:nvPr>
        </p:nvSpPr>
        <p:spPr/>
        <p:txBody>
          <a:bodyPr/>
          <a:lstStyle/>
          <a:p>
            <a:r>
              <a:rPr lang="zh-CN" altLang="en-US" spc="-5" dirty="0"/>
              <a:t>用例简述的例子</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45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421"/>
    </mc:Choice>
    <mc:Fallback xmlns="">
      <p:transition spd="slow" advTm="39421"/>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09650" y="1690688"/>
            <a:ext cx="10172700" cy="4305300"/>
          </a:xfrm>
          <a:prstGeom prst="rect">
            <a:avLst/>
          </a:prstGeom>
        </p:spPr>
        <p:txBody>
          <a:bodyPr vert="horz" wrap="square" lIns="0" tIns="66040" rIns="0" bIns="0" rtlCol="0">
            <a:spAutoFit/>
          </a:bodyPr>
          <a:lstStyle/>
          <a:p>
            <a:pPr marL="241300" indent="-228600">
              <a:lnSpc>
                <a:spcPct val="100000"/>
              </a:lnSpc>
              <a:spcBef>
                <a:spcPts val="520"/>
              </a:spcBef>
              <a:buFont typeface="Arial" panose="020B0604020202020204"/>
              <a:buChar char="•"/>
              <a:tabLst>
                <a:tab pos="241300" algn="l"/>
              </a:tabLst>
            </a:pPr>
            <a:r>
              <a:rPr sz="24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用例概述：</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4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非正式、随意的格式</a:t>
            </a:r>
          </a:p>
          <a:p>
            <a:pPr marL="698500" lvl="1" indent="-228600">
              <a:lnSpc>
                <a:spcPct val="100000"/>
              </a:lnSpc>
              <a:spcBef>
                <a:spcPts val="5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非正式段落，覆盖各种场景</a:t>
            </a:r>
          </a:p>
          <a:p>
            <a:pPr marL="12700">
              <a:lnSpc>
                <a:spcPct val="100000"/>
              </a:lnSpc>
              <a:spcBef>
                <a:spcPts val="1020"/>
              </a:spcBef>
            </a:pPr>
            <a:r>
              <a:rPr sz="2400" u="heavy" dirty="0">
                <a:solidFill>
                  <a:srgbClr val="FF3300"/>
                </a:solidFill>
                <a:uFill>
                  <a:solidFill>
                    <a:srgbClr val="FF4C00"/>
                  </a:solidFill>
                </a:uFill>
                <a:latin typeface="微软雅黑" panose="020B0503020204020204" pitchFamily="34" charset="-122"/>
                <a:ea typeface="微软雅黑" panose="020B0503020204020204" pitchFamily="34" charset="-122"/>
                <a:cs typeface="华文新魏" panose="02010800040101010101" charset="-122"/>
              </a:rPr>
              <a:t>退货处理</a:t>
            </a:r>
            <a:endParaRPr sz="2400" dirty="0">
              <a:latin typeface="微软雅黑" panose="020B0503020204020204" pitchFamily="34" charset="-122"/>
              <a:ea typeface="微软雅黑" panose="020B0503020204020204" pitchFamily="34" charset="-122"/>
              <a:cs typeface="华文新魏" panose="02010800040101010101" charset="-122"/>
            </a:endParaRPr>
          </a:p>
          <a:p>
            <a:pPr marL="469900">
              <a:lnSpc>
                <a:spcPct val="100000"/>
              </a:lnSpc>
              <a:spcBef>
                <a:spcPts val="470"/>
              </a:spcBef>
            </a:pPr>
            <a:r>
              <a:rPr sz="2450" i="1" u="heavy" spc="-50" dirty="0">
                <a:solidFill>
                  <a:srgbClr val="0033CC"/>
                </a:solidFill>
                <a:uFill>
                  <a:solidFill>
                    <a:srgbClr val="004DD6"/>
                  </a:solidFill>
                </a:uFill>
                <a:latin typeface="微软雅黑" panose="020B0503020204020204" pitchFamily="34" charset="-122"/>
                <a:ea typeface="微软雅黑" panose="020B0503020204020204" pitchFamily="34" charset="-122"/>
                <a:cs typeface="华文新魏" panose="02010800040101010101" charset="-122"/>
              </a:rPr>
              <a:t>主成功场景</a:t>
            </a:r>
            <a:r>
              <a:rPr sz="2450" i="1" u="heavy" spc="-20" dirty="0">
                <a:solidFill>
                  <a:srgbClr val="004DD6"/>
                </a:solidFill>
                <a:uFill>
                  <a:solidFill>
                    <a:srgbClr val="004DD6"/>
                  </a:solidFill>
                </a:uFill>
                <a:latin typeface="微软雅黑" panose="020B0503020204020204" pitchFamily="34" charset="-122"/>
                <a:ea typeface="微软雅黑" panose="020B0503020204020204" pitchFamily="34" charset="-122"/>
                <a:cs typeface="华文新魏" panose="02010800040101010101" charset="-122"/>
              </a:rPr>
              <a:t>:</a:t>
            </a:r>
            <a:endParaRPr sz="2450" dirty="0">
              <a:latin typeface="微软雅黑" panose="020B0503020204020204" pitchFamily="34" charset="-122"/>
              <a:ea typeface="微软雅黑" panose="020B0503020204020204" pitchFamily="34" charset="-122"/>
              <a:cs typeface="华文新魏" panose="02010800040101010101" charset="-122"/>
            </a:endParaRPr>
          </a:p>
          <a:p>
            <a:pPr marL="698500" marR="5080" indent="68580">
              <a:lnSpc>
                <a:spcPts val="2800"/>
              </a:lnSpc>
              <a:spcBef>
                <a:spcPts val="670"/>
              </a:spcBef>
            </a:pPr>
            <a:r>
              <a:rPr sz="2400" dirty="0">
                <a:latin typeface="微软雅黑" panose="020B0503020204020204" pitchFamily="34" charset="-122"/>
                <a:ea typeface="微软雅黑" panose="020B0503020204020204" pitchFamily="34" charset="-122"/>
                <a:cs typeface="华文新魏" panose="02010800040101010101" charset="-122"/>
              </a:rPr>
              <a:t>客户带着要退的货物到达收款处，出纳员使用POS系统记录每一个要退 货的货物,</a:t>
            </a:r>
            <a:r>
              <a:rPr sz="2400" spc="-10"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a:t>
            </a:r>
          </a:p>
          <a:p>
            <a:pPr marL="469900">
              <a:lnSpc>
                <a:spcPct val="100000"/>
              </a:lnSpc>
              <a:spcBef>
                <a:spcPts val="390"/>
              </a:spcBef>
            </a:pPr>
            <a:r>
              <a:rPr sz="2450" i="1" u="heavy" spc="-50" dirty="0">
                <a:solidFill>
                  <a:srgbClr val="0033CC"/>
                </a:solidFill>
                <a:uFill>
                  <a:solidFill>
                    <a:srgbClr val="004DD6"/>
                  </a:solidFill>
                </a:uFill>
                <a:latin typeface="微软雅黑" panose="020B0503020204020204" pitchFamily="34" charset="-122"/>
                <a:ea typeface="微软雅黑" panose="020B0503020204020204" pitchFamily="34" charset="-122"/>
                <a:cs typeface="华文新魏" panose="02010800040101010101" charset="-122"/>
              </a:rPr>
              <a:t>候选场景</a:t>
            </a:r>
            <a:r>
              <a:rPr sz="2450" i="1" u="heavy" spc="-20" dirty="0">
                <a:solidFill>
                  <a:srgbClr val="004DD6"/>
                </a:solidFill>
                <a:uFill>
                  <a:solidFill>
                    <a:srgbClr val="004DD6"/>
                  </a:solidFill>
                </a:uFill>
                <a:latin typeface="微软雅黑" panose="020B0503020204020204" pitchFamily="34" charset="-122"/>
                <a:ea typeface="微软雅黑" panose="020B0503020204020204" pitchFamily="34" charset="-122"/>
                <a:cs typeface="华文新魏" panose="02010800040101010101" charset="-122"/>
              </a:rPr>
              <a:t>:</a:t>
            </a:r>
            <a:endParaRPr sz="2450" dirty="0">
              <a:latin typeface="微软雅黑" panose="020B0503020204020204" pitchFamily="34" charset="-122"/>
              <a:ea typeface="微软雅黑" panose="020B0503020204020204" pitchFamily="34" charset="-122"/>
              <a:cs typeface="华文新魏" panose="02010800040101010101" charset="-122"/>
            </a:endParaRPr>
          </a:p>
          <a:p>
            <a:pPr marL="927100" marR="2226945">
              <a:lnSpc>
                <a:spcPts val="3400"/>
              </a:lnSpc>
              <a:spcBef>
                <a:spcPts val="190"/>
              </a:spcBef>
            </a:pPr>
            <a:r>
              <a:rPr sz="2400" dirty="0">
                <a:latin typeface="微软雅黑" panose="020B0503020204020204" pitchFamily="34" charset="-122"/>
                <a:ea typeface="微软雅黑" panose="020B0503020204020204" pitchFamily="34" charset="-122"/>
                <a:cs typeface="华文新魏" panose="02010800040101010101" charset="-122"/>
              </a:rPr>
              <a:t>若信用验证失败，通知客户并要求使用其他付款方法 若系统检测到与外界计税系统通信失败,</a:t>
            </a:r>
            <a:r>
              <a:rPr sz="2400" spc="-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a:t>
            </a:r>
          </a:p>
        </p:txBody>
      </p:sp>
      <p:sp>
        <p:nvSpPr>
          <p:cNvPr id="5" name="标题 4"/>
          <p:cNvSpPr>
            <a:spLocks noGrp="1"/>
          </p:cNvSpPr>
          <p:nvPr>
            <p:ph type="title"/>
          </p:nvPr>
        </p:nvSpPr>
        <p:spPr/>
        <p:txBody>
          <a:bodyPr/>
          <a:lstStyle/>
          <a:p>
            <a:r>
              <a:rPr lang="zh-CN" altLang="en-US" spc="-5" dirty="0"/>
              <a:t>用例概述的例子</a:t>
            </a:r>
            <a:endParaRPr lang="zh-CN" altLang="en-US" dirty="0"/>
          </a:p>
        </p:txBody>
      </p:sp>
      <p:sp>
        <p:nvSpPr>
          <p:cNvPr id="6" name="灯片编号占位符 5"/>
          <p:cNvSpPr>
            <a:spLocks noGrp="1"/>
          </p:cNvSpPr>
          <p:nvPr>
            <p:ph type="sldNum" sz="quarter" idx="12"/>
          </p:nvPr>
        </p:nvSpPr>
        <p:spPr/>
        <p:txBody>
          <a:bodyPr/>
          <a:lstStyle/>
          <a:p>
            <a:fld id="{74D2AB8B-5816-41F2-8B4B-CA5C3E4E6A65}" type="slidenum">
              <a:rPr lang="zh-CN" altLang="en-US" smtClean="0"/>
              <a:t>46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7547"/>
    </mc:Choice>
    <mc:Fallback xmlns="">
      <p:transition spd="slow" advTm="87547"/>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307524" y="1298126"/>
            <a:ext cx="11610620" cy="5006499"/>
          </a:xfrm>
          <a:prstGeom prst="rect">
            <a:avLst/>
          </a:prstGeom>
        </p:spPr>
        <p:txBody>
          <a:bodyPr vert="horz" wrap="square" lIns="0" tIns="106680" rIns="0" bIns="0" rtlCol="0">
            <a:spAutoFit/>
          </a:bodyPr>
          <a:lstStyle/>
          <a:p>
            <a:pPr marL="12700">
              <a:lnSpc>
                <a:spcPct val="100000"/>
              </a:lnSpc>
              <a:spcBef>
                <a:spcPts val="840"/>
              </a:spcBef>
            </a:pPr>
            <a:r>
              <a:rPr sz="2000" dirty="0">
                <a:solidFill>
                  <a:srgbClr val="9A0033"/>
                </a:solidFill>
              </a:rPr>
              <a:t>用例名称</a:t>
            </a:r>
            <a:r>
              <a:rPr sz="2000" dirty="0">
                <a:solidFill>
                  <a:srgbClr val="AC1942"/>
                </a:solidFill>
              </a:rPr>
              <a:t>:</a:t>
            </a:r>
            <a:r>
              <a:rPr sz="2000" spc="-5" dirty="0">
                <a:solidFill>
                  <a:srgbClr val="AC1942"/>
                </a:solidFill>
              </a:rPr>
              <a:t> </a:t>
            </a:r>
            <a:r>
              <a:rPr sz="2000" dirty="0"/>
              <a:t>下订单 （Place </a:t>
            </a:r>
            <a:r>
              <a:rPr sz="2000" spc="-5" dirty="0"/>
              <a:t>Order）</a:t>
            </a:r>
          </a:p>
          <a:p>
            <a:pPr marL="12700" marR="3558540">
              <a:lnSpc>
                <a:spcPct val="100000"/>
              </a:lnSpc>
            </a:pPr>
            <a:r>
              <a:rPr sz="2000" dirty="0">
                <a:solidFill>
                  <a:srgbClr val="9A0033"/>
                </a:solidFill>
              </a:rPr>
              <a:t>前置条件</a:t>
            </a:r>
            <a:r>
              <a:rPr sz="2000" dirty="0">
                <a:solidFill>
                  <a:srgbClr val="AC1942"/>
                </a:solidFill>
              </a:rPr>
              <a:t>:</a:t>
            </a:r>
            <a:r>
              <a:rPr sz="2000" spc="-100" dirty="0">
                <a:solidFill>
                  <a:srgbClr val="AC1942"/>
                </a:solidFill>
              </a:rPr>
              <a:t> </a:t>
            </a:r>
            <a:r>
              <a:rPr sz="2000" dirty="0" err="1"/>
              <a:t>用户通过身份认证登录系统</a:t>
            </a:r>
            <a:r>
              <a:rPr sz="2000" dirty="0"/>
              <a:t> </a:t>
            </a:r>
            <a:endParaRPr lang="en-US" altLang="zh-CN" sz="2000" dirty="0"/>
          </a:p>
          <a:p>
            <a:pPr marL="12700" marR="3558540">
              <a:lnSpc>
                <a:spcPct val="100000"/>
              </a:lnSpc>
            </a:pPr>
            <a:r>
              <a:rPr sz="2000" dirty="0" err="1">
                <a:solidFill>
                  <a:srgbClr val="9A0033"/>
                </a:solidFill>
              </a:rPr>
              <a:t>描述</a:t>
            </a:r>
            <a:r>
              <a:rPr sz="2000" dirty="0">
                <a:solidFill>
                  <a:srgbClr val="AC1942"/>
                </a:solidFill>
              </a:rPr>
              <a:t>:</a:t>
            </a:r>
          </a:p>
          <a:p>
            <a:pPr marL="681355" indent="-212725">
              <a:lnSpc>
                <a:spcPct val="100000"/>
              </a:lnSpc>
              <a:spcBef>
                <a:spcPts val="340"/>
              </a:spcBef>
              <a:buAutoNum type="arabicPeriod"/>
              <a:tabLst>
                <a:tab pos="681990" algn="l"/>
              </a:tabLst>
            </a:pPr>
            <a:r>
              <a:rPr sz="2000" dirty="0"/>
              <a:t>当顾客选择“下订单”时，进入该用例流程</a:t>
            </a:r>
          </a:p>
          <a:p>
            <a:pPr marL="720725" indent="-252095">
              <a:lnSpc>
                <a:spcPct val="100000"/>
              </a:lnSpc>
              <a:spcBef>
                <a:spcPts val="240"/>
              </a:spcBef>
              <a:buAutoNum type="arabicPeriod"/>
              <a:tabLst>
                <a:tab pos="721360" algn="l"/>
              </a:tabLst>
            </a:pPr>
            <a:r>
              <a:rPr sz="2000" dirty="0"/>
              <a:t>顾客输入姓名和地址信息</a:t>
            </a:r>
          </a:p>
          <a:p>
            <a:pPr marL="720725" indent="-252095">
              <a:lnSpc>
                <a:spcPct val="100000"/>
              </a:lnSpc>
              <a:spcBef>
                <a:spcPts val="340"/>
              </a:spcBef>
              <a:buClr>
                <a:srgbClr val="000000"/>
              </a:buClr>
              <a:buAutoNum type="arabicPeriod"/>
              <a:tabLst>
                <a:tab pos="721360" algn="l"/>
              </a:tabLst>
            </a:pPr>
            <a:r>
              <a:rPr sz="2000" dirty="0">
                <a:solidFill>
                  <a:srgbClr val="2F5597"/>
                </a:solidFill>
              </a:rPr>
              <a:t>如果顾客仅输入了邮政编码</a:t>
            </a:r>
            <a:r>
              <a:rPr sz="2000" dirty="0"/>
              <a:t>，系统会提供州和城市信息</a:t>
            </a:r>
          </a:p>
          <a:p>
            <a:pPr marL="720725" indent="-252095">
              <a:lnSpc>
                <a:spcPct val="100000"/>
              </a:lnSpc>
              <a:spcBef>
                <a:spcPts val="240"/>
              </a:spcBef>
              <a:buAutoNum type="arabicPeriod"/>
              <a:tabLst>
                <a:tab pos="721360" algn="l"/>
              </a:tabLst>
            </a:pPr>
            <a:r>
              <a:rPr sz="2000" dirty="0"/>
              <a:t>顾客输入代购买的物品编码</a:t>
            </a:r>
          </a:p>
          <a:p>
            <a:pPr marL="720725" indent="-252095">
              <a:lnSpc>
                <a:spcPct val="100000"/>
              </a:lnSpc>
              <a:spcBef>
                <a:spcPts val="340"/>
              </a:spcBef>
              <a:buAutoNum type="arabicPeriod"/>
              <a:tabLst>
                <a:tab pos="721360" algn="l"/>
              </a:tabLst>
            </a:pPr>
            <a:r>
              <a:rPr sz="2000" dirty="0"/>
              <a:t>系统显示每个产品的描述信息和价格信息</a:t>
            </a:r>
          </a:p>
          <a:p>
            <a:pPr marL="720725" indent="-252095">
              <a:lnSpc>
                <a:spcPct val="100000"/>
              </a:lnSpc>
              <a:spcBef>
                <a:spcPts val="240"/>
              </a:spcBef>
              <a:buAutoNum type="arabicPeriod"/>
              <a:tabLst>
                <a:tab pos="721360" algn="l"/>
              </a:tabLst>
            </a:pPr>
            <a:r>
              <a:rPr sz="2000" dirty="0"/>
              <a:t>系统将持续记录顾客输入的所有商品信息和相应的总价</a:t>
            </a:r>
          </a:p>
          <a:p>
            <a:pPr marL="720725" indent="-252095">
              <a:lnSpc>
                <a:spcPct val="100000"/>
              </a:lnSpc>
              <a:spcBef>
                <a:spcPts val="240"/>
              </a:spcBef>
              <a:buAutoNum type="arabicPeriod"/>
              <a:tabLst>
                <a:tab pos="721360" algn="l"/>
              </a:tabLst>
            </a:pPr>
            <a:r>
              <a:rPr sz="2000" dirty="0"/>
              <a:t>顾客输入信用卡付账信息</a:t>
            </a:r>
          </a:p>
          <a:p>
            <a:pPr marL="720725" indent="-252095">
              <a:lnSpc>
                <a:spcPct val="100000"/>
              </a:lnSpc>
              <a:spcBef>
                <a:spcPts val="340"/>
              </a:spcBef>
              <a:buAutoNum type="arabicPeriod"/>
              <a:tabLst>
                <a:tab pos="721360" algn="l"/>
              </a:tabLst>
            </a:pPr>
            <a:r>
              <a:rPr sz="2000" dirty="0"/>
              <a:t>顾客选择提交(Submit)</a:t>
            </a:r>
          </a:p>
          <a:p>
            <a:pPr marL="720725" indent="-252095">
              <a:lnSpc>
                <a:spcPct val="100000"/>
              </a:lnSpc>
              <a:spcBef>
                <a:spcPts val="240"/>
              </a:spcBef>
              <a:buAutoNum type="arabicPeriod"/>
              <a:tabLst>
                <a:tab pos="721360" algn="l"/>
              </a:tabLst>
            </a:pPr>
            <a:r>
              <a:rPr sz="2000" dirty="0" err="1"/>
              <a:t>系统确认信息，保存待付款订单信息，将账单信息提交给账务系统</a:t>
            </a:r>
            <a:endParaRPr lang="en-US" altLang="zh-CN" sz="2000" dirty="0"/>
          </a:p>
          <a:p>
            <a:pPr marL="720725" indent="-252095">
              <a:lnSpc>
                <a:spcPct val="100000"/>
              </a:lnSpc>
              <a:spcBef>
                <a:spcPts val="240"/>
              </a:spcBef>
              <a:buAutoNum type="arabicPeriod"/>
              <a:tabLst>
                <a:tab pos="721360" algn="l"/>
              </a:tabLst>
            </a:pPr>
            <a:r>
              <a:rPr lang="zh-CN" altLang="en-US" sz="2000" dirty="0"/>
              <a:t>确认付账成功后，系统标记账单为完成状态，向顾客显示账单</a:t>
            </a:r>
            <a:r>
              <a:rPr lang="en-US" altLang="zh-CN" sz="2000" dirty="0"/>
              <a:t>ID</a:t>
            </a:r>
            <a:r>
              <a:rPr lang="zh-CN" altLang="en-US" sz="2000" dirty="0"/>
              <a:t>信息，用例结束 异常情况。</a:t>
            </a:r>
            <a:endParaRPr lang="en-US" altLang="zh-CN" sz="2000" dirty="0"/>
          </a:p>
          <a:p>
            <a:pPr marL="720725" indent="-252095">
              <a:lnSpc>
                <a:spcPct val="100000"/>
              </a:lnSpc>
              <a:spcBef>
                <a:spcPts val="240"/>
              </a:spcBef>
              <a:buAutoNum type="arabicPeriod"/>
              <a:tabLst>
                <a:tab pos="721360" algn="l"/>
              </a:tabLst>
            </a:pPr>
            <a:endParaRPr sz="2000" dirty="0"/>
          </a:p>
        </p:txBody>
      </p:sp>
      <p:sp>
        <p:nvSpPr>
          <p:cNvPr id="4" name="object 4"/>
          <p:cNvSpPr txBox="1"/>
          <p:nvPr/>
        </p:nvSpPr>
        <p:spPr>
          <a:xfrm>
            <a:off x="2557618" y="5898878"/>
            <a:ext cx="8541344" cy="656590"/>
          </a:xfrm>
          <a:prstGeom prst="rect">
            <a:avLst/>
          </a:prstGeom>
        </p:spPr>
        <p:txBody>
          <a:bodyPr vert="horz" wrap="square" lIns="0" tIns="12700" rIns="0" bIns="0" rtlCol="0">
            <a:spAutoFit/>
          </a:bodyPr>
          <a:lstStyle/>
          <a:p>
            <a:pPr marL="469265">
              <a:lnSpc>
                <a:spcPct val="100000"/>
              </a:lnSpc>
              <a:spcBef>
                <a:spcPts val="340"/>
              </a:spcBef>
            </a:pPr>
            <a:r>
              <a:rPr sz="1800" dirty="0">
                <a:solidFill>
                  <a:srgbClr val="FF0000"/>
                </a:solidFill>
                <a:latin typeface="华文新魏" panose="02010800040101010101" charset="-122"/>
                <a:cs typeface="华文新魏" panose="02010800040101010101" charset="-122"/>
              </a:rPr>
              <a:t>第9步中，如果信息不正确，系统将提示顾客对相应信息进行修改</a:t>
            </a:r>
          </a:p>
          <a:p>
            <a:pPr marL="12700">
              <a:lnSpc>
                <a:spcPct val="100000"/>
              </a:lnSpc>
              <a:spcBef>
                <a:spcPts val="740"/>
              </a:spcBef>
            </a:pPr>
            <a:r>
              <a:rPr sz="1800" dirty="0">
                <a:solidFill>
                  <a:srgbClr val="FF0000"/>
                </a:solidFill>
                <a:latin typeface="华文新魏" panose="02010800040101010101" charset="-122"/>
                <a:cs typeface="华文新魏" panose="02010800040101010101" charset="-122"/>
              </a:rPr>
              <a:t>后置条件:</a:t>
            </a:r>
            <a:r>
              <a:rPr sz="1800" spc="-5" dirty="0">
                <a:solidFill>
                  <a:srgbClr val="FF0000"/>
                </a:solidFill>
                <a:latin typeface="华文新魏" panose="02010800040101010101" charset="-122"/>
                <a:cs typeface="华文新魏" panose="02010800040101010101" charset="-122"/>
              </a:rPr>
              <a:t> </a:t>
            </a:r>
            <a:r>
              <a:rPr sz="1800" dirty="0">
                <a:solidFill>
                  <a:srgbClr val="FF0000"/>
                </a:solidFill>
                <a:latin typeface="华文新魏" panose="02010800040101010101" charset="-122"/>
                <a:cs typeface="华文新魏" panose="02010800040101010101" charset="-122"/>
              </a:rPr>
              <a:t>系统保存订单并且标记为已确认。</a:t>
            </a:r>
          </a:p>
        </p:txBody>
      </p:sp>
      <p:sp>
        <p:nvSpPr>
          <p:cNvPr id="5" name="object 5"/>
          <p:cNvSpPr/>
          <p:nvPr/>
        </p:nvSpPr>
        <p:spPr>
          <a:xfrm>
            <a:off x="7515859" y="449348"/>
            <a:ext cx="4738254" cy="5274425"/>
          </a:xfrm>
          <a:prstGeom prst="rect">
            <a:avLst/>
          </a:prstGeom>
          <a:blipFill>
            <a:blip r:embed="rId3" cstate="print"/>
            <a:stretch>
              <a:fillRect/>
            </a:stretch>
          </a:blipFill>
        </p:spPr>
        <p:txBody>
          <a:bodyPr wrap="square" lIns="0" tIns="0" rIns="0" bIns="0" rtlCol="0"/>
          <a:lstStyle/>
          <a:p>
            <a:endParaRPr/>
          </a:p>
        </p:txBody>
      </p:sp>
      <p:grpSp>
        <p:nvGrpSpPr>
          <p:cNvPr id="61" name="组合 60"/>
          <p:cNvGrpSpPr/>
          <p:nvPr/>
        </p:nvGrpSpPr>
        <p:grpSpPr>
          <a:xfrm>
            <a:off x="8043550" y="281340"/>
            <a:ext cx="4133120" cy="4930026"/>
            <a:chOff x="7980050" y="941740"/>
            <a:chExt cx="4133120" cy="4930026"/>
          </a:xfrm>
        </p:grpSpPr>
        <p:sp>
          <p:nvSpPr>
            <p:cNvPr id="6" name="object 6"/>
            <p:cNvSpPr/>
            <p:nvPr/>
          </p:nvSpPr>
          <p:spPr>
            <a:xfrm>
              <a:off x="9436092" y="1450389"/>
              <a:ext cx="863600" cy="374015"/>
            </a:xfrm>
            <a:custGeom>
              <a:avLst/>
              <a:gdLst/>
              <a:ahLst/>
              <a:cxnLst/>
              <a:rect l="l" t="t" r="r" b="b"/>
              <a:pathLst>
                <a:path w="863600" h="374014">
                  <a:moveTo>
                    <a:pt x="431879" y="0"/>
                  </a:moveTo>
                  <a:lnTo>
                    <a:pt x="366163" y="2138"/>
                  </a:lnTo>
                  <a:lnTo>
                    <a:pt x="304075" y="8318"/>
                  </a:lnTo>
                  <a:lnTo>
                    <a:pt x="246169" y="18181"/>
                  </a:lnTo>
                  <a:lnTo>
                    <a:pt x="193000" y="31371"/>
                  </a:lnTo>
                  <a:lnTo>
                    <a:pt x="145121" y="47533"/>
                  </a:lnTo>
                  <a:lnTo>
                    <a:pt x="103088" y="66309"/>
                  </a:lnTo>
                  <a:lnTo>
                    <a:pt x="67454" y="87343"/>
                  </a:lnTo>
                  <a:lnTo>
                    <a:pt x="17602" y="134760"/>
                  </a:lnTo>
                  <a:lnTo>
                    <a:pt x="0" y="186932"/>
                  </a:lnTo>
                  <a:lnTo>
                    <a:pt x="4767" y="213432"/>
                  </a:lnTo>
                  <a:lnTo>
                    <a:pt x="40753" y="263583"/>
                  </a:lnTo>
                  <a:lnTo>
                    <a:pt x="107210" y="307553"/>
                  </a:lnTo>
                  <a:lnTo>
                    <a:pt x="150068" y="326329"/>
                  </a:lnTo>
                  <a:lnTo>
                    <a:pt x="198386" y="342490"/>
                  </a:lnTo>
                  <a:lnTo>
                    <a:pt x="251446" y="355681"/>
                  </a:lnTo>
                  <a:lnTo>
                    <a:pt x="308527" y="365544"/>
                  </a:lnTo>
                  <a:lnTo>
                    <a:pt x="368911" y="371723"/>
                  </a:lnTo>
                  <a:lnTo>
                    <a:pt x="431879" y="373862"/>
                  </a:lnTo>
                  <a:lnTo>
                    <a:pt x="494690" y="371943"/>
                  </a:lnTo>
                  <a:lnTo>
                    <a:pt x="554969" y="366334"/>
                  </a:lnTo>
                  <a:lnTo>
                    <a:pt x="611988" y="357260"/>
                  </a:lnTo>
                  <a:lnTo>
                    <a:pt x="665021" y="344947"/>
                  </a:lnTo>
                  <a:lnTo>
                    <a:pt x="713342" y="329619"/>
                  </a:lnTo>
                  <a:lnTo>
                    <a:pt x="756222" y="311501"/>
                  </a:lnTo>
                  <a:lnTo>
                    <a:pt x="792936" y="290818"/>
                  </a:lnTo>
                  <a:lnTo>
                    <a:pt x="844958" y="242655"/>
                  </a:lnTo>
                  <a:lnTo>
                    <a:pt x="863590" y="186931"/>
                  </a:lnTo>
                  <a:lnTo>
                    <a:pt x="859085" y="158236"/>
                  </a:lnTo>
                  <a:lnTo>
                    <a:pt x="824736" y="106067"/>
                  </a:lnTo>
                  <a:lnTo>
                    <a:pt x="760346" y="62361"/>
                  </a:lnTo>
                  <a:lnTo>
                    <a:pt x="718290" y="44243"/>
                  </a:lnTo>
                  <a:lnTo>
                    <a:pt x="670409" y="28915"/>
                  </a:lnTo>
                  <a:lnTo>
                    <a:pt x="617266" y="16602"/>
                  </a:lnTo>
                  <a:lnTo>
                    <a:pt x="559422" y="7528"/>
                  </a:lnTo>
                  <a:lnTo>
                    <a:pt x="497439" y="1919"/>
                  </a:lnTo>
                  <a:lnTo>
                    <a:pt x="431879" y="0"/>
                  </a:lnTo>
                  <a:close/>
                </a:path>
              </a:pathLst>
            </a:custGeom>
            <a:solidFill>
              <a:srgbClr val="FFFFCC"/>
            </a:solidFill>
          </p:spPr>
          <p:txBody>
            <a:bodyPr wrap="square" lIns="0" tIns="0" rIns="0" bIns="0" rtlCol="0"/>
            <a:lstStyle/>
            <a:p>
              <a:endParaRPr/>
            </a:p>
          </p:txBody>
        </p:sp>
        <p:sp>
          <p:nvSpPr>
            <p:cNvPr id="7" name="object 7"/>
            <p:cNvSpPr/>
            <p:nvPr/>
          </p:nvSpPr>
          <p:spPr>
            <a:xfrm>
              <a:off x="9436092" y="1450389"/>
              <a:ext cx="863600" cy="374015"/>
            </a:xfrm>
            <a:custGeom>
              <a:avLst/>
              <a:gdLst/>
              <a:ahLst/>
              <a:cxnLst/>
              <a:rect l="l" t="t" r="r" b="b"/>
              <a:pathLst>
                <a:path w="863600" h="374014">
                  <a:moveTo>
                    <a:pt x="0" y="186932"/>
                  </a:moveTo>
                  <a:lnTo>
                    <a:pt x="4767" y="213432"/>
                  </a:lnTo>
                  <a:lnTo>
                    <a:pt x="18591" y="239102"/>
                  </a:lnTo>
                  <a:lnTo>
                    <a:pt x="40753" y="263583"/>
                  </a:lnTo>
                  <a:lnTo>
                    <a:pt x="107210" y="307553"/>
                  </a:lnTo>
                  <a:lnTo>
                    <a:pt x="150068" y="326329"/>
                  </a:lnTo>
                  <a:lnTo>
                    <a:pt x="198386" y="342490"/>
                  </a:lnTo>
                  <a:lnTo>
                    <a:pt x="251446" y="355681"/>
                  </a:lnTo>
                  <a:lnTo>
                    <a:pt x="308527" y="365544"/>
                  </a:lnTo>
                  <a:lnTo>
                    <a:pt x="368911" y="371723"/>
                  </a:lnTo>
                  <a:lnTo>
                    <a:pt x="431879" y="373862"/>
                  </a:lnTo>
                  <a:lnTo>
                    <a:pt x="494690" y="371943"/>
                  </a:lnTo>
                  <a:lnTo>
                    <a:pt x="554969" y="366334"/>
                  </a:lnTo>
                  <a:lnTo>
                    <a:pt x="611988" y="357260"/>
                  </a:lnTo>
                  <a:lnTo>
                    <a:pt x="665021" y="344947"/>
                  </a:lnTo>
                  <a:lnTo>
                    <a:pt x="713342" y="329619"/>
                  </a:lnTo>
                  <a:lnTo>
                    <a:pt x="756222" y="311501"/>
                  </a:lnTo>
                  <a:lnTo>
                    <a:pt x="792937" y="290818"/>
                  </a:lnTo>
                  <a:lnTo>
                    <a:pt x="844958" y="242655"/>
                  </a:lnTo>
                  <a:lnTo>
                    <a:pt x="863590" y="186931"/>
                  </a:lnTo>
                  <a:lnTo>
                    <a:pt x="845947" y="131206"/>
                  </a:lnTo>
                  <a:lnTo>
                    <a:pt x="796015" y="83044"/>
                  </a:lnTo>
                  <a:lnTo>
                    <a:pt x="760346" y="62361"/>
                  </a:lnTo>
                  <a:lnTo>
                    <a:pt x="718290" y="44243"/>
                  </a:lnTo>
                  <a:lnTo>
                    <a:pt x="670409" y="28915"/>
                  </a:lnTo>
                  <a:lnTo>
                    <a:pt x="617266" y="16602"/>
                  </a:lnTo>
                  <a:lnTo>
                    <a:pt x="559422" y="7528"/>
                  </a:lnTo>
                  <a:lnTo>
                    <a:pt x="497439" y="1919"/>
                  </a:lnTo>
                  <a:lnTo>
                    <a:pt x="431879" y="0"/>
                  </a:lnTo>
                  <a:lnTo>
                    <a:pt x="366163" y="2138"/>
                  </a:lnTo>
                  <a:lnTo>
                    <a:pt x="304075" y="8318"/>
                  </a:lnTo>
                  <a:lnTo>
                    <a:pt x="246169" y="18181"/>
                  </a:lnTo>
                  <a:lnTo>
                    <a:pt x="193000" y="31371"/>
                  </a:lnTo>
                  <a:lnTo>
                    <a:pt x="145121" y="47533"/>
                  </a:lnTo>
                  <a:lnTo>
                    <a:pt x="103088" y="66309"/>
                  </a:lnTo>
                  <a:lnTo>
                    <a:pt x="67454" y="87343"/>
                  </a:lnTo>
                  <a:lnTo>
                    <a:pt x="17602" y="134760"/>
                  </a:lnTo>
                  <a:lnTo>
                    <a:pt x="4493" y="160430"/>
                  </a:lnTo>
                  <a:lnTo>
                    <a:pt x="0" y="186932"/>
                  </a:lnTo>
                </a:path>
              </a:pathLst>
            </a:custGeom>
            <a:ln w="3935">
              <a:solidFill>
                <a:srgbClr val="990033"/>
              </a:solidFill>
            </a:ln>
          </p:spPr>
          <p:txBody>
            <a:bodyPr wrap="square" lIns="0" tIns="0" rIns="0" bIns="0" rtlCol="0"/>
            <a:lstStyle/>
            <a:p>
              <a:endParaRPr/>
            </a:p>
          </p:txBody>
        </p:sp>
        <p:sp>
          <p:nvSpPr>
            <p:cNvPr id="8" name="object 8"/>
            <p:cNvSpPr txBox="1"/>
            <p:nvPr/>
          </p:nvSpPr>
          <p:spPr>
            <a:xfrm>
              <a:off x="9336847" y="1880311"/>
              <a:ext cx="1064895" cy="214629"/>
            </a:xfrm>
            <a:prstGeom prst="rect">
              <a:avLst/>
            </a:prstGeom>
          </p:spPr>
          <p:txBody>
            <a:bodyPr vert="horz" wrap="square" lIns="0" tIns="17780" rIns="0" bIns="0" rtlCol="0">
              <a:spAutoFit/>
            </a:bodyPr>
            <a:lstStyle/>
            <a:p>
              <a:pPr marL="12700">
                <a:lnSpc>
                  <a:spcPct val="100000"/>
                </a:lnSpc>
                <a:spcBef>
                  <a:spcPts val="140"/>
                </a:spcBef>
              </a:pPr>
              <a:r>
                <a:rPr sz="1200" spc="170" dirty="0">
                  <a:latin typeface="Arial" panose="020B0604020202020204"/>
                  <a:cs typeface="Arial" panose="020B0604020202020204"/>
                </a:rPr>
                <a:t>Place</a:t>
              </a:r>
              <a:r>
                <a:rPr sz="1200" spc="-5" dirty="0">
                  <a:latin typeface="Arial" panose="020B0604020202020204"/>
                  <a:cs typeface="Arial" panose="020B0604020202020204"/>
                </a:rPr>
                <a:t> </a:t>
              </a:r>
              <a:r>
                <a:rPr sz="1200" spc="165" dirty="0">
                  <a:latin typeface="Arial" panose="020B0604020202020204"/>
                  <a:cs typeface="Arial" panose="020B0604020202020204"/>
                </a:rPr>
                <a:t>Order</a:t>
              </a:r>
              <a:endParaRPr sz="1200">
                <a:latin typeface="Arial" panose="020B0604020202020204"/>
                <a:cs typeface="Arial" panose="020B0604020202020204"/>
              </a:endParaRPr>
            </a:p>
          </p:txBody>
        </p:sp>
        <p:sp>
          <p:nvSpPr>
            <p:cNvPr id="9" name="object 9"/>
            <p:cNvSpPr/>
            <p:nvPr/>
          </p:nvSpPr>
          <p:spPr>
            <a:xfrm>
              <a:off x="9436092" y="2197982"/>
              <a:ext cx="863600" cy="393700"/>
            </a:xfrm>
            <a:custGeom>
              <a:avLst/>
              <a:gdLst/>
              <a:ahLst/>
              <a:cxnLst/>
              <a:rect l="l" t="t" r="r" b="b"/>
              <a:pathLst>
                <a:path w="863600" h="393700">
                  <a:moveTo>
                    <a:pt x="431879" y="0"/>
                  </a:moveTo>
                  <a:lnTo>
                    <a:pt x="366163" y="2146"/>
                  </a:lnTo>
                  <a:lnTo>
                    <a:pt x="304075" y="8376"/>
                  </a:lnTo>
                  <a:lnTo>
                    <a:pt x="246169" y="18378"/>
                  </a:lnTo>
                  <a:lnTo>
                    <a:pt x="193000" y="31839"/>
                  </a:lnTo>
                  <a:lnTo>
                    <a:pt x="145121" y="48447"/>
                  </a:lnTo>
                  <a:lnTo>
                    <a:pt x="103088" y="67888"/>
                  </a:lnTo>
                  <a:lnTo>
                    <a:pt x="67454" y="89851"/>
                  </a:lnTo>
                  <a:lnTo>
                    <a:pt x="17602" y="140090"/>
                  </a:lnTo>
                  <a:lnTo>
                    <a:pt x="0" y="196663"/>
                  </a:lnTo>
                  <a:lnTo>
                    <a:pt x="4767" y="225584"/>
                  </a:lnTo>
                  <a:lnTo>
                    <a:pt x="40753" y="279303"/>
                  </a:lnTo>
                  <a:lnTo>
                    <a:pt x="70532" y="303474"/>
                  </a:lnTo>
                  <a:lnTo>
                    <a:pt x="107210" y="325437"/>
                  </a:lnTo>
                  <a:lnTo>
                    <a:pt x="150068" y="344878"/>
                  </a:lnTo>
                  <a:lnTo>
                    <a:pt x="198386" y="361486"/>
                  </a:lnTo>
                  <a:lnTo>
                    <a:pt x="251446" y="374947"/>
                  </a:lnTo>
                  <a:lnTo>
                    <a:pt x="308527" y="384949"/>
                  </a:lnTo>
                  <a:lnTo>
                    <a:pt x="368911" y="391180"/>
                  </a:lnTo>
                  <a:lnTo>
                    <a:pt x="431879" y="393326"/>
                  </a:lnTo>
                  <a:lnTo>
                    <a:pt x="494690" y="391408"/>
                  </a:lnTo>
                  <a:lnTo>
                    <a:pt x="554969" y="385772"/>
                  </a:lnTo>
                  <a:lnTo>
                    <a:pt x="611988" y="376592"/>
                  </a:lnTo>
                  <a:lnTo>
                    <a:pt x="665021" y="364045"/>
                  </a:lnTo>
                  <a:lnTo>
                    <a:pt x="713342" y="348306"/>
                  </a:lnTo>
                  <a:lnTo>
                    <a:pt x="756222" y="329550"/>
                  </a:lnTo>
                  <a:lnTo>
                    <a:pt x="792936" y="307952"/>
                  </a:lnTo>
                  <a:lnTo>
                    <a:pt x="822757" y="283690"/>
                  </a:lnTo>
                  <a:lnTo>
                    <a:pt x="858811" y="227869"/>
                  </a:lnTo>
                  <a:lnTo>
                    <a:pt x="863590" y="196663"/>
                  </a:lnTo>
                  <a:lnTo>
                    <a:pt x="859085" y="165456"/>
                  </a:lnTo>
                  <a:lnTo>
                    <a:pt x="824736" y="109635"/>
                  </a:lnTo>
                  <a:lnTo>
                    <a:pt x="760346" y="63775"/>
                  </a:lnTo>
                  <a:lnTo>
                    <a:pt x="718290" y="45020"/>
                  </a:lnTo>
                  <a:lnTo>
                    <a:pt x="670409" y="29280"/>
                  </a:lnTo>
                  <a:lnTo>
                    <a:pt x="617266" y="16733"/>
                  </a:lnTo>
                  <a:lnTo>
                    <a:pt x="559422" y="7554"/>
                  </a:lnTo>
                  <a:lnTo>
                    <a:pt x="497439" y="1917"/>
                  </a:lnTo>
                  <a:lnTo>
                    <a:pt x="431879" y="0"/>
                  </a:lnTo>
                  <a:close/>
                </a:path>
              </a:pathLst>
            </a:custGeom>
            <a:solidFill>
              <a:srgbClr val="FFFFCC"/>
            </a:solidFill>
          </p:spPr>
          <p:txBody>
            <a:bodyPr wrap="square" lIns="0" tIns="0" rIns="0" bIns="0" rtlCol="0"/>
            <a:lstStyle/>
            <a:p>
              <a:endParaRPr/>
            </a:p>
          </p:txBody>
        </p:sp>
        <p:sp>
          <p:nvSpPr>
            <p:cNvPr id="10" name="object 10"/>
            <p:cNvSpPr/>
            <p:nvPr/>
          </p:nvSpPr>
          <p:spPr>
            <a:xfrm>
              <a:off x="9436092" y="2197982"/>
              <a:ext cx="863600" cy="393700"/>
            </a:xfrm>
            <a:custGeom>
              <a:avLst/>
              <a:gdLst/>
              <a:ahLst/>
              <a:cxnLst/>
              <a:rect l="l" t="t" r="r" b="b"/>
              <a:pathLst>
                <a:path w="863600" h="393700">
                  <a:moveTo>
                    <a:pt x="0" y="196663"/>
                  </a:moveTo>
                  <a:lnTo>
                    <a:pt x="4767" y="225584"/>
                  </a:lnTo>
                  <a:lnTo>
                    <a:pt x="18591" y="253235"/>
                  </a:lnTo>
                  <a:lnTo>
                    <a:pt x="40753" y="279303"/>
                  </a:lnTo>
                  <a:lnTo>
                    <a:pt x="70532" y="303474"/>
                  </a:lnTo>
                  <a:lnTo>
                    <a:pt x="107210" y="325437"/>
                  </a:lnTo>
                  <a:lnTo>
                    <a:pt x="150068" y="344878"/>
                  </a:lnTo>
                  <a:lnTo>
                    <a:pt x="198386" y="361486"/>
                  </a:lnTo>
                  <a:lnTo>
                    <a:pt x="251446" y="374947"/>
                  </a:lnTo>
                  <a:lnTo>
                    <a:pt x="308527" y="384949"/>
                  </a:lnTo>
                  <a:lnTo>
                    <a:pt x="368911" y="391180"/>
                  </a:lnTo>
                  <a:lnTo>
                    <a:pt x="431879" y="393326"/>
                  </a:lnTo>
                  <a:lnTo>
                    <a:pt x="494690" y="391408"/>
                  </a:lnTo>
                  <a:lnTo>
                    <a:pt x="554969" y="385772"/>
                  </a:lnTo>
                  <a:lnTo>
                    <a:pt x="611988" y="376592"/>
                  </a:lnTo>
                  <a:lnTo>
                    <a:pt x="665021" y="364045"/>
                  </a:lnTo>
                  <a:lnTo>
                    <a:pt x="713342" y="348306"/>
                  </a:lnTo>
                  <a:lnTo>
                    <a:pt x="756222" y="329550"/>
                  </a:lnTo>
                  <a:lnTo>
                    <a:pt x="792937" y="307952"/>
                  </a:lnTo>
                  <a:lnTo>
                    <a:pt x="822757" y="283690"/>
                  </a:lnTo>
                  <a:lnTo>
                    <a:pt x="858811" y="227869"/>
                  </a:lnTo>
                  <a:lnTo>
                    <a:pt x="863590" y="196663"/>
                  </a:lnTo>
                  <a:lnTo>
                    <a:pt x="845947" y="136389"/>
                  </a:lnTo>
                  <a:lnTo>
                    <a:pt x="796015" y="85373"/>
                  </a:lnTo>
                  <a:lnTo>
                    <a:pt x="760346" y="63775"/>
                  </a:lnTo>
                  <a:lnTo>
                    <a:pt x="718290" y="45020"/>
                  </a:lnTo>
                  <a:lnTo>
                    <a:pt x="670409" y="29280"/>
                  </a:lnTo>
                  <a:lnTo>
                    <a:pt x="617266" y="16733"/>
                  </a:lnTo>
                  <a:lnTo>
                    <a:pt x="559422" y="7554"/>
                  </a:lnTo>
                  <a:lnTo>
                    <a:pt x="497439" y="1917"/>
                  </a:lnTo>
                  <a:lnTo>
                    <a:pt x="431879" y="0"/>
                  </a:lnTo>
                  <a:lnTo>
                    <a:pt x="366163" y="2146"/>
                  </a:lnTo>
                  <a:lnTo>
                    <a:pt x="304075" y="8376"/>
                  </a:lnTo>
                  <a:lnTo>
                    <a:pt x="246169" y="18378"/>
                  </a:lnTo>
                  <a:lnTo>
                    <a:pt x="193000" y="31839"/>
                  </a:lnTo>
                  <a:lnTo>
                    <a:pt x="145121" y="48447"/>
                  </a:lnTo>
                  <a:lnTo>
                    <a:pt x="103088" y="67888"/>
                  </a:lnTo>
                  <a:lnTo>
                    <a:pt x="67454" y="89851"/>
                  </a:lnTo>
                  <a:lnTo>
                    <a:pt x="17602" y="140090"/>
                  </a:lnTo>
                  <a:lnTo>
                    <a:pt x="4493" y="167741"/>
                  </a:lnTo>
                  <a:lnTo>
                    <a:pt x="0" y="196663"/>
                  </a:lnTo>
                </a:path>
              </a:pathLst>
            </a:custGeom>
            <a:ln w="3949">
              <a:solidFill>
                <a:srgbClr val="990033"/>
              </a:solidFill>
            </a:ln>
          </p:spPr>
          <p:txBody>
            <a:bodyPr wrap="square" lIns="0" tIns="0" rIns="0" bIns="0" rtlCol="0"/>
            <a:lstStyle/>
            <a:p>
              <a:endParaRPr/>
            </a:p>
          </p:txBody>
        </p:sp>
        <p:sp>
          <p:nvSpPr>
            <p:cNvPr id="11" name="object 11"/>
            <p:cNvSpPr txBox="1"/>
            <p:nvPr/>
          </p:nvSpPr>
          <p:spPr>
            <a:xfrm>
              <a:off x="9398665" y="2637636"/>
              <a:ext cx="925194" cy="214629"/>
            </a:xfrm>
            <a:prstGeom prst="rect">
              <a:avLst/>
            </a:prstGeom>
          </p:spPr>
          <p:txBody>
            <a:bodyPr vert="horz" wrap="square" lIns="0" tIns="17780" rIns="0" bIns="0" rtlCol="0">
              <a:spAutoFit/>
            </a:bodyPr>
            <a:lstStyle/>
            <a:p>
              <a:pPr marL="12700">
                <a:lnSpc>
                  <a:spcPct val="100000"/>
                </a:lnSpc>
                <a:spcBef>
                  <a:spcPts val="140"/>
                </a:spcBef>
              </a:pPr>
              <a:r>
                <a:rPr sz="1200" spc="175" dirty="0">
                  <a:latin typeface="Arial" panose="020B0604020202020204"/>
                  <a:cs typeface="Arial" panose="020B0604020202020204"/>
                </a:rPr>
                <a:t>Get</a:t>
              </a:r>
              <a:r>
                <a:rPr sz="1200" spc="-55" dirty="0">
                  <a:latin typeface="Arial" panose="020B0604020202020204"/>
                  <a:cs typeface="Arial" panose="020B0604020202020204"/>
                </a:rPr>
                <a:t> </a:t>
              </a:r>
              <a:r>
                <a:rPr sz="1200" spc="140" dirty="0">
                  <a:latin typeface="Arial" panose="020B0604020202020204"/>
                  <a:cs typeface="Arial" panose="020B0604020202020204"/>
                </a:rPr>
                <a:t>Status</a:t>
              </a:r>
              <a:endParaRPr sz="1200">
                <a:latin typeface="Arial" panose="020B0604020202020204"/>
                <a:cs typeface="Arial" panose="020B0604020202020204"/>
              </a:endParaRPr>
            </a:p>
          </p:txBody>
        </p:sp>
        <p:sp>
          <p:nvSpPr>
            <p:cNvPr id="12" name="object 12"/>
            <p:cNvSpPr/>
            <p:nvPr/>
          </p:nvSpPr>
          <p:spPr>
            <a:xfrm>
              <a:off x="9436092" y="2925841"/>
              <a:ext cx="851535" cy="344805"/>
            </a:xfrm>
            <a:custGeom>
              <a:avLst/>
              <a:gdLst/>
              <a:ahLst/>
              <a:cxnLst/>
              <a:rect l="l" t="t" r="r" b="b"/>
              <a:pathLst>
                <a:path w="851534" h="344804">
                  <a:moveTo>
                    <a:pt x="419177" y="0"/>
                  </a:moveTo>
                  <a:lnTo>
                    <a:pt x="347476" y="2287"/>
                  </a:lnTo>
                  <a:lnTo>
                    <a:pt x="280825" y="8875"/>
                  </a:lnTo>
                  <a:lnTo>
                    <a:pt x="219812" y="19352"/>
                  </a:lnTo>
                  <a:lnTo>
                    <a:pt x="165024" y="33308"/>
                  </a:lnTo>
                  <a:lnTo>
                    <a:pt x="117052" y="50331"/>
                  </a:lnTo>
                  <a:lnTo>
                    <a:pt x="76482" y="70010"/>
                  </a:lnTo>
                  <a:lnTo>
                    <a:pt x="43903" y="91934"/>
                  </a:lnTo>
                  <a:lnTo>
                    <a:pt x="5074" y="140871"/>
                  </a:lnTo>
                  <a:lnTo>
                    <a:pt x="0" y="167062"/>
                  </a:lnTo>
                  <a:lnTo>
                    <a:pt x="4483" y="193337"/>
                  </a:lnTo>
                  <a:lnTo>
                    <a:pt x="38516" y="241937"/>
                  </a:lnTo>
                  <a:lnTo>
                    <a:pt x="101895" y="283480"/>
                  </a:lnTo>
                  <a:lnTo>
                    <a:pt x="143059" y="300933"/>
                  </a:lnTo>
                  <a:lnTo>
                    <a:pt x="189726" y="315815"/>
                  </a:lnTo>
                  <a:lnTo>
                    <a:pt x="241282" y="327857"/>
                  </a:lnTo>
                  <a:lnTo>
                    <a:pt x="297117" y="336792"/>
                  </a:lnTo>
                  <a:lnTo>
                    <a:pt x="356619" y="342349"/>
                  </a:lnTo>
                  <a:lnTo>
                    <a:pt x="419176" y="344262"/>
                  </a:lnTo>
                  <a:lnTo>
                    <a:pt x="482106" y="342578"/>
                  </a:lnTo>
                  <a:lnTo>
                    <a:pt x="542467" y="337614"/>
                  </a:lnTo>
                  <a:lnTo>
                    <a:pt x="599537" y="329502"/>
                  </a:lnTo>
                  <a:lnTo>
                    <a:pt x="652594" y="318374"/>
                  </a:lnTo>
                  <a:lnTo>
                    <a:pt x="700919" y="304360"/>
                  </a:lnTo>
                  <a:lnTo>
                    <a:pt x="743788" y="287593"/>
                  </a:lnTo>
                  <a:lnTo>
                    <a:pt x="780481" y="268204"/>
                  </a:lnTo>
                  <a:lnTo>
                    <a:pt x="832451" y="222086"/>
                  </a:lnTo>
                  <a:lnTo>
                    <a:pt x="851056" y="167061"/>
                  </a:lnTo>
                  <a:lnTo>
                    <a:pt x="846560" y="141022"/>
                  </a:lnTo>
                  <a:lnTo>
                    <a:pt x="812255" y="94037"/>
                  </a:lnTo>
                  <a:lnTo>
                    <a:pt x="747911" y="55023"/>
                  </a:lnTo>
                  <a:lnTo>
                    <a:pt x="705866" y="38949"/>
                  </a:lnTo>
                  <a:lnTo>
                    <a:pt x="657982" y="25400"/>
                  </a:lnTo>
                  <a:lnTo>
                    <a:pt x="604814" y="14553"/>
                  </a:lnTo>
                  <a:lnTo>
                    <a:pt x="546920" y="6586"/>
                  </a:lnTo>
                  <a:lnTo>
                    <a:pt x="484855" y="1676"/>
                  </a:lnTo>
                  <a:lnTo>
                    <a:pt x="419177" y="0"/>
                  </a:lnTo>
                  <a:close/>
                </a:path>
              </a:pathLst>
            </a:custGeom>
            <a:solidFill>
              <a:srgbClr val="FFFFCC"/>
            </a:solidFill>
          </p:spPr>
          <p:txBody>
            <a:bodyPr wrap="square" lIns="0" tIns="0" rIns="0" bIns="0" rtlCol="0"/>
            <a:lstStyle/>
            <a:p>
              <a:endParaRPr/>
            </a:p>
          </p:txBody>
        </p:sp>
        <p:sp>
          <p:nvSpPr>
            <p:cNvPr id="13" name="object 13"/>
            <p:cNvSpPr/>
            <p:nvPr/>
          </p:nvSpPr>
          <p:spPr>
            <a:xfrm>
              <a:off x="9436092" y="2925841"/>
              <a:ext cx="851535" cy="344805"/>
            </a:xfrm>
            <a:custGeom>
              <a:avLst/>
              <a:gdLst/>
              <a:ahLst/>
              <a:cxnLst/>
              <a:rect l="l" t="t" r="r" b="b"/>
              <a:pathLst>
                <a:path w="851534" h="344804">
                  <a:moveTo>
                    <a:pt x="0" y="167062"/>
                  </a:moveTo>
                  <a:lnTo>
                    <a:pt x="4483" y="193337"/>
                  </a:lnTo>
                  <a:lnTo>
                    <a:pt x="17525" y="218385"/>
                  </a:lnTo>
                  <a:lnTo>
                    <a:pt x="38516" y="241937"/>
                  </a:lnTo>
                  <a:lnTo>
                    <a:pt x="101895" y="283480"/>
                  </a:lnTo>
                  <a:lnTo>
                    <a:pt x="143059" y="300933"/>
                  </a:lnTo>
                  <a:lnTo>
                    <a:pt x="189726" y="315815"/>
                  </a:lnTo>
                  <a:lnTo>
                    <a:pt x="241282" y="327857"/>
                  </a:lnTo>
                  <a:lnTo>
                    <a:pt x="297117" y="336792"/>
                  </a:lnTo>
                  <a:lnTo>
                    <a:pt x="356619" y="342349"/>
                  </a:lnTo>
                  <a:lnTo>
                    <a:pt x="419176" y="344262"/>
                  </a:lnTo>
                  <a:lnTo>
                    <a:pt x="482106" y="342578"/>
                  </a:lnTo>
                  <a:lnTo>
                    <a:pt x="542467" y="337614"/>
                  </a:lnTo>
                  <a:lnTo>
                    <a:pt x="599537" y="329502"/>
                  </a:lnTo>
                  <a:lnTo>
                    <a:pt x="652594" y="318374"/>
                  </a:lnTo>
                  <a:lnTo>
                    <a:pt x="700919" y="304360"/>
                  </a:lnTo>
                  <a:lnTo>
                    <a:pt x="743788" y="287593"/>
                  </a:lnTo>
                  <a:lnTo>
                    <a:pt x="780481" y="268204"/>
                  </a:lnTo>
                  <a:lnTo>
                    <a:pt x="832451" y="222086"/>
                  </a:lnTo>
                  <a:lnTo>
                    <a:pt x="851056" y="167061"/>
                  </a:lnTo>
                  <a:lnTo>
                    <a:pt x="846560" y="141022"/>
                  </a:lnTo>
                  <a:lnTo>
                    <a:pt x="812255" y="94037"/>
                  </a:lnTo>
                  <a:lnTo>
                    <a:pt x="747911" y="55023"/>
                  </a:lnTo>
                  <a:lnTo>
                    <a:pt x="705866" y="38949"/>
                  </a:lnTo>
                  <a:lnTo>
                    <a:pt x="657982" y="25400"/>
                  </a:lnTo>
                  <a:lnTo>
                    <a:pt x="604814" y="14553"/>
                  </a:lnTo>
                  <a:lnTo>
                    <a:pt x="546920" y="6586"/>
                  </a:lnTo>
                  <a:lnTo>
                    <a:pt x="484855" y="1676"/>
                  </a:lnTo>
                  <a:lnTo>
                    <a:pt x="419177" y="0"/>
                  </a:lnTo>
                  <a:lnTo>
                    <a:pt x="347476" y="2287"/>
                  </a:lnTo>
                  <a:lnTo>
                    <a:pt x="280825" y="8875"/>
                  </a:lnTo>
                  <a:lnTo>
                    <a:pt x="219812" y="19352"/>
                  </a:lnTo>
                  <a:lnTo>
                    <a:pt x="165024" y="33308"/>
                  </a:lnTo>
                  <a:lnTo>
                    <a:pt x="117052" y="50331"/>
                  </a:lnTo>
                  <a:lnTo>
                    <a:pt x="76482" y="70010"/>
                  </a:lnTo>
                  <a:lnTo>
                    <a:pt x="43903" y="91934"/>
                  </a:lnTo>
                  <a:lnTo>
                    <a:pt x="5074" y="140871"/>
                  </a:lnTo>
                  <a:lnTo>
                    <a:pt x="0" y="167062"/>
                  </a:lnTo>
                </a:path>
              </a:pathLst>
            </a:custGeom>
            <a:ln w="3919">
              <a:solidFill>
                <a:srgbClr val="990033"/>
              </a:solidFill>
            </a:ln>
          </p:spPr>
          <p:txBody>
            <a:bodyPr wrap="square" lIns="0" tIns="0" rIns="0" bIns="0" rtlCol="0"/>
            <a:lstStyle/>
            <a:p>
              <a:endParaRPr/>
            </a:p>
          </p:txBody>
        </p:sp>
        <p:sp>
          <p:nvSpPr>
            <p:cNvPr id="14" name="object 14"/>
            <p:cNvSpPr txBox="1"/>
            <p:nvPr/>
          </p:nvSpPr>
          <p:spPr>
            <a:xfrm>
              <a:off x="9262834" y="3326162"/>
              <a:ext cx="1207135" cy="214629"/>
            </a:xfrm>
            <a:prstGeom prst="rect">
              <a:avLst/>
            </a:prstGeom>
          </p:spPr>
          <p:txBody>
            <a:bodyPr vert="horz" wrap="square" lIns="0" tIns="17780" rIns="0" bIns="0" rtlCol="0">
              <a:spAutoFit/>
            </a:bodyPr>
            <a:lstStyle/>
            <a:p>
              <a:pPr marL="12700">
                <a:lnSpc>
                  <a:spcPct val="100000"/>
                </a:lnSpc>
                <a:spcBef>
                  <a:spcPts val="140"/>
                </a:spcBef>
              </a:pPr>
              <a:r>
                <a:rPr sz="1200" spc="190" dirty="0">
                  <a:latin typeface="Arial" panose="020B0604020202020204"/>
                  <a:cs typeface="Arial" panose="020B0604020202020204"/>
                </a:rPr>
                <a:t>Send</a:t>
              </a:r>
              <a:r>
                <a:rPr sz="1200" dirty="0">
                  <a:latin typeface="Arial" panose="020B0604020202020204"/>
                  <a:cs typeface="Arial" panose="020B0604020202020204"/>
                </a:rPr>
                <a:t> </a:t>
              </a:r>
              <a:r>
                <a:rPr sz="1200" spc="165" dirty="0">
                  <a:latin typeface="Arial" panose="020B0604020202020204"/>
                  <a:cs typeface="Arial" panose="020B0604020202020204"/>
                </a:rPr>
                <a:t>Catalog</a:t>
              </a:r>
              <a:endParaRPr sz="1200" dirty="0">
                <a:latin typeface="Arial" panose="020B0604020202020204"/>
                <a:cs typeface="Arial" panose="020B0604020202020204"/>
              </a:endParaRPr>
            </a:p>
          </p:txBody>
        </p:sp>
        <p:sp>
          <p:nvSpPr>
            <p:cNvPr id="15" name="object 15"/>
            <p:cNvSpPr/>
            <p:nvPr/>
          </p:nvSpPr>
          <p:spPr>
            <a:xfrm>
              <a:off x="8311190" y="2195998"/>
              <a:ext cx="206786" cy="117534"/>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8411927" y="2365180"/>
              <a:ext cx="0" cy="147955"/>
            </a:xfrm>
            <a:custGeom>
              <a:avLst/>
              <a:gdLst/>
              <a:ahLst/>
              <a:cxnLst/>
              <a:rect l="l" t="t" r="r" b="b"/>
              <a:pathLst>
                <a:path h="147955">
                  <a:moveTo>
                    <a:pt x="0" y="0"/>
                  </a:moveTo>
                  <a:lnTo>
                    <a:pt x="0" y="147599"/>
                  </a:lnTo>
                </a:path>
              </a:pathLst>
            </a:custGeom>
            <a:ln w="3175">
              <a:solidFill>
                <a:srgbClr val="990033"/>
              </a:solidFill>
            </a:ln>
          </p:spPr>
          <p:txBody>
            <a:bodyPr wrap="square" lIns="0" tIns="0" rIns="0" bIns="0" rtlCol="0"/>
            <a:lstStyle/>
            <a:p>
              <a:endParaRPr/>
            </a:p>
          </p:txBody>
        </p:sp>
        <p:sp>
          <p:nvSpPr>
            <p:cNvPr id="17" name="object 17"/>
            <p:cNvSpPr/>
            <p:nvPr/>
          </p:nvSpPr>
          <p:spPr>
            <a:xfrm>
              <a:off x="8251742" y="2404378"/>
              <a:ext cx="321310" cy="0"/>
            </a:xfrm>
            <a:custGeom>
              <a:avLst/>
              <a:gdLst/>
              <a:ahLst/>
              <a:cxnLst/>
              <a:rect l="l" t="t" r="r" b="b"/>
              <a:pathLst>
                <a:path w="321309">
                  <a:moveTo>
                    <a:pt x="0" y="0"/>
                  </a:moveTo>
                  <a:lnTo>
                    <a:pt x="320793" y="0"/>
                  </a:lnTo>
                </a:path>
              </a:pathLst>
            </a:custGeom>
            <a:ln w="3175">
              <a:solidFill>
                <a:srgbClr val="990033"/>
              </a:solidFill>
            </a:ln>
          </p:spPr>
          <p:txBody>
            <a:bodyPr wrap="square" lIns="0" tIns="0" rIns="0" bIns="0" rtlCol="0"/>
            <a:lstStyle/>
            <a:p>
              <a:endParaRPr/>
            </a:p>
          </p:txBody>
        </p:sp>
        <p:sp>
          <p:nvSpPr>
            <p:cNvPr id="18" name="object 18"/>
            <p:cNvSpPr/>
            <p:nvPr/>
          </p:nvSpPr>
          <p:spPr>
            <a:xfrm>
              <a:off x="8177747" y="2512779"/>
              <a:ext cx="469265" cy="177165"/>
            </a:xfrm>
            <a:custGeom>
              <a:avLst/>
              <a:gdLst/>
              <a:ahLst/>
              <a:cxnLst/>
              <a:rect l="l" t="t" r="r" b="b"/>
              <a:pathLst>
                <a:path w="469265" h="177164">
                  <a:moveTo>
                    <a:pt x="0" y="176794"/>
                  </a:moveTo>
                  <a:lnTo>
                    <a:pt x="234180" y="0"/>
                  </a:lnTo>
                  <a:lnTo>
                    <a:pt x="468784" y="176794"/>
                  </a:lnTo>
                </a:path>
              </a:pathLst>
            </a:custGeom>
            <a:ln w="3175">
              <a:solidFill>
                <a:srgbClr val="990033"/>
              </a:solidFill>
            </a:ln>
          </p:spPr>
          <p:txBody>
            <a:bodyPr wrap="square" lIns="0" tIns="0" rIns="0" bIns="0" rtlCol="0"/>
            <a:lstStyle/>
            <a:p>
              <a:endParaRPr/>
            </a:p>
          </p:txBody>
        </p:sp>
        <p:sp>
          <p:nvSpPr>
            <p:cNvPr id="19" name="object 19"/>
            <p:cNvSpPr txBox="1"/>
            <p:nvPr/>
          </p:nvSpPr>
          <p:spPr>
            <a:xfrm>
              <a:off x="7980050" y="2735901"/>
              <a:ext cx="868044" cy="214629"/>
            </a:xfrm>
            <a:prstGeom prst="rect">
              <a:avLst/>
            </a:prstGeom>
          </p:spPr>
          <p:txBody>
            <a:bodyPr vert="horz" wrap="square" lIns="0" tIns="17780" rIns="0" bIns="0" rtlCol="0">
              <a:spAutoFit/>
            </a:bodyPr>
            <a:lstStyle/>
            <a:p>
              <a:pPr marL="12700">
                <a:lnSpc>
                  <a:spcPct val="100000"/>
                </a:lnSpc>
                <a:spcBef>
                  <a:spcPts val="140"/>
                </a:spcBef>
              </a:pPr>
              <a:r>
                <a:rPr sz="1200" spc="290" dirty="0">
                  <a:latin typeface="Arial" panose="020B0604020202020204"/>
                  <a:cs typeface="Arial" panose="020B0604020202020204"/>
                </a:rPr>
                <a:t>C</a:t>
              </a:r>
              <a:r>
                <a:rPr sz="1200" spc="105" dirty="0">
                  <a:latin typeface="Arial" panose="020B0604020202020204"/>
                  <a:cs typeface="Arial" panose="020B0604020202020204"/>
                </a:rPr>
                <a:t>u</a:t>
              </a:r>
              <a:r>
                <a:rPr sz="1200" spc="175" dirty="0">
                  <a:latin typeface="Arial" panose="020B0604020202020204"/>
                  <a:cs typeface="Arial" panose="020B0604020202020204"/>
                </a:rPr>
                <a:t>s</a:t>
              </a:r>
              <a:r>
                <a:rPr sz="1200" spc="50" dirty="0">
                  <a:latin typeface="Arial" panose="020B0604020202020204"/>
                  <a:cs typeface="Arial" panose="020B0604020202020204"/>
                </a:rPr>
                <a:t>t</a:t>
              </a:r>
              <a:r>
                <a:rPr sz="1200" spc="200" dirty="0">
                  <a:latin typeface="Arial" panose="020B0604020202020204"/>
                  <a:cs typeface="Arial" panose="020B0604020202020204"/>
                </a:rPr>
                <a:t>o</a:t>
              </a:r>
              <a:r>
                <a:rPr sz="1200" spc="254" dirty="0">
                  <a:latin typeface="Arial" panose="020B0604020202020204"/>
                  <a:cs typeface="Arial" panose="020B0604020202020204"/>
                </a:rPr>
                <a:t>m</a:t>
              </a:r>
              <a:r>
                <a:rPr sz="1200" spc="200" dirty="0">
                  <a:latin typeface="Arial" panose="020B0604020202020204"/>
                  <a:cs typeface="Arial" panose="020B0604020202020204"/>
                </a:rPr>
                <a:t>e</a:t>
              </a:r>
              <a:r>
                <a:rPr sz="1200" spc="114" dirty="0">
                  <a:latin typeface="Arial" panose="020B0604020202020204"/>
                  <a:cs typeface="Arial" panose="020B0604020202020204"/>
                </a:rPr>
                <a:t>r</a:t>
              </a:r>
              <a:endParaRPr sz="1200">
                <a:latin typeface="Arial" panose="020B0604020202020204"/>
                <a:cs typeface="Arial" panose="020B0604020202020204"/>
              </a:endParaRPr>
            </a:p>
          </p:txBody>
        </p:sp>
        <p:sp>
          <p:nvSpPr>
            <p:cNvPr id="20" name="object 20"/>
            <p:cNvSpPr/>
            <p:nvPr/>
          </p:nvSpPr>
          <p:spPr>
            <a:xfrm>
              <a:off x="8979519" y="1932249"/>
              <a:ext cx="346075" cy="187325"/>
            </a:xfrm>
            <a:custGeom>
              <a:avLst/>
              <a:gdLst/>
              <a:ahLst/>
              <a:cxnLst/>
              <a:rect l="l" t="t" r="r" b="b"/>
              <a:pathLst>
                <a:path w="346075" h="187325">
                  <a:moveTo>
                    <a:pt x="0" y="186932"/>
                  </a:moveTo>
                  <a:lnTo>
                    <a:pt x="345639" y="0"/>
                  </a:lnTo>
                  <a:lnTo>
                    <a:pt x="258924" y="98399"/>
                  </a:lnTo>
                </a:path>
              </a:pathLst>
            </a:custGeom>
            <a:ln w="10287">
              <a:solidFill>
                <a:srgbClr val="990033"/>
              </a:solidFill>
            </a:ln>
          </p:spPr>
          <p:txBody>
            <a:bodyPr wrap="square" lIns="0" tIns="0" rIns="0" bIns="0" rtlCol="0"/>
            <a:lstStyle/>
            <a:p>
              <a:endParaRPr/>
            </a:p>
          </p:txBody>
        </p:sp>
        <p:sp>
          <p:nvSpPr>
            <p:cNvPr id="21" name="object 21"/>
            <p:cNvSpPr/>
            <p:nvPr/>
          </p:nvSpPr>
          <p:spPr>
            <a:xfrm>
              <a:off x="9176710" y="1932249"/>
              <a:ext cx="148590" cy="29845"/>
            </a:xfrm>
            <a:custGeom>
              <a:avLst/>
              <a:gdLst/>
              <a:ahLst/>
              <a:cxnLst/>
              <a:rect l="l" t="t" r="r" b="b"/>
              <a:pathLst>
                <a:path w="148590" h="29844">
                  <a:moveTo>
                    <a:pt x="148447" y="0"/>
                  </a:moveTo>
                  <a:lnTo>
                    <a:pt x="0" y="29600"/>
                  </a:lnTo>
                </a:path>
              </a:pathLst>
            </a:custGeom>
            <a:ln w="9824">
              <a:solidFill>
                <a:srgbClr val="990033"/>
              </a:solidFill>
            </a:ln>
          </p:spPr>
          <p:txBody>
            <a:bodyPr wrap="square" lIns="0" tIns="0" rIns="0" bIns="0" rtlCol="0"/>
            <a:lstStyle/>
            <a:p>
              <a:endParaRPr/>
            </a:p>
          </p:txBody>
        </p:sp>
        <p:sp>
          <p:nvSpPr>
            <p:cNvPr id="22" name="object 22"/>
            <p:cNvSpPr/>
            <p:nvPr/>
          </p:nvSpPr>
          <p:spPr>
            <a:xfrm>
              <a:off x="8633931" y="2119181"/>
              <a:ext cx="346075" cy="187325"/>
            </a:xfrm>
            <a:custGeom>
              <a:avLst/>
              <a:gdLst/>
              <a:ahLst/>
              <a:cxnLst/>
              <a:rect l="l" t="t" r="r" b="b"/>
              <a:pathLst>
                <a:path w="346075" h="187325">
                  <a:moveTo>
                    <a:pt x="345588" y="0"/>
                  </a:moveTo>
                  <a:lnTo>
                    <a:pt x="0" y="186932"/>
                  </a:lnTo>
                </a:path>
              </a:pathLst>
            </a:custGeom>
            <a:ln w="10287">
              <a:solidFill>
                <a:srgbClr val="990033"/>
              </a:solidFill>
            </a:ln>
          </p:spPr>
          <p:txBody>
            <a:bodyPr wrap="square" lIns="0" tIns="0" rIns="0" bIns="0" rtlCol="0"/>
            <a:lstStyle/>
            <a:p>
              <a:endParaRPr/>
            </a:p>
          </p:txBody>
        </p:sp>
        <p:sp>
          <p:nvSpPr>
            <p:cNvPr id="23" name="object 23"/>
            <p:cNvSpPr/>
            <p:nvPr/>
          </p:nvSpPr>
          <p:spPr>
            <a:xfrm>
              <a:off x="9028719" y="2394646"/>
              <a:ext cx="394970" cy="59690"/>
            </a:xfrm>
            <a:custGeom>
              <a:avLst/>
              <a:gdLst/>
              <a:ahLst/>
              <a:cxnLst/>
              <a:rect l="l" t="t" r="r" b="b"/>
              <a:pathLst>
                <a:path w="394970" h="59689">
                  <a:moveTo>
                    <a:pt x="0" y="19733"/>
                  </a:moveTo>
                  <a:lnTo>
                    <a:pt x="394839" y="0"/>
                  </a:lnTo>
                  <a:lnTo>
                    <a:pt x="246815" y="59066"/>
                  </a:lnTo>
                </a:path>
              </a:pathLst>
            </a:custGeom>
            <a:ln w="9784">
              <a:solidFill>
                <a:srgbClr val="990033"/>
              </a:solidFill>
            </a:ln>
          </p:spPr>
          <p:txBody>
            <a:bodyPr wrap="square" lIns="0" tIns="0" rIns="0" bIns="0" rtlCol="0"/>
            <a:lstStyle/>
            <a:p>
              <a:endParaRPr/>
            </a:p>
          </p:txBody>
        </p:sp>
        <p:sp>
          <p:nvSpPr>
            <p:cNvPr id="24" name="object 24"/>
            <p:cNvSpPr/>
            <p:nvPr/>
          </p:nvSpPr>
          <p:spPr>
            <a:xfrm>
              <a:off x="9275534" y="2355448"/>
              <a:ext cx="148590" cy="39370"/>
            </a:xfrm>
            <a:custGeom>
              <a:avLst/>
              <a:gdLst/>
              <a:ahLst/>
              <a:cxnLst/>
              <a:rect l="l" t="t" r="r" b="b"/>
              <a:pathLst>
                <a:path w="148590" h="39369">
                  <a:moveTo>
                    <a:pt x="148024" y="39197"/>
                  </a:moveTo>
                  <a:lnTo>
                    <a:pt x="0" y="0"/>
                  </a:lnTo>
                </a:path>
              </a:pathLst>
            </a:custGeom>
            <a:ln w="9891">
              <a:solidFill>
                <a:srgbClr val="990033"/>
              </a:solidFill>
            </a:ln>
          </p:spPr>
          <p:txBody>
            <a:bodyPr wrap="square" lIns="0" tIns="0" rIns="0" bIns="0" rtlCol="0"/>
            <a:lstStyle/>
            <a:p>
              <a:endParaRPr/>
            </a:p>
          </p:txBody>
        </p:sp>
        <p:sp>
          <p:nvSpPr>
            <p:cNvPr id="25" name="object 25"/>
            <p:cNvSpPr/>
            <p:nvPr/>
          </p:nvSpPr>
          <p:spPr>
            <a:xfrm>
              <a:off x="8633931" y="2414380"/>
              <a:ext cx="394970" cy="10160"/>
            </a:xfrm>
            <a:custGeom>
              <a:avLst/>
              <a:gdLst/>
              <a:ahLst/>
              <a:cxnLst/>
              <a:rect l="l" t="t" r="r" b="b"/>
              <a:pathLst>
                <a:path w="394970" h="10160">
                  <a:moveTo>
                    <a:pt x="394788" y="0"/>
                  </a:moveTo>
                  <a:lnTo>
                    <a:pt x="0" y="9731"/>
                  </a:lnTo>
                </a:path>
              </a:pathLst>
            </a:custGeom>
            <a:ln w="9732">
              <a:solidFill>
                <a:srgbClr val="990033"/>
              </a:solidFill>
            </a:ln>
          </p:spPr>
          <p:txBody>
            <a:bodyPr wrap="square" lIns="0" tIns="0" rIns="0" bIns="0" rtlCol="0"/>
            <a:lstStyle/>
            <a:p>
              <a:endParaRPr/>
            </a:p>
          </p:txBody>
        </p:sp>
        <p:sp>
          <p:nvSpPr>
            <p:cNvPr id="26" name="object 26"/>
            <p:cNvSpPr/>
            <p:nvPr/>
          </p:nvSpPr>
          <p:spPr>
            <a:xfrm>
              <a:off x="9041337" y="2719175"/>
              <a:ext cx="419734" cy="197485"/>
            </a:xfrm>
            <a:custGeom>
              <a:avLst/>
              <a:gdLst/>
              <a:ahLst/>
              <a:cxnLst/>
              <a:rect l="l" t="t" r="r" b="b"/>
              <a:pathLst>
                <a:path w="419734" h="197485">
                  <a:moveTo>
                    <a:pt x="0" y="0"/>
                  </a:moveTo>
                  <a:lnTo>
                    <a:pt x="419143" y="196934"/>
                  </a:lnTo>
                  <a:lnTo>
                    <a:pt x="320742" y="98264"/>
                  </a:lnTo>
                </a:path>
              </a:pathLst>
            </a:custGeom>
            <a:ln w="10175">
              <a:solidFill>
                <a:srgbClr val="990033"/>
              </a:solidFill>
            </a:ln>
          </p:spPr>
          <p:txBody>
            <a:bodyPr wrap="square" lIns="0" tIns="0" rIns="0" bIns="0" rtlCol="0"/>
            <a:lstStyle/>
            <a:p>
              <a:endParaRPr/>
            </a:p>
          </p:txBody>
        </p:sp>
        <p:sp>
          <p:nvSpPr>
            <p:cNvPr id="27" name="object 27"/>
            <p:cNvSpPr/>
            <p:nvPr/>
          </p:nvSpPr>
          <p:spPr>
            <a:xfrm>
              <a:off x="9312456" y="2896240"/>
              <a:ext cx="148590" cy="20320"/>
            </a:xfrm>
            <a:custGeom>
              <a:avLst/>
              <a:gdLst/>
              <a:ahLst/>
              <a:cxnLst/>
              <a:rect l="l" t="t" r="r" b="b"/>
              <a:pathLst>
                <a:path w="148590" h="20319">
                  <a:moveTo>
                    <a:pt x="148024" y="19869"/>
                  </a:moveTo>
                  <a:lnTo>
                    <a:pt x="0" y="0"/>
                  </a:lnTo>
                </a:path>
              </a:pathLst>
            </a:custGeom>
            <a:ln w="9774">
              <a:solidFill>
                <a:srgbClr val="990033"/>
              </a:solidFill>
            </a:ln>
          </p:spPr>
          <p:txBody>
            <a:bodyPr wrap="square" lIns="0" tIns="0" rIns="0" bIns="0" rtlCol="0"/>
            <a:lstStyle/>
            <a:p>
              <a:endParaRPr/>
            </a:p>
          </p:txBody>
        </p:sp>
        <p:sp>
          <p:nvSpPr>
            <p:cNvPr id="28" name="object 28"/>
            <p:cNvSpPr/>
            <p:nvPr/>
          </p:nvSpPr>
          <p:spPr>
            <a:xfrm>
              <a:off x="8633931" y="2542245"/>
              <a:ext cx="407670" cy="177165"/>
            </a:xfrm>
            <a:custGeom>
              <a:avLst/>
              <a:gdLst/>
              <a:ahLst/>
              <a:cxnLst/>
              <a:rect l="l" t="t" r="r" b="b"/>
              <a:pathLst>
                <a:path w="407670" h="177164">
                  <a:moveTo>
                    <a:pt x="407406" y="176929"/>
                  </a:moveTo>
                  <a:lnTo>
                    <a:pt x="0" y="0"/>
                  </a:lnTo>
                </a:path>
              </a:pathLst>
            </a:custGeom>
            <a:ln w="10121">
              <a:solidFill>
                <a:srgbClr val="990033"/>
              </a:solidFill>
            </a:ln>
          </p:spPr>
          <p:txBody>
            <a:bodyPr wrap="square" lIns="0" tIns="0" rIns="0" bIns="0" rtlCol="0"/>
            <a:lstStyle/>
            <a:p>
              <a:endParaRPr/>
            </a:p>
          </p:txBody>
        </p:sp>
        <p:sp>
          <p:nvSpPr>
            <p:cNvPr id="29" name="object 29"/>
            <p:cNvSpPr/>
            <p:nvPr/>
          </p:nvSpPr>
          <p:spPr>
            <a:xfrm>
              <a:off x="9436092" y="3702630"/>
              <a:ext cx="851535" cy="354330"/>
            </a:xfrm>
            <a:custGeom>
              <a:avLst/>
              <a:gdLst/>
              <a:ahLst/>
              <a:cxnLst/>
              <a:rect l="l" t="t" r="r" b="b"/>
              <a:pathLst>
                <a:path w="851534" h="354329">
                  <a:moveTo>
                    <a:pt x="419177" y="0"/>
                  </a:moveTo>
                  <a:lnTo>
                    <a:pt x="353795" y="1909"/>
                  </a:lnTo>
                  <a:lnTo>
                    <a:pt x="292541" y="7458"/>
                  </a:lnTo>
                  <a:lnTo>
                    <a:pt x="235859" y="16379"/>
                  </a:lnTo>
                  <a:lnTo>
                    <a:pt x="184189" y="28406"/>
                  </a:lnTo>
                  <a:lnTo>
                    <a:pt x="137975" y="43270"/>
                  </a:lnTo>
                  <a:lnTo>
                    <a:pt x="97658" y="60705"/>
                  </a:lnTo>
                  <a:lnTo>
                    <a:pt x="63680" y="80441"/>
                  </a:lnTo>
                  <a:lnTo>
                    <a:pt x="16509" y="125753"/>
                  </a:lnTo>
                  <a:lnTo>
                    <a:pt x="0" y="177065"/>
                  </a:lnTo>
                  <a:lnTo>
                    <a:pt x="4483" y="203370"/>
                  </a:lnTo>
                  <a:lnTo>
                    <a:pt x="38517" y="251999"/>
                  </a:lnTo>
                  <a:lnTo>
                    <a:pt x="101895" y="293538"/>
                  </a:lnTo>
                  <a:lnTo>
                    <a:pt x="143059" y="310981"/>
                  </a:lnTo>
                  <a:lnTo>
                    <a:pt x="189726" y="325852"/>
                  </a:lnTo>
                  <a:lnTo>
                    <a:pt x="241282" y="337882"/>
                  </a:lnTo>
                  <a:lnTo>
                    <a:pt x="297117" y="346806"/>
                  </a:lnTo>
                  <a:lnTo>
                    <a:pt x="356619" y="352355"/>
                  </a:lnTo>
                  <a:lnTo>
                    <a:pt x="419176" y="354265"/>
                  </a:lnTo>
                  <a:lnTo>
                    <a:pt x="482106" y="352581"/>
                  </a:lnTo>
                  <a:lnTo>
                    <a:pt x="542467" y="347617"/>
                  </a:lnTo>
                  <a:lnTo>
                    <a:pt x="599537" y="339505"/>
                  </a:lnTo>
                  <a:lnTo>
                    <a:pt x="652594" y="328376"/>
                  </a:lnTo>
                  <a:lnTo>
                    <a:pt x="700919" y="314362"/>
                  </a:lnTo>
                  <a:lnTo>
                    <a:pt x="743788" y="297595"/>
                  </a:lnTo>
                  <a:lnTo>
                    <a:pt x="780481" y="278206"/>
                  </a:lnTo>
                  <a:lnTo>
                    <a:pt x="832451" y="232089"/>
                  </a:lnTo>
                  <a:lnTo>
                    <a:pt x="851056" y="177064"/>
                  </a:lnTo>
                  <a:lnTo>
                    <a:pt x="846560" y="148598"/>
                  </a:lnTo>
                  <a:lnTo>
                    <a:pt x="812255" y="98002"/>
                  </a:lnTo>
                  <a:lnTo>
                    <a:pt x="747911" y="56756"/>
                  </a:lnTo>
                  <a:lnTo>
                    <a:pt x="705866" y="39980"/>
                  </a:lnTo>
                  <a:lnTo>
                    <a:pt x="657982" y="25949"/>
                  </a:lnTo>
                  <a:lnTo>
                    <a:pt x="604814" y="14800"/>
                  </a:lnTo>
                  <a:lnTo>
                    <a:pt x="546920" y="6668"/>
                  </a:lnTo>
                  <a:lnTo>
                    <a:pt x="484855" y="1689"/>
                  </a:lnTo>
                  <a:lnTo>
                    <a:pt x="419177" y="0"/>
                  </a:lnTo>
                  <a:close/>
                </a:path>
              </a:pathLst>
            </a:custGeom>
            <a:solidFill>
              <a:srgbClr val="FFFFCC"/>
            </a:solidFill>
          </p:spPr>
          <p:txBody>
            <a:bodyPr wrap="square" lIns="0" tIns="0" rIns="0" bIns="0" rtlCol="0"/>
            <a:lstStyle/>
            <a:p>
              <a:endParaRPr/>
            </a:p>
          </p:txBody>
        </p:sp>
        <p:sp>
          <p:nvSpPr>
            <p:cNvPr id="30" name="object 30"/>
            <p:cNvSpPr/>
            <p:nvPr/>
          </p:nvSpPr>
          <p:spPr>
            <a:xfrm>
              <a:off x="9436092" y="3702630"/>
              <a:ext cx="851535" cy="354330"/>
            </a:xfrm>
            <a:custGeom>
              <a:avLst/>
              <a:gdLst/>
              <a:ahLst/>
              <a:cxnLst/>
              <a:rect l="l" t="t" r="r" b="b"/>
              <a:pathLst>
                <a:path w="851534" h="354329">
                  <a:moveTo>
                    <a:pt x="0" y="177065"/>
                  </a:moveTo>
                  <a:lnTo>
                    <a:pt x="4483" y="203370"/>
                  </a:lnTo>
                  <a:lnTo>
                    <a:pt x="17526" y="228438"/>
                  </a:lnTo>
                  <a:lnTo>
                    <a:pt x="38517" y="251999"/>
                  </a:lnTo>
                  <a:lnTo>
                    <a:pt x="66843" y="273788"/>
                  </a:lnTo>
                  <a:lnTo>
                    <a:pt x="101895" y="293538"/>
                  </a:lnTo>
                  <a:lnTo>
                    <a:pt x="143059" y="310981"/>
                  </a:lnTo>
                  <a:lnTo>
                    <a:pt x="189726" y="325852"/>
                  </a:lnTo>
                  <a:lnTo>
                    <a:pt x="241282" y="337882"/>
                  </a:lnTo>
                  <a:lnTo>
                    <a:pt x="297117" y="346806"/>
                  </a:lnTo>
                  <a:lnTo>
                    <a:pt x="356619" y="352355"/>
                  </a:lnTo>
                  <a:lnTo>
                    <a:pt x="419176" y="354265"/>
                  </a:lnTo>
                  <a:lnTo>
                    <a:pt x="482106" y="352581"/>
                  </a:lnTo>
                  <a:lnTo>
                    <a:pt x="542467" y="347617"/>
                  </a:lnTo>
                  <a:lnTo>
                    <a:pt x="599537" y="339505"/>
                  </a:lnTo>
                  <a:lnTo>
                    <a:pt x="652594" y="328376"/>
                  </a:lnTo>
                  <a:lnTo>
                    <a:pt x="700919" y="314362"/>
                  </a:lnTo>
                  <a:lnTo>
                    <a:pt x="743788" y="297595"/>
                  </a:lnTo>
                  <a:lnTo>
                    <a:pt x="780481" y="278206"/>
                  </a:lnTo>
                  <a:lnTo>
                    <a:pt x="832451" y="232089"/>
                  </a:lnTo>
                  <a:lnTo>
                    <a:pt x="851056" y="177064"/>
                  </a:lnTo>
                  <a:lnTo>
                    <a:pt x="846560" y="148598"/>
                  </a:lnTo>
                  <a:lnTo>
                    <a:pt x="833440" y="122199"/>
                  </a:lnTo>
                  <a:lnTo>
                    <a:pt x="783559" y="76142"/>
                  </a:lnTo>
                  <a:lnTo>
                    <a:pt x="747911" y="56756"/>
                  </a:lnTo>
                  <a:lnTo>
                    <a:pt x="705866" y="39980"/>
                  </a:lnTo>
                  <a:lnTo>
                    <a:pt x="657982" y="25949"/>
                  </a:lnTo>
                  <a:lnTo>
                    <a:pt x="604814" y="14800"/>
                  </a:lnTo>
                  <a:lnTo>
                    <a:pt x="546920" y="6668"/>
                  </a:lnTo>
                  <a:lnTo>
                    <a:pt x="484855" y="1689"/>
                  </a:lnTo>
                  <a:lnTo>
                    <a:pt x="419177" y="0"/>
                  </a:lnTo>
                  <a:lnTo>
                    <a:pt x="353795" y="1909"/>
                  </a:lnTo>
                  <a:lnTo>
                    <a:pt x="292541" y="7458"/>
                  </a:lnTo>
                  <a:lnTo>
                    <a:pt x="235859" y="16379"/>
                  </a:lnTo>
                  <a:lnTo>
                    <a:pt x="184189" y="28406"/>
                  </a:lnTo>
                  <a:lnTo>
                    <a:pt x="137975" y="43270"/>
                  </a:lnTo>
                  <a:lnTo>
                    <a:pt x="97658" y="60705"/>
                  </a:lnTo>
                  <a:lnTo>
                    <a:pt x="63680" y="80441"/>
                  </a:lnTo>
                  <a:lnTo>
                    <a:pt x="16509" y="125753"/>
                  </a:lnTo>
                  <a:lnTo>
                    <a:pt x="4201" y="150792"/>
                  </a:lnTo>
                  <a:lnTo>
                    <a:pt x="0" y="177065"/>
                  </a:lnTo>
                </a:path>
              </a:pathLst>
            </a:custGeom>
            <a:ln w="3926">
              <a:solidFill>
                <a:srgbClr val="990033"/>
              </a:solidFill>
            </a:ln>
          </p:spPr>
          <p:txBody>
            <a:bodyPr wrap="square" lIns="0" tIns="0" rIns="0" bIns="0" rtlCol="0"/>
            <a:lstStyle/>
            <a:p>
              <a:endParaRPr/>
            </a:p>
          </p:txBody>
        </p:sp>
        <p:sp>
          <p:nvSpPr>
            <p:cNvPr id="31" name="object 31"/>
            <p:cNvSpPr txBox="1"/>
            <p:nvPr/>
          </p:nvSpPr>
          <p:spPr>
            <a:xfrm>
              <a:off x="9275367" y="4103222"/>
              <a:ext cx="1176020" cy="214629"/>
            </a:xfrm>
            <a:prstGeom prst="rect">
              <a:avLst/>
            </a:prstGeom>
          </p:spPr>
          <p:txBody>
            <a:bodyPr vert="horz" wrap="square" lIns="0" tIns="17780" rIns="0" bIns="0" rtlCol="0">
              <a:spAutoFit/>
            </a:bodyPr>
            <a:lstStyle/>
            <a:p>
              <a:pPr marL="12700">
                <a:lnSpc>
                  <a:spcPct val="100000"/>
                </a:lnSpc>
                <a:spcBef>
                  <a:spcPts val="140"/>
                </a:spcBef>
              </a:pPr>
              <a:r>
                <a:rPr sz="1200" spc="175" dirty="0">
                  <a:latin typeface="Arial" panose="020B0604020202020204"/>
                  <a:cs typeface="Arial" panose="020B0604020202020204"/>
                </a:rPr>
                <a:t>Cancel</a:t>
              </a:r>
              <a:r>
                <a:rPr sz="1200" spc="-60" dirty="0">
                  <a:latin typeface="Arial" panose="020B0604020202020204"/>
                  <a:cs typeface="Arial" panose="020B0604020202020204"/>
                </a:rPr>
                <a:t> </a:t>
              </a:r>
              <a:r>
                <a:rPr sz="1200" spc="165" dirty="0">
                  <a:latin typeface="Arial" panose="020B0604020202020204"/>
                  <a:cs typeface="Arial" panose="020B0604020202020204"/>
                </a:rPr>
                <a:t>Order</a:t>
              </a:r>
              <a:endParaRPr sz="1200">
                <a:latin typeface="Arial" panose="020B0604020202020204"/>
                <a:cs typeface="Arial" panose="020B0604020202020204"/>
              </a:endParaRPr>
            </a:p>
          </p:txBody>
        </p:sp>
        <p:sp>
          <p:nvSpPr>
            <p:cNvPr id="32" name="object 32"/>
            <p:cNvSpPr/>
            <p:nvPr/>
          </p:nvSpPr>
          <p:spPr>
            <a:xfrm>
              <a:off x="9263340" y="3289568"/>
              <a:ext cx="419734" cy="413384"/>
            </a:xfrm>
            <a:custGeom>
              <a:avLst/>
              <a:gdLst/>
              <a:ahLst/>
              <a:cxnLst/>
              <a:rect l="l" t="t" r="r" b="b"/>
              <a:pathLst>
                <a:path w="419734" h="413385">
                  <a:moveTo>
                    <a:pt x="0" y="0"/>
                  </a:moveTo>
                  <a:lnTo>
                    <a:pt x="419516" y="413061"/>
                  </a:lnTo>
                  <a:lnTo>
                    <a:pt x="369892" y="295198"/>
                  </a:lnTo>
                </a:path>
              </a:pathLst>
            </a:custGeom>
            <a:ln w="10942">
              <a:solidFill>
                <a:srgbClr val="990033"/>
              </a:solidFill>
            </a:ln>
          </p:spPr>
          <p:txBody>
            <a:bodyPr wrap="square" lIns="0" tIns="0" rIns="0" bIns="0" rtlCol="0"/>
            <a:lstStyle/>
            <a:p>
              <a:endParaRPr/>
            </a:p>
          </p:txBody>
        </p:sp>
        <p:sp>
          <p:nvSpPr>
            <p:cNvPr id="33" name="object 33"/>
            <p:cNvSpPr/>
            <p:nvPr/>
          </p:nvSpPr>
          <p:spPr>
            <a:xfrm>
              <a:off x="9534493" y="3643833"/>
              <a:ext cx="148590" cy="59055"/>
            </a:xfrm>
            <a:custGeom>
              <a:avLst/>
              <a:gdLst/>
              <a:ahLst/>
              <a:cxnLst/>
              <a:rect l="l" t="t" r="r" b="b"/>
              <a:pathLst>
                <a:path w="148590" h="59054">
                  <a:moveTo>
                    <a:pt x="148363" y="58796"/>
                  </a:moveTo>
                  <a:lnTo>
                    <a:pt x="0" y="0"/>
                  </a:lnTo>
                </a:path>
              </a:pathLst>
            </a:custGeom>
            <a:ln w="10064">
              <a:solidFill>
                <a:srgbClr val="990033"/>
              </a:solidFill>
            </a:ln>
          </p:spPr>
          <p:txBody>
            <a:bodyPr wrap="square" lIns="0" tIns="0" rIns="0" bIns="0" rtlCol="0"/>
            <a:lstStyle/>
            <a:p>
              <a:endParaRPr/>
            </a:p>
          </p:txBody>
        </p:sp>
        <p:sp>
          <p:nvSpPr>
            <p:cNvPr id="34" name="object 34"/>
            <p:cNvSpPr/>
            <p:nvPr/>
          </p:nvSpPr>
          <p:spPr>
            <a:xfrm>
              <a:off x="8856340" y="2876506"/>
              <a:ext cx="407034" cy="413384"/>
            </a:xfrm>
            <a:custGeom>
              <a:avLst/>
              <a:gdLst/>
              <a:ahLst/>
              <a:cxnLst/>
              <a:rect l="l" t="t" r="r" b="b"/>
              <a:pathLst>
                <a:path w="407034" h="413385">
                  <a:moveTo>
                    <a:pt x="406999" y="413061"/>
                  </a:moveTo>
                  <a:lnTo>
                    <a:pt x="0" y="0"/>
                  </a:lnTo>
                </a:path>
              </a:pathLst>
            </a:custGeom>
            <a:ln w="10979">
              <a:solidFill>
                <a:srgbClr val="990033"/>
              </a:solidFill>
            </a:ln>
          </p:spPr>
          <p:txBody>
            <a:bodyPr wrap="square" lIns="0" tIns="0" rIns="0" bIns="0" rtlCol="0"/>
            <a:lstStyle/>
            <a:p>
              <a:endParaRPr/>
            </a:p>
          </p:txBody>
        </p:sp>
        <p:sp>
          <p:nvSpPr>
            <p:cNvPr id="35" name="object 35"/>
            <p:cNvSpPr/>
            <p:nvPr/>
          </p:nvSpPr>
          <p:spPr>
            <a:xfrm>
              <a:off x="9436092" y="4430759"/>
              <a:ext cx="851535" cy="354330"/>
            </a:xfrm>
            <a:custGeom>
              <a:avLst/>
              <a:gdLst/>
              <a:ahLst/>
              <a:cxnLst/>
              <a:rect l="l" t="t" r="r" b="b"/>
              <a:pathLst>
                <a:path w="851534" h="354329">
                  <a:moveTo>
                    <a:pt x="419177" y="0"/>
                  </a:moveTo>
                  <a:lnTo>
                    <a:pt x="353795" y="1899"/>
                  </a:lnTo>
                  <a:lnTo>
                    <a:pt x="292541" y="7423"/>
                  </a:lnTo>
                  <a:lnTo>
                    <a:pt x="235859" y="16308"/>
                  </a:lnTo>
                  <a:lnTo>
                    <a:pt x="184189" y="28291"/>
                  </a:lnTo>
                  <a:lnTo>
                    <a:pt x="137975" y="43108"/>
                  </a:lnTo>
                  <a:lnTo>
                    <a:pt x="97658" y="60496"/>
                  </a:lnTo>
                  <a:lnTo>
                    <a:pt x="63680" y="80193"/>
                  </a:lnTo>
                  <a:lnTo>
                    <a:pt x="16509" y="125457"/>
                  </a:lnTo>
                  <a:lnTo>
                    <a:pt x="0" y="176794"/>
                  </a:lnTo>
                  <a:lnTo>
                    <a:pt x="4483" y="203066"/>
                  </a:lnTo>
                  <a:lnTo>
                    <a:pt x="38516" y="251645"/>
                  </a:lnTo>
                  <a:lnTo>
                    <a:pt x="101895" y="293154"/>
                  </a:lnTo>
                  <a:lnTo>
                    <a:pt x="143059" y="310588"/>
                  </a:lnTo>
                  <a:lnTo>
                    <a:pt x="189726" y="325452"/>
                  </a:lnTo>
                  <a:lnTo>
                    <a:pt x="241282" y="337479"/>
                  </a:lnTo>
                  <a:lnTo>
                    <a:pt x="297117" y="346401"/>
                  </a:lnTo>
                  <a:lnTo>
                    <a:pt x="356619" y="351950"/>
                  </a:lnTo>
                  <a:lnTo>
                    <a:pt x="419176" y="353859"/>
                  </a:lnTo>
                  <a:lnTo>
                    <a:pt x="482106" y="352178"/>
                  </a:lnTo>
                  <a:lnTo>
                    <a:pt x="542467" y="347223"/>
                  </a:lnTo>
                  <a:lnTo>
                    <a:pt x="599537" y="339124"/>
                  </a:lnTo>
                  <a:lnTo>
                    <a:pt x="652594" y="328011"/>
                  </a:lnTo>
                  <a:lnTo>
                    <a:pt x="700919" y="314015"/>
                  </a:lnTo>
                  <a:lnTo>
                    <a:pt x="743788" y="297267"/>
                  </a:lnTo>
                  <a:lnTo>
                    <a:pt x="780481" y="277895"/>
                  </a:lnTo>
                  <a:lnTo>
                    <a:pt x="832451" y="231807"/>
                  </a:lnTo>
                  <a:lnTo>
                    <a:pt x="851056" y="176793"/>
                  </a:lnTo>
                  <a:lnTo>
                    <a:pt x="846560" y="148304"/>
                  </a:lnTo>
                  <a:lnTo>
                    <a:pt x="812254" y="97722"/>
                  </a:lnTo>
                  <a:lnTo>
                    <a:pt x="747911" y="56548"/>
                  </a:lnTo>
                  <a:lnTo>
                    <a:pt x="705866" y="39818"/>
                  </a:lnTo>
                  <a:lnTo>
                    <a:pt x="657982" y="25834"/>
                  </a:lnTo>
                  <a:lnTo>
                    <a:pt x="604814" y="14729"/>
                  </a:lnTo>
                  <a:lnTo>
                    <a:pt x="546920" y="6634"/>
                  </a:lnTo>
                  <a:lnTo>
                    <a:pt x="484855" y="1680"/>
                  </a:lnTo>
                  <a:lnTo>
                    <a:pt x="419177" y="0"/>
                  </a:lnTo>
                  <a:close/>
                </a:path>
              </a:pathLst>
            </a:custGeom>
            <a:solidFill>
              <a:srgbClr val="FFFFCC"/>
            </a:solidFill>
          </p:spPr>
          <p:txBody>
            <a:bodyPr wrap="square" lIns="0" tIns="0" rIns="0" bIns="0" rtlCol="0"/>
            <a:lstStyle/>
            <a:p>
              <a:endParaRPr/>
            </a:p>
          </p:txBody>
        </p:sp>
        <p:sp>
          <p:nvSpPr>
            <p:cNvPr id="36" name="object 36"/>
            <p:cNvSpPr/>
            <p:nvPr/>
          </p:nvSpPr>
          <p:spPr>
            <a:xfrm>
              <a:off x="9436092" y="4430759"/>
              <a:ext cx="851535" cy="354330"/>
            </a:xfrm>
            <a:custGeom>
              <a:avLst/>
              <a:gdLst/>
              <a:ahLst/>
              <a:cxnLst/>
              <a:rect l="l" t="t" r="r" b="b"/>
              <a:pathLst>
                <a:path w="851534" h="354329">
                  <a:moveTo>
                    <a:pt x="0" y="176794"/>
                  </a:moveTo>
                  <a:lnTo>
                    <a:pt x="0" y="176794"/>
                  </a:lnTo>
                  <a:lnTo>
                    <a:pt x="4483" y="203066"/>
                  </a:lnTo>
                  <a:lnTo>
                    <a:pt x="17526" y="228106"/>
                  </a:lnTo>
                  <a:lnTo>
                    <a:pt x="38516" y="251645"/>
                  </a:lnTo>
                  <a:lnTo>
                    <a:pt x="66843" y="273417"/>
                  </a:lnTo>
                  <a:lnTo>
                    <a:pt x="101895" y="293154"/>
                  </a:lnTo>
                  <a:lnTo>
                    <a:pt x="143059" y="310588"/>
                  </a:lnTo>
                  <a:lnTo>
                    <a:pt x="189726" y="325452"/>
                  </a:lnTo>
                  <a:lnTo>
                    <a:pt x="241282" y="337479"/>
                  </a:lnTo>
                  <a:lnTo>
                    <a:pt x="297117" y="346401"/>
                  </a:lnTo>
                  <a:lnTo>
                    <a:pt x="356619" y="351950"/>
                  </a:lnTo>
                  <a:lnTo>
                    <a:pt x="419176" y="353859"/>
                  </a:lnTo>
                  <a:lnTo>
                    <a:pt x="482106" y="352178"/>
                  </a:lnTo>
                  <a:lnTo>
                    <a:pt x="542467" y="347223"/>
                  </a:lnTo>
                  <a:lnTo>
                    <a:pt x="599537" y="339124"/>
                  </a:lnTo>
                  <a:lnTo>
                    <a:pt x="652594" y="328011"/>
                  </a:lnTo>
                  <a:lnTo>
                    <a:pt x="700919" y="314015"/>
                  </a:lnTo>
                  <a:lnTo>
                    <a:pt x="743788" y="297267"/>
                  </a:lnTo>
                  <a:lnTo>
                    <a:pt x="780481" y="277895"/>
                  </a:lnTo>
                  <a:lnTo>
                    <a:pt x="832451" y="231807"/>
                  </a:lnTo>
                  <a:lnTo>
                    <a:pt x="851056" y="176793"/>
                  </a:lnTo>
                  <a:lnTo>
                    <a:pt x="846560" y="148304"/>
                  </a:lnTo>
                  <a:lnTo>
                    <a:pt x="833440" y="121903"/>
                  </a:lnTo>
                  <a:lnTo>
                    <a:pt x="833440" y="121903"/>
                  </a:lnTo>
                  <a:lnTo>
                    <a:pt x="705866" y="39818"/>
                  </a:lnTo>
                  <a:lnTo>
                    <a:pt x="657982" y="25834"/>
                  </a:lnTo>
                  <a:lnTo>
                    <a:pt x="604814" y="14729"/>
                  </a:lnTo>
                  <a:lnTo>
                    <a:pt x="546920" y="6634"/>
                  </a:lnTo>
                  <a:lnTo>
                    <a:pt x="484855" y="1680"/>
                  </a:lnTo>
                  <a:lnTo>
                    <a:pt x="419177" y="0"/>
                  </a:lnTo>
                  <a:lnTo>
                    <a:pt x="353795" y="1899"/>
                  </a:lnTo>
                  <a:lnTo>
                    <a:pt x="292541" y="7423"/>
                  </a:lnTo>
                  <a:lnTo>
                    <a:pt x="235859" y="16308"/>
                  </a:lnTo>
                  <a:lnTo>
                    <a:pt x="184189" y="28291"/>
                  </a:lnTo>
                  <a:lnTo>
                    <a:pt x="137975" y="43108"/>
                  </a:lnTo>
                  <a:lnTo>
                    <a:pt x="97658" y="60496"/>
                  </a:lnTo>
                  <a:lnTo>
                    <a:pt x="63680" y="80193"/>
                  </a:lnTo>
                  <a:lnTo>
                    <a:pt x="16509" y="125457"/>
                  </a:lnTo>
                  <a:lnTo>
                    <a:pt x="4201" y="150498"/>
                  </a:lnTo>
                  <a:lnTo>
                    <a:pt x="0" y="176794"/>
                  </a:lnTo>
                </a:path>
              </a:pathLst>
            </a:custGeom>
            <a:ln w="3925">
              <a:solidFill>
                <a:srgbClr val="990033"/>
              </a:solidFill>
            </a:ln>
          </p:spPr>
          <p:txBody>
            <a:bodyPr wrap="square" lIns="0" tIns="0" rIns="0" bIns="0" rtlCol="0"/>
            <a:lstStyle/>
            <a:p>
              <a:endParaRPr/>
            </a:p>
          </p:txBody>
        </p:sp>
        <p:sp>
          <p:nvSpPr>
            <p:cNvPr id="37" name="object 37"/>
            <p:cNvSpPr txBox="1"/>
            <p:nvPr/>
          </p:nvSpPr>
          <p:spPr>
            <a:xfrm>
              <a:off x="9188822" y="4831040"/>
              <a:ext cx="1349375" cy="214629"/>
            </a:xfrm>
            <a:prstGeom prst="rect">
              <a:avLst/>
            </a:prstGeom>
          </p:spPr>
          <p:txBody>
            <a:bodyPr vert="horz" wrap="square" lIns="0" tIns="17780" rIns="0" bIns="0" rtlCol="0">
              <a:spAutoFit/>
            </a:bodyPr>
            <a:lstStyle/>
            <a:p>
              <a:pPr marL="12700">
                <a:lnSpc>
                  <a:spcPct val="100000"/>
                </a:lnSpc>
                <a:spcBef>
                  <a:spcPts val="140"/>
                </a:spcBef>
              </a:pPr>
              <a:r>
                <a:rPr sz="1200" spc="145" dirty="0">
                  <a:latin typeface="Arial" panose="020B0604020202020204"/>
                  <a:cs typeface="Arial" panose="020B0604020202020204"/>
                </a:rPr>
                <a:t>Deliver</a:t>
              </a:r>
              <a:r>
                <a:rPr sz="1200" spc="-35" dirty="0">
                  <a:latin typeface="Arial" panose="020B0604020202020204"/>
                  <a:cs typeface="Arial" panose="020B0604020202020204"/>
                </a:rPr>
                <a:t> </a:t>
              </a:r>
              <a:r>
                <a:rPr sz="1200" spc="160" dirty="0">
                  <a:latin typeface="Arial" panose="020B0604020202020204"/>
                  <a:cs typeface="Arial" panose="020B0604020202020204"/>
                </a:rPr>
                <a:t>Product</a:t>
              </a:r>
              <a:endParaRPr sz="1200">
                <a:latin typeface="Arial" panose="020B0604020202020204"/>
                <a:cs typeface="Arial" panose="020B0604020202020204"/>
              </a:endParaRPr>
            </a:p>
          </p:txBody>
        </p:sp>
        <p:sp>
          <p:nvSpPr>
            <p:cNvPr id="38" name="object 38"/>
            <p:cNvSpPr/>
            <p:nvPr/>
          </p:nvSpPr>
          <p:spPr>
            <a:xfrm>
              <a:off x="11592799" y="3857959"/>
              <a:ext cx="185892" cy="117822"/>
            </a:xfrm>
            <a:prstGeom prst="rect">
              <a:avLst/>
            </a:prstGeom>
            <a:blipFill>
              <a:blip r:embed="rId5" cstate="print"/>
              <a:stretch>
                <a:fillRect/>
              </a:stretch>
            </a:blipFill>
          </p:spPr>
          <p:txBody>
            <a:bodyPr wrap="square" lIns="0" tIns="0" rIns="0" bIns="0" rtlCol="0"/>
            <a:lstStyle/>
            <a:p>
              <a:endParaRPr/>
            </a:p>
          </p:txBody>
        </p:sp>
        <p:sp>
          <p:nvSpPr>
            <p:cNvPr id="39" name="object 39"/>
            <p:cNvSpPr/>
            <p:nvPr/>
          </p:nvSpPr>
          <p:spPr>
            <a:xfrm>
              <a:off x="11693384" y="4027430"/>
              <a:ext cx="0" cy="147320"/>
            </a:xfrm>
            <a:custGeom>
              <a:avLst/>
              <a:gdLst/>
              <a:ahLst/>
              <a:cxnLst/>
              <a:rect l="l" t="t" r="r" b="b"/>
              <a:pathLst>
                <a:path h="147320">
                  <a:moveTo>
                    <a:pt x="0" y="0"/>
                  </a:moveTo>
                  <a:lnTo>
                    <a:pt x="0" y="147193"/>
                  </a:lnTo>
                </a:path>
              </a:pathLst>
            </a:custGeom>
            <a:ln w="3175">
              <a:solidFill>
                <a:srgbClr val="990033"/>
              </a:solidFill>
            </a:ln>
          </p:spPr>
          <p:txBody>
            <a:bodyPr wrap="square" lIns="0" tIns="0" rIns="0" bIns="0" rtlCol="0"/>
            <a:lstStyle/>
            <a:p>
              <a:endParaRPr/>
            </a:p>
          </p:txBody>
        </p:sp>
        <p:sp>
          <p:nvSpPr>
            <p:cNvPr id="40" name="object 40"/>
            <p:cNvSpPr/>
            <p:nvPr/>
          </p:nvSpPr>
          <p:spPr>
            <a:xfrm>
              <a:off x="11533334" y="4066627"/>
              <a:ext cx="321310" cy="0"/>
            </a:xfrm>
            <a:custGeom>
              <a:avLst/>
              <a:gdLst/>
              <a:ahLst/>
              <a:cxnLst/>
              <a:rect l="l" t="t" r="r" b="b"/>
              <a:pathLst>
                <a:path w="321309">
                  <a:moveTo>
                    <a:pt x="0" y="0"/>
                  </a:moveTo>
                  <a:lnTo>
                    <a:pt x="320776" y="0"/>
                  </a:lnTo>
                </a:path>
              </a:pathLst>
            </a:custGeom>
            <a:ln w="3175">
              <a:solidFill>
                <a:srgbClr val="990033"/>
              </a:solidFill>
            </a:ln>
          </p:spPr>
          <p:txBody>
            <a:bodyPr wrap="square" lIns="0" tIns="0" rIns="0" bIns="0" rtlCol="0"/>
            <a:lstStyle/>
            <a:p>
              <a:endParaRPr/>
            </a:p>
          </p:txBody>
        </p:sp>
        <p:sp>
          <p:nvSpPr>
            <p:cNvPr id="41" name="object 41"/>
            <p:cNvSpPr/>
            <p:nvPr/>
          </p:nvSpPr>
          <p:spPr>
            <a:xfrm>
              <a:off x="11471516" y="4174623"/>
              <a:ext cx="457200" cy="177800"/>
            </a:xfrm>
            <a:custGeom>
              <a:avLst/>
              <a:gdLst/>
              <a:ahLst/>
              <a:cxnLst/>
              <a:rect l="l" t="t" r="r" b="b"/>
              <a:pathLst>
                <a:path w="457200" h="177800">
                  <a:moveTo>
                    <a:pt x="0" y="177200"/>
                  </a:moveTo>
                  <a:lnTo>
                    <a:pt x="221867" y="0"/>
                  </a:lnTo>
                  <a:lnTo>
                    <a:pt x="456607" y="177200"/>
                  </a:lnTo>
                </a:path>
              </a:pathLst>
            </a:custGeom>
            <a:ln w="3175">
              <a:solidFill>
                <a:srgbClr val="990033"/>
              </a:solidFill>
            </a:ln>
          </p:spPr>
          <p:txBody>
            <a:bodyPr wrap="square" lIns="0" tIns="0" rIns="0" bIns="0" rtlCol="0"/>
            <a:lstStyle/>
            <a:p>
              <a:endParaRPr/>
            </a:p>
          </p:txBody>
        </p:sp>
        <p:sp>
          <p:nvSpPr>
            <p:cNvPr id="42" name="object 42"/>
            <p:cNvSpPr txBox="1"/>
            <p:nvPr/>
          </p:nvSpPr>
          <p:spPr>
            <a:xfrm>
              <a:off x="11273701" y="4398150"/>
              <a:ext cx="839469" cy="391795"/>
            </a:xfrm>
            <a:prstGeom prst="rect">
              <a:avLst/>
            </a:prstGeom>
          </p:spPr>
          <p:txBody>
            <a:bodyPr vert="horz" wrap="square" lIns="0" tIns="27939" rIns="0" bIns="0" rtlCol="0">
              <a:spAutoFit/>
            </a:bodyPr>
            <a:lstStyle/>
            <a:p>
              <a:pPr marL="37465" marR="5080" indent="-25400">
                <a:lnSpc>
                  <a:spcPts val="1400"/>
                </a:lnSpc>
                <a:spcBef>
                  <a:spcPts val="220"/>
                </a:spcBef>
              </a:pPr>
              <a:r>
                <a:rPr sz="1200" spc="160" dirty="0">
                  <a:latin typeface="Arial" panose="020B0604020202020204"/>
                  <a:cs typeface="Arial" panose="020B0604020202020204"/>
                </a:rPr>
                <a:t>Shipping  </a:t>
              </a:r>
              <a:r>
                <a:rPr sz="1200" spc="175" dirty="0">
                  <a:latin typeface="Arial" panose="020B0604020202020204"/>
                  <a:cs typeface="Arial" panose="020B0604020202020204"/>
                </a:rPr>
                <a:t>c</a:t>
              </a:r>
              <a:r>
                <a:rPr sz="1200" spc="204" dirty="0">
                  <a:latin typeface="Arial" panose="020B0604020202020204"/>
                  <a:cs typeface="Arial" panose="020B0604020202020204"/>
                </a:rPr>
                <a:t>o</a:t>
              </a:r>
              <a:r>
                <a:rPr sz="1200" spc="254" dirty="0">
                  <a:latin typeface="Arial" panose="020B0604020202020204"/>
                  <a:cs typeface="Arial" panose="020B0604020202020204"/>
                </a:rPr>
                <a:t>m</a:t>
              </a:r>
              <a:r>
                <a:rPr sz="1200" spc="200" dirty="0">
                  <a:latin typeface="Arial" panose="020B0604020202020204"/>
                  <a:cs typeface="Arial" panose="020B0604020202020204"/>
                </a:rPr>
                <a:t>pa</a:t>
              </a:r>
              <a:r>
                <a:rPr sz="1200" spc="105" dirty="0">
                  <a:latin typeface="Arial" panose="020B0604020202020204"/>
                  <a:cs typeface="Arial" panose="020B0604020202020204"/>
                </a:rPr>
                <a:t>n</a:t>
              </a:r>
              <a:r>
                <a:rPr sz="1200" spc="175" dirty="0">
                  <a:latin typeface="Arial" panose="020B0604020202020204"/>
                  <a:cs typeface="Arial" panose="020B0604020202020204"/>
                </a:rPr>
                <a:t>y</a:t>
              </a:r>
              <a:endParaRPr sz="1200">
                <a:latin typeface="Arial" panose="020B0604020202020204"/>
                <a:cs typeface="Arial" panose="020B0604020202020204"/>
              </a:endParaRPr>
            </a:p>
          </p:txBody>
        </p:sp>
        <p:sp>
          <p:nvSpPr>
            <p:cNvPr id="43" name="object 43"/>
            <p:cNvSpPr/>
            <p:nvPr/>
          </p:nvSpPr>
          <p:spPr>
            <a:xfrm>
              <a:off x="10866884" y="4155159"/>
              <a:ext cx="592455" cy="167640"/>
            </a:xfrm>
            <a:custGeom>
              <a:avLst/>
              <a:gdLst/>
              <a:ahLst/>
              <a:cxnLst/>
              <a:rect l="l" t="t" r="r" b="b"/>
              <a:pathLst>
                <a:path w="592454" h="167639">
                  <a:moveTo>
                    <a:pt x="0" y="167198"/>
                  </a:moveTo>
                  <a:lnTo>
                    <a:pt x="592437" y="0"/>
                  </a:lnTo>
                  <a:lnTo>
                    <a:pt x="468801" y="88667"/>
                  </a:lnTo>
                </a:path>
              </a:pathLst>
            </a:custGeom>
            <a:ln w="9912">
              <a:solidFill>
                <a:srgbClr val="990033"/>
              </a:solidFill>
            </a:ln>
          </p:spPr>
          <p:txBody>
            <a:bodyPr wrap="square" lIns="0" tIns="0" rIns="0" bIns="0" rtlCol="0"/>
            <a:lstStyle/>
            <a:p>
              <a:endParaRPr/>
            </a:p>
          </p:txBody>
        </p:sp>
        <p:sp>
          <p:nvSpPr>
            <p:cNvPr id="44" name="object 44"/>
            <p:cNvSpPr/>
            <p:nvPr/>
          </p:nvSpPr>
          <p:spPr>
            <a:xfrm>
              <a:off x="11298595" y="4155159"/>
              <a:ext cx="161290" cy="0"/>
            </a:xfrm>
            <a:custGeom>
              <a:avLst/>
              <a:gdLst/>
              <a:ahLst/>
              <a:cxnLst/>
              <a:rect l="l" t="t" r="r" b="b"/>
              <a:pathLst>
                <a:path w="161290">
                  <a:moveTo>
                    <a:pt x="160727" y="0"/>
                  </a:moveTo>
                  <a:lnTo>
                    <a:pt x="0" y="0"/>
                  </a:lnTo>
                </a:path>
              </a:pathLst>
            </a:custGeom>
            <a:ln w="9730">
              <a:solidFill>
                <a:srgbClr val="990033"/>
              </a:solidFill>
            </a:ln>
          </p:spPr>
          <p:txBody>
            <a:bodyPr wrap="square" lIns="0" tIns="0" rIns="0" bIns="0" rtlCol="0"/>
            <a:lstStyle/>
            <a:p>
              <a:endParaRPr/>
            </a:p>
          </p:txBody>
        </p:sp>
        <p:sp>
          <p:nvSpPr>
            <p:cNvPr id="45" name="object 45"/>
            <p:cNvSpPr/>
            <p:nvPr/>
          </p:nvSpPr>
          <p:spPr>
            <a:xfrm>
              <a:off x="10287149" y="4322358"/>
              <a:ext cx="579755" cy="157480"/>
            </a:xfrm>
            <a:custGeom>
              <a:avLst/>
              <a:gdLst/>
              <a:ahLst/>
              <a:cxnLst/>
              <a:rect l="l" t="t" r="r" b="b"/>
              <a:pathLst>
                <a:path w="579754" h="157479">
                  <a:moveTo>
                    <a:pt x="579735" y="0"/>
                  </a:moveTo>
                  <a:lnTo>
                    <a:pt x="0" y="157331"/>
                  </a:lnTo>
                </a:path>
              </a:pathLst>
            </a:custGeom>
            <a:ln w="9899">
              <a:solidFill>
                <a:srgbClr val="990033"/>
              </a:solidFill>
            </a:ln>
          </p:spPr>
          <p:txBody>
            <a:bodyPr wrap="square" lIns="0" tIns="0" rIns="0" bIns="0" rtlCol="0"/>
            <a:lstStyle/>
            <a:p>
              <a:endParaRPr/>
            </a:p>
          </p:txBody>
        </p:sp>
        <p:sp>
          <p:nvSpPr>
            <p:cNvPr id="46" name="object 46"/>
            <p:cNvSpPr/>
            <p:nvPr/>
          </p:nvSpPr>
          <p:spPr>
            <a:xfrm>
              <a:off x="9436092" y="5089347"/>
              <a:ext cx="851535" cy="354330"/>
            </a:xfrm>
            <a:custGeom>
              <a:avLst/>
              <a:gdLst/>
              <a:ahLst/>
              <a:cxnLst/>
              <a:rect l="l" t="t" r="r" b="b"/>
              <a:pathLst>
                <a:path w="851534" h="354329">
                  <a:moveTo>
                    <a:pt x="419177" y="0"/>
                  </a:moveTo>
                  <a:lnTo>
                    <a:pt x="353795" y="1910"/>
                  </a:lnTo>
                  <a:lnTo>
                    <a:pt x="292541" y="7463"/>
                  </a:lnTo>
                  <a:lnTo>
                    <a:pt x="235859" y="16390"/>
                  </a:lnTo>
                  <a:lnTo>
                    <a:pt x="184189" y="28425"/>
                  </a:lnTo>
                  <a:lnTo>
                    <a:pt x="137975" y="43299"/>
                  </a:lnTo>
                  <a:lnTo>
                    <a:pt x="97658" y="60744"/>
                  </a:lnTo>
                  <a:lnTo>
                    <a:pt x="63680" y="80493"/>
                  </a:lnTo>
                  <a:lnTo>
                    <a:pt x="16509" y="125832"/>
                  </a:lnTo>
                  <a:lnTo>
                    <a:pt x="0" y="177173"/>
                  </a:lnTo>
                  <a:lnTo>
                    <a:pt x="4483" y="203456"/>
                  </a:lnTo>
                  <a:lnTo>
                    <a:pt x="38516" y="252058"/>
                  </a:lnTo>
                  <a:lnTo>
                    <a:pt x="101895" y="293590"/>
                  </a:lnTo>
                  <a:lnTo>
                    <a:pt x="143059" y="311034"/>
                  </a:lnTo>
                  <a:lnTo>
                    <a:pt x="189726" y="325907"/>
                  </a:lnTo>
                  <a:lnTo>
                    <a:pt x="241282" y="337941"/>
                  </a:lnTo>
                  <a:lnTo>
                    <a:pt x="297117" y="346869"/>
                  </a:lnTo>
                  <a:lnTo>
                    <a:pt x="356619" y="352421"/>
                  </a:lnTo>
                  <a:lnTo>
                    <a:pt x="419176" y="354332"/>
                  </a:lnTo>
                  <a:lnTo>
                    <a:pt x="482106" y="352641"/>
                  </a:lnTo>
                  <a:lnTo>
                    <a:pt x="542467" y="347658"/>
                  </a:lnTo>
                  <a:lnTo>
                    <a:pt x="599537" y="339521"/>
                  </a:lnTo>
                  <a:lnTo>
                    <a:pt x="652594" y="328364"/>
                  </a:lnTo>
                  <a:lnTo>
                    <a:pt x="700919" y="314324"/>
                  </a:lnTo>
                  <a:lnTo>
                    <a:pt x="743788" y="297538"/>
                  </a:lnTo>
                  <a:lnTo>
                    <a:pt x="780481" y="278141"/>
                  </a:lnTo>
                  <a:lnTo>
                    <a:pt x="832451" y="232061"/>
                  </a:lnTo>
                  <a:lnTo>
                    <a:pt x="851056" y="177172"/>
                  </a:lnTo>
                  <a:lnTo>
                    <a:pt x="846560" y="148691"/>
                  </a:lnTo>
                  <a:lnTo>
                    <a:pt x="812255" y="98067"/>
                  </a:lnTo>
                  <a:lnTo>
                    <a:pt x="747911" y="56796"/>
                  </a:lnTo>
                  <a:lnTo>
                    <a:pt x="705866" y="40008"/>
                  </a:lnTo>
                  <a:lnTo>
                    <a:pt x="657982" y="25968"/>
                  </a:lnTo>
                  <a:lnTo>
                    <a:pt x="604814" y="14811"/>
                  </a:lnTo>
                  <a:lnTo>
                    <a:pt x="546920" y="6673"/>
                  </a:lnTo>
                  <a:lnTo>
                    <a:pt x="484855" y="1691"/>
                  </a:lnTo>
                  <a:lnTo>
                    <a:pt x="419177" y="0"/>
                  </a:lnTo>
                  <a:close/>
                </a:path>
              </a:pathLst>
            </a:custGeom>
            <a:solidFill>
              <a:srgbClr val="FFFFCC"/>
            </a:solidFill>
          </p:spPr>
          <p:txBody>
            <a:bodyPr wrap="square" lIns="0" tIns="0" rIns="0" bIns="0" rtlCol="0"/>
            <a:lstStyle/>
            <a:p>
              <a:endParaRPr/>
            </a:p>
          </p:txBody>
        </p:sp>
        <p:sp>
          <p:nvSpPr>
            <p:cNvPr id="47" name="object 47"/>
            <p:cNvSpPr/>
            <p:nvPr/>
          </p:nvSpPr>
          <p:spPr>
            <a:xfrm>
              <a:off x="9436092" y="5089347"/>
              <a:ext cx="851535" cy="354330"/>
            </a:xfrm>
            <a:custGeom>
              <a:avLst/>
              <a:gdLst/>
              <a:ahLst/>
              <a:cxnLst/>
              <a:rect l="l" t="t" r="r" b="b"/>
              <a:pathLst>
                <a:path w="851534" h="354329">
                  <a:moveTo>
                    <a:pt x="0" y="177173"/>
                  </a:moveTo>
                  <a:lnTo>
                    <a:pt x="4483" y="203456"/>
                  </a:lnTo>
                  <a:lnTo>
                    <a:pt x="17526" y="228507"/>
                  </a:lnTo>
                  <a:lnTo>
                    <a:pt x="38516" y="252058"/>
                  </a:lnTo>
                  <a:lnTo>
                    <a:pt x="101895" y="293590"/>
                  </a:lnTo>
                  <a:lnTo>
                    <a:pt x="143059" y="311034"/>
                  </a:lnTo>
                  <a:lnTo>
                    <a:pt x="189726" y="325907"/>
                  </a:lnTo>
                  <a:lnTo>
                    <a:pt x="241282" y="337941"/>
                  </a:lnTo>
                  <a:lnTo>
                    <a:pt x="297117" y="346869"/>
                  </a:lnTo>
                  <a:lnTo>
                    <a:pt x="356619" y="352421"/>
                  </a:lnTo>
                  <a:lnTo>
                    <a:pt x="419176" y="354332"/>
                  </a:lnTo>
                  <a:lnTo>
                    <a:pt x="482106" y="352641"/>
                  </a:lnTo>
                  <a:lnTo>
                    <a:pt x="542467" y="347658"/>
                  </a:lnTo>
                  <a:lnTo>
                    <a:pt x="599537" y="339521"/>
                  </a:lnTo>
                  <a:lnTo>
                    <a:pt x="652594" y="328364"/>
                  </a:lnTo>
                  <a:lnTo>
                    <a:pt x="700919" y="314324"/>
                  </a:lnTo>
                  <a:lnTo>
                    <a:pt x="743788" y="297538"/>
                  </a:lnTo>
                  <a:lnTo>
                    <a:pt x="780481" y="278141"/>
                  </a:lnTo>
                  <a:lnTo>
                    <a:pt x="832451" y="232061"/>
                  </a:lnTo>
                  <a:lnTo>
                    <a:pt x="851056" y="177172"/>
                  </a:lnTo>
                  <a:lnTo>
                    <a:pt x="846560" y="148691"/>
                  </a:lnTo>
                  <a:lnTo>
                    <a:pt x="833440" y="122278"/>
                  </a:lnTo>
                  <a:lnTo>
                    <a:pt x="783559" y="76194"/>
                  </a:lnTo>
                  <a:lnTo>
                    <a:pt x="747911" y="56796"/>
                  </a:lnTo>
                  <a:lnTo>
                    <a:pt x="705866" y="40008"/>
                  </a:lnTo>
                  <a:lnTo>
                    <a:pt x="657982" y="25968"/>
                  </a:lnTo>
                  <a:lnTo>
                    <a:pt x="604814" y="14811"/>
                  </a:lnTo>
                  <a:lnTo>
                    <a:pt x="546920" y="6673"/>
                  </a:lnTo>
                  <a:lnTo>
                    <a:pt x="484855" y="1691"/>
                  </a:lnTo>
                  <a:lnTo>
                    <a:pt x="419177" y="0"/>
                  </a:lnTo>
                  <a:lnTo>
                    <a:pt x="353795" y="1910"/>
                  </a:lnTo>
                  <a:lnTo>
                    <a:pt x="292541" y="7463"/>
                  </a:lnTo>
                  <a:lnTo>
                    <a:pt x="235859" y="16390"/>
                  </a:lnTo>
                  <a:lnTo>
                    <a:pt x="184189" y="28425"/>
                  </a:lnTo>
                  <a:lnTo>
                    <a:pt x="137975" y="43299"/>
                  </a:lnTo>
                  <a:lnTo>
                    <a:pt x="97658" y="60744"/>
                  </a:lnTo>
                  <a:lnTo>
                    <a:pt x="63680" y="80493"/>
                  </a:lnTo>
                  <a:lnTo>
                    <a:pt x="16509" y="125832"/>
                  </a:lnTo>
                  <a:lnTo>
                    <a:pt x="4201" y="150886"/>
                  </a:lnTo>
                  <a:lnTo>
                    <a:pt x="0" y="177173"/>
                  </a:lnTo>
                </a:path>
              </a:pathLst>
            </a:custGeom>
            <a:ln w="3926">
              <a:solidFill>
                <a:srgbClr val="990033"/>
              </a:solidFill>
            </a:ln>
          </p:spPr>
          <p:txBody>
            <a:bodyPr wrap="square" lIns="0" tIns="0" rIns="0" bIns="0" rtlCol="0"/>
            <a:lstStyle/>
            <a:p>
              <a:endParaRPr/>
            </a:p>
          </p:txBody>
        </p:sp>
        <p:sp>
          <p:nvSpPr>
            <p:cNvPr id="48" name="object 48"/>
            <p:cNvSpPr txBox="1"/>
            <p:nvPr/>
          </p:nvSpPr>
          <p:spPr>
            <a:xfrm>
              <a:off x="9201439" y="5490033"/>
              <a:ext cx="1325245" cy="214629"/>
            </a:xfrm>
            <a:prstGeom prst="rect">
              <a:avLst/>
            </a:prstGeom>
          </p:spPr>
          <p:txBody>
            <a:bodyPr vert="horz" wrap="square" lIns="0" tIns="17780" rIns="0" bIns="0" rtlCol="0">
              <a:spAutoFit/>
            </a:bodyPr>
            <a:lstStyle/>
            <a:p>
              <a:pPr marL="12700">
                <a:lnSpc>
                  <a:spcPct val="100000"/>
                </a:lnSpc>
                <a:spcBef>
                  <a:spcPts val="140"/>
                </a:spcBef>
              </a:pPr>
              <a:r>
                <a:rPr sz="1200" spc="160" dirty="0">
                  <a:latin typeface="Arial" panose="020B0604020202020204"/>
                  <a:cs typeface="Arial" panose="020B0604020202020204"/>
                </a:rPr>
                <a:t>Supply</a:t>
              </a:r>
              <a:r>
                <a:rPr sz="1200" spc="-100" dirty="0">
                  <a:latin typeface="Arial" panose="020B0604020202020204"/>
                  <a:cs typeface="Arial" panose="020B0604020202020204"/>
                </a:rPr>
                <a:t> </a:t>
              </a:r>
              <a:r>
                <a:rPr sz="1200" spc="160" dirty="0">
                  <a:latin typeface="Arial" panose="020B0604020202020204"/>
                  <a:cs typeface="Arial" panose="020B0604020202020204"/>
                </a:rPr>
                <a:t>Product</a:t>
              </a:r>
              <a:endParaRPr sz="1200">
                <a:latin typeface="Arial" panose="020B0604020202020204"/>
                <a:cs typeface="Arial" panose="020B0604020202020204"/>
              </a:endParaRPr>
            </a:p>
          </p:txBody>
        </p:sp>
        <p:sp>
          <p:nvSpPr>
            <p:cNvPr id="49" name="object 49"/>
            <p:cNvSpPr/>
            <p:nvPr/>
          </p:nvSpPr>
          <p:spPr>
            <a:xfrm>
              <a:off x="11593014" y="5116747"/>
              <a:ext cx="111751" cy="316862"/>
            </a:xfrm>
            <a:prstGeom prst="rect">
              <a:avLst/>
            </a:prstGeom>
            <a:blipFill>
              <a:blip r:embed="rId6" cstate="print"/>
              <a:stretch>
                <a:fillRect/>
              </a:stretch>
            </a:blipFill>
          </p:spPr>
          <p:txBody>
            <a:bodyPr wrap="square" lIns="0" tIns="0" rIns="0" bIns="0" rtlCol="0"/>
            <a:lstStyle/>
            <a:p>
              <a:endParaRPr/>
            </a:p>
          </p:txBody>
        </p:sp>
        <p:sp>
          <p:nvSpPr>
            <p:cNvPr id="50" name="object 50"/>
            <p:cNvSpPr/>
            <p:nvPr/>
          </p:nvSpPr>
          <p:spPr>
            <a:xfrm>
              <a:off x="11533334" y="5325573"/>
              <a:ext cx="321310" cy="0"/>
            </a:xfrm>
            <a:custGeom>
              <a:avLst/>
              <a:gdLst/>
              <a:ahLst/>
              <a:cxnLst/>
              <a:rect l="l" t="t" r="r" b="b"/>
              <a:pathLst>
                <a:path w="321309">
                  <a:moveTo>
                    <a:pt x="0" y="0"/>
                  </a:moveTo>
                  <a:lnTo>
                    <a:pt x="320776" y="0"/>
                  </a:lnTo>
                </a:path>
              </a:pathLst>
            </a:custGeom>
            <a:ln w="3175">
              <a:solidFill>
                <a:srgbClr val="990033"/>
              </a:solidFill>
            </a:ln>
          </p:spPr>
          <p:txBody>
            <a:bodyPr wrap="square" lIns="0" tIns="0" rIns="0" bIns="0" rtlCol="0"/>
            <a:lstStyle/>
            <a:p>
              <a:endParaRPr/>
            </a:p>
          </p:txBody>
        </p:sp>
        <p:sp>
          <p:nvSpPr>
            <p:cNvPr id="51" name="object 51"/>
            <p:cNvSpPr/>
            <p:nvPr/>
          </p:nvSpPr>
          <p:spPr>
            <a:xfrm>
              <a:off x="11471516" y="5433610"/>
              <a:ext cx="457200" cy="177800"/>
            </a:xfrm>
            <a:custGeom>
              <a:avLst/>
              <a:gdLst/>
              <a:ahLst/>
              <a:cxnLst/>
              <a:rect l="l" t="t" r="r" b="b"/>
              <a:pathLst>
                <a:path w="457200" h="177800">
                  <a:moveTo>
                    <a:pt x="0" y="177173"/>
                  </a:moveTo>
                  <a:lnTo>
                    <a:pt x="221867" y="0"/>
                  </a:lnTo>
                  <a:lnTo>
                    <a:pt x="456607" y="177173"/>
                  </a:lnTo>
                </a:path>
              </a:pathLst>
            </a:custGeom>
            <a:ln w="3175">
              <a:solidFill>
                <a:srgbClr val="990033"/>
              </a:solidFill>
            </a:ln>
          </p:spPr>
          <p:txBody>
            <a:bodyPr wrap="square" lIns="0" tIns="0" rIns="0" bIns="0" rtlCol="0"/>
            <a:lstStyle/>
            <a:p>
              <a:endParaRPr/>
            </a:p>
          </p:txBody>
        </p:sp>
        <p:sp>
          <p:nvSpPr>
            <p:cNvPr id="52" name="object 52"/>
            <p:cNvSpPr txBox="1"/>
            <p:nvPr/>
          </p:nvSpPr>
          <p:spPr>
            <a:xfrm>
              <a:off x="11322986" y="5657137"/>
              <a:ext cx="744220" cy="214629"/>
            </a:xfrm>
            <a:prstGeom prst="rect">
              <a:avLst/>
            </a:prstGeom>
          </p:spPr>
          <p:txBody>
            <a:bodyPr vert="horz" wrap="square" lIns="0" tIns="17780" rIns="0" bIns="0" rtlCol="0">
              <a:spAutoFit/>
            </a:bodyPr>
            <a:lstStyle/>
            <a:p>
              <a:pPr marL="12700">
                <a:lnSpc>
                  <a:spcPct val="100000"/>
                </a:lnSpc>
                <a:spcBef>
                  <a:spcPts val="140"/>
                </a:spcBef>
              </a:pPr>
              <a:r>
                <a:rPr sz="1200" spc="150" dirty="0">
                  <a:latin typeface="Arial" panose="020B0604020202020204"/>
                  <a:cs typeface="Arial" panose="020B0604020202020204"/>
                </a:rPr>
                <a:t>Supplier</a:t>
              </a:r>
              <a:endParaRPr sz="1200">
                <a:latin typeface="Arial" panose="020B0604020202020204"/>
                <a:cs typeface="Arial" panose="020B0604020202020204"/>
              </a:endParaRPr>
            </a:p>
          </p:txBody>
        </p:sp>
        <p:sp>
          <p:nvSpPr>
            <p:cNvPr id="53" name="object 53"/>
            <p:cNvSpPr/>
            <p:nvPr/>
          </p:nvSpPr>
          <p:spPr>
            <a:xfrm>
              <a:off x="10866884" y="5286308"/>
              <a:ext cx="592455" cy="59690"/>
            </a:xfrm>
            <a:custGeom>
              <a:avLst/>
              <a:gdLst/>
              <a:ahLst/>
              <a:cxnLst/>
              <a:rect l="l" t="t" r="r" b="b"/>
              <a:pathLst>
                <a:path w="592454" h="59689">
                  <a:moveTo>
                    <a:pt x="0" y="19463"/>
                  </a:moveTo>
                  <a:lnTo>
                    <a:pt x="592437" y="59066"/>
                  </a:lnTo>
                  <a:lnTo>
                    <a:pt x="444414" y="0"/>
                  </a:lnTo>
                </a:path>
              </a:pathLst>
            </a:custGeom>
            <a:ln w="9754">
              <a:solidFill>
                <a:srgbClr val="990033"/>
              </a:solidFill>
            </a:ln>
          </p:spPr>
          <p:txBody>
            <a:bodyPr wrap="square" lIns="0" tIns="0" rIns="0" bIns="0" rtlCol="0"/>
            <a:lstStyle/>
            <a:p>
              <a:endParaRPr/>
            </a:p>
          </p:txBody>
        </p:sp>
        <p:sp>
          <p:nvSpPr>
            <p:cNvPr id="54" name="object 54"/>
            <p:cNvSpPr/>
            <p:nvPr/>
          </p:nvSpPr>
          <p:spPr>
            <a:xfrm>
              <a:off x="11311299" y="5345375"/>
              <a:ext cx="148590" cy="39370"/>
            </a:xfrm>
            <a:custGeom>
              <a:avLst/>
              <a:gdLst/>
              <a:ahLst/>
              <a:cxnLst/>
              <a:rect l="l" t="t" r="r" b="b"/>
              <a:pathLst>
                <a:path w="148590" h="39370">
                  <a:moveTo>
                    <a:pt x="148023" y="0"/>
                  </a:moveTo>
                  <a:lnTo>
                    <a:pt x="0" y="39251"/>
                  </a:lnTo>
                </a:path>
              </a:pathLst>
            </a:custGeom>
            <a:ln w="9892">
              <a:solidFill>
                <a:srgbClr val="990033"/>
              </a:solidFill>
            </a:ln>
          </p:spPr>
          <p:txBody>
            <a:bodyPr wrap="square" lIns="0" tIns="0" rIns="0" bIns="0" rtlCol="0"/>
            <a:lstStyle/>
            <a:p>
              <a:endParaRPr/>
            </a:p>
          </p:txBody>
        </p:sp>
        <p:sp>
          <p:nvSpPr>
            <p:cNvPr id="55" name="object 55"/>
            <p:cNvSpPr/>
            <p:nvPr/>
          </p:nvSpPr>
          <p:spPr>
            <a:xfrm>
              <a:off x="10287149" y="5276252"/>
              <a:ext cx="579755" cy="29845"/>
            </a:xfrm>
            <a:custGeom>
              <a:avLst/>
              <a:gdLst/>
              <a:ahLst/>
              <a:cxnLst/>
              <a:rect l="l" t="t" r="r" b="b"/>
              <a:pathLst>
                <a:path w="579754" h="29845">
                  <a:moveTo>
                    <a:pt x="579735" y="29519"/>
                  </a:moveTo>
                  <a:lnTo>
                    <a:pt x="0" y="0"/>
                  </a:lnTo>
                </a:path>
              </a:pathLst>
            </a:custGeom>
            <a:ln w="9736">
              <a:solidFill>
                <a:srgbClr val="990033"/>
              </a:solidFill>
            </a:ln>
          </p:spPr>
          <p:txBody>
            <a:bodyPr wrap="square" lIns="0" tIns="0" rIns="0" bIns="0" rtlCol="0"/>
            <a:lstStyle/>
            <a:p>
              <a:endParaRPr/>
            </a:p>
          </p:txBody>
        </p:sp>
        <p:sp>
          <p:nvSpPr>
            <p:cNvPr id="56" name="object 56"/>
            <p:cNvSpPr txBox="1"/>
            <p:nvPr/>
          </p:nvSpPr>
          <p:spPr>
            <a:xfrm>
              <a:off x="9379206" y="941740"/>
              <a:ext cx="939800" cy="391160"/>
            </a:xfrm>
            <a:prstGeom prst="rect">
              <a:avLst/>
            </a:prstGeom>
          </p:spPr>
          <p:txBody>
            <a:bodyPr vert="horz" wrap="square" lIns="0" tIns="12700" rIns="0" bIns="0" rtlCol="0">
              <a:spAutoFit/>
            </a:bodyPr>
            <a:lstStyle/>
            <a:p>
              <a:pPr marL="12700">
                <a:lnSpc>
                  <a:spcPct val="100000"/>
                </a:lnSpc>
                <a:spcBef>
                  <a:spcPts val="100"/>
                </a:spcBef>
              </a:pPr>
              <a:r>
                <a:rPr sz="2400" u="heavy" dirty="0">
                  <a:uFill>
                    <a:solidFill>
                      <a:srgbClr val="000000"/>
                    </a:solidFill>
                  </a:uFill>
                  <a:latin typeface="华文新魏" panose="02010800040101010101" charset="-122"/>
                  <a:cs typeface="华文新魏" panose="02010800040101010101" charset="-122"/>
                </a:rPr>
                <a:t>用例图</a:t>
              </a:r>
              <a:endParaRPr sz="2400">
                <a:latin typeface="华文新魏" panose="02010800040101010101" charset="-122"/>
                <a:cs typeface="华文新魏" panose="02010800040101010101" charset="-122"/>
              </a:endParaRPr>
            </a:p>
          </p:txBody>
        </p:sp>
      </p:grpSp>
      <p:sp>
        <p:nvSpPr>
          <p:cNvPr id="60" name="标题 59"/>
          <p:cNvSpPr>
            <a:spLocks noGrp="1"/>
          </p:cNvSpPr>
          <p:nvPr>
            <p:ph type="title"/>
          </p:nvPr>
        </p:nvSpPr>
        <p:spPr/>
        <p:txBody>
          <a:bodyPr/>
          <a:lstStyle/>
          <a:p>
            <a:r>
              <a:rPr lang="zh-CN" altLang="en-US" spc="-5" dirty="0"/>
              <a:t>详细用例规约的例子</a:t>
            </a:r>
            <a:endParaRPr lang="zh-CN" altLang="en-US" dirty="0"/>
          </a:p>
        </p:txBody>
      </p:sp>
      <p:sp>
        <p:nvSpPr>
          <p:cNvPr id="62" name="灯片编号占位符 61"/>
          <p:cNvSpPr>
            <a:spLocks noGrp="1"/>
          </p:cNvSpPr>
          <p:nvPr>
            <p:ph type="sldNum" sz="quarter" idx="12"/>
          </p:nvPr>
        </p:nvSpPr>
        <p:spPr/>
        <p:txBody>
          <a:bodyPr/>
          <a:lstStyle/>
          <a:p>
            <a:fld id="{74D2AB8B-5816-41F2-8B4B-CA5C3E4E6A65}" type="slidenum">
              <a:rPr lang="zh-CN" altLang="en-US" smtClean="0"/>
              <a:t>47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2028"/>
    </mc:Choice>
    <mc:Fallback xmlns="">
      <p:transition spd="slow" advTm="102028"/>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34034" y="1576388"/>
            <a:ext cx="11429366" cy="4725653"/>
          </a:xfrm>
          <a:prstGeom prst="rect">
            <a:avLst/>
          </a:prstGeom>
        </p:spPr>
        <p:txBody>
          <a:bodyPr vert="horz" wrap="square" lIns="0" tIns="73660" rIns="0" bIns="0" rtlCol="0">
            <a:spAutoFit/>
          </a:bodyPr>
          <a:lstStyle/>
          <a:p>
            <a:pPr marL="38100">
              <a:lnSpc>
                <a:spcPct val="100000"/>
              </a:lnSpc>
              <a:spcBef>
                <a:spcPts val="580"/>
              </a:spcBef>
            </a:pPr>
            <a:r>
              <a:rPr sz="2400" b="1" spc="-5" dirty="0">
                <a:latin typeface="微软雅黑" panose="020B0503020204020204" pitchFamily="34" charset="-122"/>
                <a:ea typeface="微软雅黑" panose="020B0503020204020204" pitchFamily="34" charset="-122"/>
                <a:cs typeface="Calibri" panose="020F0502020204030204"/>
              </a:rPr>
              <a:t>UC_id</a:t>
            </a:r>
            <a:r>
              <a:rPr sz="2400" spc="-5" dirty="0">
                <a:latin typeface="微软雅黑" panose="020B0503020204020204" pitchFamily="34" charset="-122"/>
                <a:ea typeface="微软雅黑" panose="020B0503020204020204" pitchFamily="34" charset="-122"/>
                <a:cs typeface="华文新魏" panose="02010800040101010101" charset="-122"/>
              </a:rPr>
              <a:t>：用例名</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8100" marR="1707515">
              <a:lnSpc>
                <a:spcPts val="3200"/>
              </a:lnSpc>
              <a:spcBef>
                <a:spcPts val="120"/>
              </a:spcBef>
            </a:pPr>
            <a:r>
              <a:rPr sz="2400" b="1" spc="-5" dirty="0">
                <a:latin typeface="微软雅黑" panose="020B0503020204020204" pitchFamily="34" charset="-122"/>
                <a:ea typeface="微软雅黑" panose="020B0503020204020204" pitchFamily="34" charset="-122"/>
                <a:cs typeface="华文新魏" panose="02010800040101010101" charset="-122"/>
              </a:rPr>
              <a:t>描述</a:t>
            </a:r>
            <a:r>
              <a:rPr sz="2400" spc="-5" dirty="0">
                <a:latin typeface="微软雅黑" panose="020B0503020204020204" pitchFamily="34" charset="-122"/>
                <a:ea typeface="微软雅黑" panose="020B0503020204020204" pitchFamily="34" charset="-122"/>
                <a:cs typeface="华文新魏" panose="02010800040101010101" charset="-122"/>
              </a:rPr>
              <a:t>：对该用例的一句或两句的描述。 </a:t>
            </a:r>
            <a:r>
              <a:rPr sz="2400" b="1" spc="-5" dirty="0">
                <a:latin typeface="微软雅黑" panose="020B0503020204020204" pitchFamily="34" charset="-122"/>
                <a:ea typeface="微软雅黑" panose="020B0503020204020204" pitchFamily="34" charset="-122"/>
                <a:cs typeface="华文新魏" panose="02010800040101010101" charset="-122"/>
              </a:rPr>
              <a:t>参与者</a:t>
            </a:r>
            <a:r>
              <a:rPr sz="2400" spc="-5" dirty="0">
                <a:latin typeface="微软雅黑" panose="020B0503020204020204" pitchFamily="34" charset="-122"/>
                <a:ea typeface="微软雅黑" panose="020B0503020204020204" pitchFamily="34" charset="-122"/>
                <a:cs typeface="华文新魏" panose="02010800040101010101" charset="-122"/>
              </a:rPr>
              <a:t>：参与该用例的参与者。</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8100">
              <a:lnSpc>
                <a:spcPct val="100000"/>
              </a:lnSpc>
              <a:spcBef>
                <a:spcPts val="260"/>
              </a:spcBef>
            </a:pPr>
            <a:r>
              <a:rPr sz="2400" b="1" spc="-5" dirty="0">
                <a:latin typeface="微软雅黑" panose="020B0503020204020204" pitchFamily="34" charset="-122"/>
                <a:ea typeface="微软雅黑" panose="020B0503020204020204" pitchFamily="34" charset="-122"/>
                <a:cs typeface="华文新魏" panose="02010800040101010101" charset="-122"/>
              </a:rPr>
              <a:t>包含</a:t>
            </a:r>
            <a:r>
              <a:rPr sz="2400" spc="-5" dirty="0">
                <a:latin typeface="微软雅黑" panose="020B0503020204020204" pitchFamily="34" charset="-122"/>
                <a:ea typeface="微软雅黑" panose="020B0503020204020204" pitchFamily="34" charset="-122"/>
                <a:cs typeface="华文新魏" panose="02010800040101010101" charset="-122"/>
              </a:rPr>
              <a:t>：该用例所包含的用例，以及包含它的用例。</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8100" marR="30480">
              <a:lnSpc>
                <a:spcPct val="121000"/>
              </a:lnSpc>
            </a:pPr>
            <a:r>
              <a:rPr sz="2400" b="1" spc="-5" dirty="0">
                <a:latin typeface="微软雅黑" panose="020B0503020204020204" pitchFamily="34" charset="-122"/>
                <a:ea typeface="微软雅黑" panose="020B0503020204020204" pitchFamily="34" charset="-122"/>
                <a:cs typeface="华文新魏" panose="02010800040101010101" charset="-122"/>
              </a:rPr>
              <a:t>扩展</a:t>
            </a:r>
            <a:r>
              <a:rPr sz="2400" spc="-5" dirty="0">
                <a:latin typeface="微软雅黑" panose="020B0503020204020204" pitchFamily="34" charset="-122"/>
                <a:ea typeface="微软雅黑" panose="020B0503020204020204" pitchFamily="34" charset="-122"/>
                <a:cs typeface="华文新魏" panose="02010800040101010101" charset="-122"/>
              </a:rPr>
              <a:t>：该用例可以扩展的用例，以及扩展它的用例。 </a:t>
            </a:r>
            <a:r>
              <a:rPr sz="2400" b="1" spc="-5" dirty="0">
                <a:latin typeface="微软雅黑" panose="020B0503020204020204" pitchFamily="34" charset="-122"/>
                <a:ea typeface="微软雅黑" panose="020B0503020204020204" pitchFamily="34" charset="-122"/>
                <a:cs typeface="华文新魏" panose="02010800040101010101" charset="-122"/>
              </a:rPr>
              <a:t>泛化</a:t>
            </a:r>
            <a:r>
              <a:rPr sz="2400" spc="-5" dirty="0">
                <a:latin typeface="微软雅黑" panose="020B0503020204020204" pitchFamily="34" charset="-122"/>
                <a:ea typeface="微软雅黑" panose="020B0503020204020204" pitchFamily="34" charset="-122"/>
                <a:cs typeface="华文新魏" panose="02010800040101010101" charset="-122"/>
              </a:rPr>
              <a:t>：若该用例的子用例和父用例。</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8100" marR="869315">
              <a:lnSpc>
                <a:spcPts val="3200"/>
              </a:lnSpc>
              <a:spcBef>
                <a:spcPts val="100"/>
              </a:spcBef>
            </a:pPr>
            <a:r>
              <a:rPr sz="2400" b="1" spc="-5" dirty="0">
                <a:latin typeface="微软雅黑" panose="020B0503020204020204" pitchFamily="34" charset="-122"/>
                <a:ea typeface="微软雅黑" panose="020B0503020204020204" pitchFamily="34" charset="-122"/>
                <a:cs typeface="华文新魏" panose="02010800040101010101" charset="-122"/>
              </a:rPr>
              <a:t>前置条件</a:t>
            </a:r>
            <a:r>
              <a:rPr sz="2400" spc="-5" dirty="0">
                <a:latin typeface="微软雅黑" panose="020B0503020204020204" pitchFamily="34" charset="-122"/>
                <a:ea typeface="微软雅黑" panose="020B0503020204020204" pitchFamily="34" charset="-122"/>
                <a:cs typeface="华文新魏" panose="02010800040101010101" charset="-122"/>
              </a:rPr>
              <a:t>：启动此用例所必须具备的条件。 </a:t>
            </a:r>
            <a:r>
              <a:rPr sz="2400" b="1" spc="-5" dirty="0">
                <a:latin typeface="微软雅黑" panose="020B0503020204020204" pitchFamily="34" charset="-122"/>
                <a:ea typeface="微软雅黑" panose="020B0503020204020204" pitchFamily="34" charset="-122"/>
                <a:cs typeface="华文新魏" panose="02010800040101010101" charset="-122"/>
              </a:rPr>
              <a:t>细节</a:t>
            </a:r>
            <a:r>
              <a:rPr sz="2400" spc="-5" dirty="0">
                <a:latin typeface="微软雅黑" panose="020B0503020204020204" pitchFamily="34" charset="-122"/>
                <a:ea typeface="微软雅黑" panose="020B0503020204020204" pitchFamily="34" charset="-122"/>
                <a:cs typeface="华文新魏" panose="02010800040101010101" charset="-122"/>
              </a:rPr>
              <a:t>：该用例的细节。（基本流与可选流）  </a:t>
            </a:r>
            <a:endParaRPr lang="en-US" altLang="zh-CN" sz="2400" spc="-5" dirty="0">
              <a:latin typeface="微软雅黑" panose="020B0503020204020204" pitchFamily="34" charset="-122"/>
              <a:ea typeface="微软雅黑" panose="020B0503020204020204" pitchFamily="34" charset="-122"/>
              <a:cs typeface="华文新魏" panose="02010800040101010101" charset="-122"/>
            </a:endParaRPr>
          </a:p>
          <a:p>
            <a:pPr marL="38100" marR="869315">
              <a:lnSpc>
                <a:spcPts val="3200"/>
              </a:lnSpc>
              <a:spcBef>
                <a:spcPts val="100"/>
              </a:spcBef>
            </a:pPr>
            <a:r>
              <a:rPr sz="2400" b="1" spc="-5" dirty="0" err="1">
                <a:latin typeface="微软雅黑" panose="020B0503020204020204" pitchFamily="34" charset="-122"/>
                <a:ea typeface="微软雅黑" panose="020B0503020204020204" pitchFamily="34" charset="-122"/>
                <a:cs typeface="华文新魏" panose="02010800040101010101" charset="-122"/>
              </a:rPr>
              <a:t>后置条件</a:t>
            </a:r>
            <a:r>
              <a:rPr sz="2400" spc="-5" dirty="0" err="1">
                <a:latin typeface="微软雅黑" panose="020B0503020204020204" pitchFamily="34" charset="-122"/>
                <a:ea typeface="微软雅黑" panose="020B0503020204020204" pitchFamily="34" charset="-122"/>
                <a:cs typeface="华文新魏" panose="02010800040101010101" charset="-122"/>
              </a:rPr>
              <a:t>：在该用例结束时确保成立的条件</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8100">
              <a:lnSpc>
                <a:spcPct val="100000"/>
              </a:lnSpc>
              <a:spcBef>
                <a:spcPts val="260"/>
              </a:spcBef>
            </a:pPr>
            <a:r>
              <a:rPr sz="2400" b="1" spc="-5" dirty="0">
                <a:latin typeface="微软雅黑" panose="020B0503020204020204" pitchFamily="34" charset="-122"/>
                <a:ea typeface="微软雅黑" panose="020B0503020204020204" pitchFamily="34" charset="-122"/>
                <a:cs typeface="华文新魏" panose="02010800040101010101" charset="-122"/>
              </a:rPr>
              <a:t>例外</a:t>
            </a:r>
            <a:r>
              <a:rPr sz="2400" spc="-5" dirty="0">
                <a:latin typeface="微软雅黑" panose="020B0503020204020204" pitchFamily="34" charset="-122"/>
                <a:ea typeface="微软雅黑" panose="020B0503020204020204" pitchFamily="34" charset="-122"/>
                <a:cs typeface="华文新魏" panose="02010800040101010101" charset="-122"/>
              </a:rPr>
              <a:t>：在该用例的执行的过程中可能引起的例外</a:t>
            </a:r>
            <a:r>
              <a:rPr sz="2400" spc="7" baseline="25000" dirty="0">
                <a:latin typeface="微软雅黑" panose="020B0503020204020204" pitchFamily="34" charset="-122"/>
                <a:ea typeface="微软雅黑" panose="020B0503020204020204" pitchFamily="34" charset="-122"/>
                <a:cs typeface="华文新魏" panose="02010800040101010101" charset="-122"/>
              </a:rPr>
              <a:t>*</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8100">
              <a:lnSpc>
                <a:spcPct val="100000"/>
              </a:lnSpc>
              <a:spcBef>
                <a:spcPts val="560"/>
              </a:spcBef>
            </a:pPr>
            <a:r>
              <a:rPr sz="2400" b="1" spc="-5" dirty="0">
                <a:latin typeface="微软雅黑" panose="020B0503020204020204" pitchFamily="34" charset="-122"/>
                <a:ea typeface="微软雅黑" panose="020B0503020204020204" pitchFamily="34" charset="-122"/>
                <a:cs typeface="华文新魏" panose="02010800040101010101" charset="-122"/>
              </a:rPr>
              <a:t>限制</a:t>
            </a:r>
            <a:r>
              <a:rPr sz="2400" spc="-5" dirty="0">
                <a:latin typeface="微软雅黑" panose="020B0503020204020204" pitchFamily="34" charset="-122"/>
                <a:ea typeface="微软雅黑" panose="020B0503020204020204" pitchFamily="34" charset="-122"/>
                <a:cs typeface="华文新魏" panose="02010800040101010101" charset="-122"/>
              </a:rPr>
              <a:t>：在应用中可能出现的任何限制</a:t>
            </a:r>
            <a:r>
              <a:rPr sz="2400" spc="7" baseline="25000" dirty="0">
                <a:latin typeface="微软雅黑" panose="020B0503020204020204" pitchFamily="34" charset="-122"/>
                <a:ea typeface="微软雅黑" panose="020B0503020204020204" pitchFamily="34" charset="-122"/>
                <a:cs typeface="华文新魏" panose="02010800040101010101" charset="-122"/>
              </a:rPr>
              <a:t>*</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38100">
              <a:lnSpc>
                <a:spcPct val="100000"/>
              </a:lnSpc>
              <a:spcBef>
                <a:spcPts val="560"/>
              </a:spcBef>
            </a:pPr>
            <a:r>
              <a:rPr sz="2400" b="1" spc="-5" dirty="0">
                <a:latin typeface="微软雅黑" panose="020B0503020204020204" pitchFamily="34" charset="-122"/>
                <a:ea typeface="微软雅黑" panose="020B0503020204020204" pitchFamily="34" charset="-122"/>
                <a:cs typeface="华文新魏" panose="02010800040101010101" charset="-122"/>
              </a:rPr>
              <a:t>注释</a:t>
            </a:r>
            <a:r>
              <a:rPr sz="2400" spc="-5" dirty="0">
                <a:latin typeface="微软雅黑" panose="020B0503020204020204" pitchFamily="34" charset="-122"/>
                <a:ea typeface="微软雅黑" panose="020B0503020204020204" pitchFamily="34" charset="-122"/>
                <a:cs typeface="华文新魏" panose="02010800040101010101" charset="-122"/>
              </a:rPr>
              <a:t>：提供可能对该用例是重要的任何附加信息。</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6" name="标题 5"/>
          <p:cNvSpPr>
            <a:spLocks noGrp="1"/>
          </p:cNvSpPr>
          <p:nvPr>
            <p:ph type="title"/>
          </p:nvPr>
        </p:nvSpPr>
        <p:spPr/>
        <p:txBody>
          <a:bodyPr/>
          <a:lstStyle/>
          <a:p>
            <a:r>
              <a:rPr lang="zh-CN" altLang="en-US" spc="-5" dirty="0">
                <a:solidFill>
                  <a:srgbClr val="FF0000"/>
                </a:solidFill>
              </a:rPr>
              <a:t>用例文档模板</a:t>
            </a:r>
            <a:endParaRPr lang="zh-CN" altLang="en-US" dirty="0"/>
          </a:p>
        </p:txBody>
      </p:sp>
      <p:sp>
        <p:nvSpPr>
          <p:cNvPr id="7" name="灯片编号占位符 6"/>
          <p:cNvSpPr>
            <a:spLocks noGrp="1"/>
          </p:cNvSpPr>
          <p:nvPr>
            <p:ph type="sldNum" sz="quarter" idx="12"/>
          </p:nvPr>
        </p:nvSpPr>
        <p:spPr/>
        <p:txBody>
          <a:bodyPr/>
          <a:lstStyle/>
          <a:p>
            <a:fld id="{74D2AB8B-5816-41F2-8B4B-CA5C3E4E6A65}" type="slidenum">
              <a:rPr lang="zh-CN" altLang="en-US" smtClean="0"/>
              <a:t>48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089"/>
    </mc:Choice>
    <mc:Fallback xmlns="">
      <p:transition spd="slow" advTm="15089"/>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294992" y="1467150"/>
            <a:ext cx="10515600" cy="4351338"/>
          </a:xfrm>
          <a:prstGeom prst="rect">
            <a:avLst/>
          </a:prstGeom>
        </p:spPr>
        <p:txBody>
          <a:bodyPr vert="horz" wrap="square" lIns="0" tIns="12700" rIns="0" bIns="0" rtlCol="0">
            <a:spAutoFit/>
          </a:bodyPr>
          <a:lstStyle/>
          <a:p>
            <a:pPr marL="241300" indent="-228600">
              <a:lnSpc>
                <a:spcPct val="100000"/>
              </a:lnSpc>
              <a:spcBef>
                <a:spcPts val="100"/>
              </a:spcBef>
              <a:buClr>
                <a:srgbClr val="FF0000"/>
              </a:buClr>
              <a:buFont typeface="Arial" panose="020B0604020202020204"/>
              <a:buChar char="•"/>
              <a:tabLst>
                <a:tab pos="240665" algn="l"/>
                <a:tab pos="241300" algn="l"/>
              </a:tabLst>
            </a:pPr>
            <a:r>
              <a:rPr b="1" i="1" spc="-5" dirty="0">
                <a:solidFill>
                  <a:srgbClr val="FF2600"/>
                </a:solidFill>
                <a:latin typeface="华文新魏" panose="02010800040101010101" charset="-122"/>
                <a:cs typeface="华文新魏" panose="02010800040101010101" charset="-122"/>
              </a:rPr>
              <a:t>系统边界</a:t>
            </a:r>
            <a:r>
              <a:rPr sz="3300" b="1" spc="-7" baseline="-4000" dirty="0">
                <a:solidFill>
                  <a:srgbClr val="C00000"/>
                </a:solidFill>
                <a:latin typeface="Malgun Gothic" panose="020B0503020000020004" charset="-127"/>
                <a:cs typeface="Malgun Gothic" panose="020B0503020000020004" charset="-127"/>
              </a:rPr>
              <a:t>：</a:t>
            </a:r>
            <a:r>
              <a:rPr sz="2200" spc="-5" dirty="0"/>
              <a:t>一个系统所包含的所有系统成分与系统以外各种事物的分界线</a:t>
            </a:r>
            <a:endParaRPr sz="2200" dirty="0">
              <a:latin typeface="Malgun Gothic" panose="020B0503020000020004" charset="-127"/>
              <a:cs typeface="Malgun Gothic" panose="020B0503020000020004" charset="-127"/>
            </a:endParaRPr>
          </a:p>
          <a:p>
            <a:pPr marL="241300" indent="-228600">
              <a:lnSpc>
                <a:spcPct val="100000"/>
              </a:lnSpc>
              <a:spcBef>
                <a:spcPts val="1760"/>
              </a:spcBef>
              <a:buFont typeface="Arial" panose="020B0604020202020204"/>
              <a:buChar char="•"/>
              <a:tabLst>
                <a:tab pos="240665" algn="l"/>
                <a:tab pos="241300" algn="l"/>
              </a:tabLst>
            </a:pPr>
            <a:r>
              <a:rPr dirty="0"/>
              <a:t>系统边界会对用例以及</a:t>
            </a:r>
            <a:r>
              <a:rPr dirty="0">
                <a:latin typeface="Arial" panose="020B0604020202020204"/>
                <a:cs typeface="Arial" panose="020B0604020202020204"/>
              </a:rPr>
              <a:t>Ac</a:t>
            </a:r>
            <a:r>
              <a:rPr spc="-5" dirty="0">
                <a:latin typeface="Arial" panose="020B0604020202020204"/>
                <a:cs typeface="Arial" panose="020B0604020202020204"/>
              </a:rPr>
              <a:t>t</a:t>
            </a:r>
            <a:r>
              <a:rPr dirty="0">
                <a:latin typeface="Arial" panose="020B0604020202020204"/>
                <a:cs typeface="Arial" panose="020B0604020202020204"/>
              </a:rPr>
              <a:t>or</a:t>
            </a:r>
            <a:r>
              <a:rPr dirty="0"/>
              <a:t>的定义有所影响</a:t>
            </a:r>
          </a:p>
          <a:p>
            <a:pPr marL="241300" indent="-228600">
              <a:lnSpc>
                <a:spcPct val="100000"/>
              </a:lnSpc>
              <a:spcBef>
                <a:spcPts val="1760"/>
              </a:spcBef>
              <a:buFont typeface="Arial" panose="020B0604020202020204"/>
              <a:buChar char="•"/>
              <a:tabLst>
                <a:tab pos="240665" algn="l"/>
                <a:tab pos="241300" algn="l"/>
              </a:tabLst>
            </a:pPr>
            <a:r>
              <a:rPr dirty="0"/>
              <a:t>考虑用于零售店销售管理的系统的用例图</a:t>
            </a:r>
            <a:r>
              <a:rPr spc="-100" dirty="0"/>
              <a:t> </a:t>
            </a:r>
            <a:r>
              <a:rPr dirty="0"/>
              <a:t>：</a:t>
            </a:r>
          </a:p>
          <a:p>
            <a:pPr marL="698500" lvl="1" indent="-228600">
              <a:lnSpc>
                <a:spcPct val="100000"/>
              </a:lnSpc>
              <a:spcBef>
                <a:spcPts val="1170"/>
              </a:spcBef>
              <a:buFont typeface="Arial" panose="020B0604020202020204"/>
              <a:buChar char="•"/>
              <a:tabLst>
                <a:tab pos="697865" algn="l"/>
                <a:tab pos="698500" algn="l"/>
              </a:tabLst>
            </a:pPr>
            <a:r>
              <a:rPr sz="1900" dirty="0">
                <a:latin typeface="华文新魏" panose="02010800040101010101" charset="-122"/>
                <a:cs typeface="华文新魏" panose="02010800040101010101" charset="-122"/>
              </a:rPr>
              <a:t>记录销售及付款情况的软硬件集成系统</a:t>
            </a:r>
          </a:p>
          <a:p>
            <a:pPr marL="698500" lvl="1" indent="-228600">
              <a:lnSpc>
                <a:spcPct val="100000"/>
              </a:lnSpc>
              <a:spcBef>
                <a:spcPts val="1220"/>
              </a:spcBef>
              <a:buFont typeface="Arial" panose="020B0604020202020204"/>
              <a:buChar char="•"/>
              <a:tabLst>
                <a:tab pos="697865" algn="l"/>
                <a:tab pos="698500" algn="l"/>
              </a:tabLst>
            </a:pPr>
            <a:r>
              <a:rPr sz="1900" dirty="0">
                <a:latin typeface="华文新魏" panose="02010800040101010101" charset="-122"/>
                <a:cs typeface="华文新魏" panose="02010800040101010101" charset="-122"/>
              </a:rPr>
              <a:t>包括硬件设备，如计算机、条码扫描装置</a:t>
            </a:r>
          </a:p>
        </p:txBody>
      </p:sp>
      <p:sp>
        <p:nvSpPr>
          <p:cNvPr id="4" name="object 4"/>
          <p:cNvSpPr txBox="1"/>
          <p:nvPr/>
        </p:nvSpPr>
        <p:spPr>
          <a:xfrm>
            <a:off x="1562598" y="4109648"/>
            <a:ext cx="4089400" cy="2209800"/>
          </a:xfrm>
          <a:prstGeom prst="rect">
            <a:avLst/>
          </a:prstGeom>
        </p:spPr>
        <p:txBody>
          <a:bodyPr vert="horz" wrap="square" lIns="0" tIns="154940" rIns="0" bIns="0" rtlCol="0">
            <a:spAutoFit/>
          </a:bodyPr>
          <a:lstStyle/>
          <a:p>
            <a:pPr marL="241300" indent="-228600">
              <a:lnSpc>
                <a:spcPct val="100000"/>
              </a:lnSpc>
              <a:spcBef>
                <a:spcPts val="1220"/>
              </a:spcBef>
              <a:buFont typeface="Arial" panose="020B0604020202020204"/>
              <a:buChar char="•"/>
              <a:tabLst>
                <a:tab pos="240665" algn="l"/>
                <a:tab pos="241300" algn="l"/>
              </a:tabLst>
            </a:pPr>
            <a:r>
              <a:rPr lang="zh-CN" altLang="en-US" sz="1900" dirty="0">
                <a:latin typeface="微软雅黑" panose="020B0503020204020204" pitchFamily="34" charset="-122"/>
                <a:ea typeface="微软雅黑" panose="020B0503020204020204" pitchFamily="34" charset="-122"/>
                <a:cs typeface="华文新魏" panose="02010800040101010101" charset="-122"/>
              </a:rPr>
              <a:t>包括</a:t>
            </a:r>
            <a:r>
              <a:rPr sz="1900" dirty="0" err="1">
                <a:latin typeface="微软雅黑" panose="020B0503020204020204" pitchFamily="34" charset="-122"/>
                <a:ea typeface="微软雅黑" panose="020B0503020204020204" pitchFamily="34" charset="-122"/>
                <a:cs typeface="华文新魏" panose="02010800040101010101" charset="-122"/>
              </a:rPr>
              <a:t>运行在系统上的软件</a:t>
            </a:r>
            <a:endParaRPr sz="19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120"/>
              </a:spcBef>
              <a:buFont typeface="Arial" panose="020B0604020202020204"/>
              <a:buChar char="•"/>
              <a:tabLst>
                <a:tab pos="240665" algn="l"/>
                <a:tab pos="241300" algn="l"/>
              </a:tabLst>
            </a:pPr>
            <a:r>
              <a:rPr sz="1900" dirty="0">
                <a:latin typeface="微软雅黑" panose="020B0503020204020204" pitchFamily="34" charset="-122"/>
                <a:ea typeface="微软雅黑" panose="020B0503020204020204" pitchFamily="34" charset="-122"/>
                <a:cs typeface="华文新魏" panose="02010800040101010101" charset="-122"/>
              </a:rPr>
              <a:t>系统目标包括：</a:t>
            </a:r>
          </a:p>
          <a:p>
            <a:pPr marL="698500" lvl="1" indent="-229235">
              <a:lnSpc>
                <a:spcPct val="100000"/>
              </a:lnSpc>
              <a:spcBef>
                <a:spcPts val="1220"/>
              </a:spcBef>
              <a:buClr>
                <a:srgbClr val="990000"/>
              </a:buClr>
              <a:buFont typeface="Arial" panose="020B0604020202020204"/>
              <a:buChar char="•"/>
              <a:tabLst>
                <a:tab pos="697865" algn="l"/>
                <a:tab pos="698500" algn="l"/>
              </a:tabLst>
            </a:pPr>
            <a:r>
              <a:rPr sz="1900" dirty="0">
                <a:solidFill>
                  <a:srgbClr val="AB1500"/>
                </a:solidFill>
                <a:latin typeface="微软雅黑" panose="020B0503020204020204" pitchFamily="34" charset="-122"/>
                <a:ea typeface="微软雅黑" panose="020B0503020204020204" pitchFamily="34" charset="-122"/>
                <a:cs typeface="华文新魏" panose="02010800040101010101" charset="-122"/>
              </a:rPr>
              <a:t>自动收款</a:t>
            </a:r>
            <a:endParaRPr sz="19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220"/>
              </a:spcBef>
              <a:buClr>
                <a:srgbClr val="990000"/>
              </a:buClr>
              <a:buFont typeface="Arial" panose="020B0604020202020204"/>
              <a:buChar char="•"/>
              <a:tabLst>
                <a:tab pos="697865" algn="l"/>
                <a:tab pos="698500" algn="l"/>
              </a:tabLst>
            </a:pPr>
            <a:r>
              <a:rPr sz="1900" dirty="0">
                <a:solidFill>
                  <a:srgbClr val="AB1500"/>
                </a:solidFill>
                <a:latin typeface="微软雅黑" panose="020B0503020204020204" pitchFamily="34" charset="-122"/>
                <a:ea typeface="微软雅黑" panose="020B0503020204020204" pitchFamily="34" charset="-122"/>
                <a:cs typeface="华文新魏" panose="02010800040101010101" charset="-122"/>
              </a:rPr>
              <a:t>快速准确的销售情况统计及分析</a:t>
            </a:r>
            <a:endParaRPr sz="19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120"/>
              </a:spcBef>
              <a:buClr>
                <a:srgbClr val="990000"/>
              </a:buClr>
              <a:buFont typeface="Arial" panose="020B0604020202020204"/>
              <a:buChar char="•"/>
              <a:tabLst>
                <a:tab pos="697865" algn="l"/>
                <a:tab pos="698500" algn="l"/>
              </a:tabLst>
            </a:pPr>
            <a:r>
              <a:rPr sz="1900" dirty="0">
                <a:solidFill>
                  <a:srgbClr val="AB1500"/>
                </a:solidFill>
                <a:latin typeface="微软雅黑" panose="020B0503020204020204" pitchFamily="34" charset="-122"/>
                <a:ea typeface="微软雅黑" panose="020B0503020204020204" pitchFamily="34" charset="-122"/>
                <a:cs typeface="华文新魏" panose="02010800040101010101" charset="-122"/>
              </a:rPr>
              <a:t>自动的库存管理</a:t>
            </a:r>
            <a:endParaRPr sz="1900" dirty="0">
              <a:latin typeface="微软雅黑" panose="020B0503020204020204" pitchFamily="34" charset="-122"/>
              <a:ea typeface="微软雅黑" panose="020B0503020204020204" pitchFamily="34" charset="-122"/>
              <a:cs typeface="华文新魏" panose="02010800040101010101" charset="-122"/>
            </a:endParaRPr>
          </a:p>
        </p:txBody>
      </p:sp>
      <p:grpSp>
        <p:nvGrpSpPr>
          <p:cNvPr id="25" name="组合 24"/>
          <p:cNvGrpSpPr/>
          <p:nvPr/>
        </p:nvGrpSpPr>
        <p:grpSpPr>
          <a:xfrm>
            <a:off x="6661151" y="2765169"/>
            <a:ext cx="5530849" cy="3727706"/>
            <a:chOff x="6661151" y="2591742"/>
            <a:chExt cx="5530849" cy="3727706"/>
          </a:xfrm>
        </p:grpSpPr>
        <p:sp>
          <p:nvSpPr>
            <p:cNvPr id="5" name="object 5"/>
            <p:cNvSpPr txBox="1"/>
            <p:nvPr/>
          </p:nvSpPr>
          <p:spPr>
            <a:xfrm>
              <a:off x="11150600" y="2725097"/>
              <a:ext cx="1041400" cy="330200"/>
            </a:xfrm>
            <a:prstGeom prst="rect">
              <a:avLst/>
            </a:prstGeom>
          </p:spPr>
          <p:txBody>
            <a:bodyPr vert="horz" wrap="square" lIns="0" tIns="12700" rIns="0" bIns="0" rtlCol="0">
              <a:spAutoFit/>
            </a:bodyPr>
            <a:lstStyle/>
            <a:p>
              <a:pPr marL="12700">
                <a:lnSpc>
                  <a:spcPct val="100000"/>
                </a:lnSpc>
                <a:spcBef>
                  <a:spcPts val="100"/>
                </a:spcBef>
              </a:pPr>
              <a:r>
                <a:rPr sz="2000" b="1" i="1" spc="-5" dirty="0">
                  <a:latin typeface="华文新魏" panose="02010800040101010101" charset="-122"/>
                  <a:cs typeface="华文新魏" panose="02010800040101010101" charset="-122"/>
                </a:rPr>
                <a:t>系统边界</a:t>
              </a:r>
              <a:endParaRPr sz="2000">
                <a:latin typeface="华文新魏" panose="02010800040101010101" charset="-122"/>
                <a:cs typeface="华文新魏" panose="02010800040101010101" charset="-122"/>
              </a:endParaRPr>
            </a:p>
          </p:txBody>
        </p:sp>
        <p:sp>
          <p:nvSpPr>
            <p:cNvPr id="6" name="object 6"/>
            <p:cNvSpPr/>
            <p:nvPr/>
          </p:nvSpPr>
          <p:spPr>
            <a:xfrm>
              <a:off x="7037983" y="2591742"/>
              <a:ext cx="4974627" cy="2920819"/>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6661151" y="3698237"/>
              <a:ext cx="787400" cy="635000"/>
            </a:xfrm>
            <a:prstGeom prst="rect">
              <a:avLst/>
            </a:prstGeom>
          </p:spPr>
          <p:txBody>
            <a:bodyPr vert="horz" wrap="square" lIns="0" tIns="12700" rIns="0" bIns="0" rtlCol="0">
              <a:spAutoFit/>
            </a:bodyPr>
            <a:lstStyle/>
            <a:p>
              <a:pPr marL="12700" marR="5080">
                <a:lnSpc>
                  <a:spcPct val="100000"/>
                </a:lnSpc>
                <a:spcBef>
                  <a:spcPts val="100"/>
                </a:spcBef>
              </a:pPr>
              <a:r>
                <a:rPr sz="2000" b="1" i="1" spc="-5" dirty="0">
                  <a:latin typeface="华文新魏" panose="02010800040101010101" charset="-122"/>
                  <a:cs typeface="华文新魏" panose="02010800040101010101" charset="-122"/>
                </a:rPr>
                <a:t>参与者  (人员)</a:t>
              </a:r>
              <a:endParaRPr sz="2000">
                <a:latin typeface="华文新魏" panose="02010800040101010101" charset="-122"/>
                <a:cs typeface="华文新魏" panose="02010800040101010101" charset="-122"/>
              </a:endParaRPr>
            </a:p>
          </p:txBody>
        </p:sp>
        <p:sp>
          <p:nvSpPr>
            <p:cNvPr id="8" name="object 8"/>
            <p:cNvSpPr txBox="1"/>
            <p:nvPr/>
          </p:nvSpPr>
          <p:spPr>
            <a:xfrm>
              <a:off x="7131048" y="5474351"/>
              <a:ext cx="1474470" cy="330200"/>
            </a:xfrm>
            <a:prstGeom prst="rect">
              <a:avLst/>
            </a:prstGeom>
          </p:spPr>
          <p:txBody>
            <a:bodyPr vert="horz" wrap="square" lIns="0" tIns="12700" rIns="0" bIns="0" rtlCol="0">
              <a:spAutoFit/>
            </a:bodyPr>
            <a:lstStyle/>
            <a:p>
              <a:pPr marL="12700">
                <a:lnSpc>
                  <a:spcPct val="100000"/>
                </a:lnSpc>
                <a:spcBef>
                  <a:spcPts val="100"/>
                </a:spcBef>
              </a:pPr>
              <a:r>
                <a:rPr sz="2000" b="1" i="1" spc="-5" dirty="0">
                  <a:latin typeface="华文新魏" panose="02010800040101010101" charset="-122"/>
                  <a:cs typeface="华文新魏" panose="02010800040101010101" charset="-122"/>
                </a:rPr>
                <a:t>参与者(设备)</a:t>
              </a:r>
              <a:endParaRPr sz="2000">
                <a:latin typeface="华文新魏" panose="02010800040101010101" charset="-122"/>
                <a:cs typeface="华文新魏" panose="02010800040101010101" charset="-122"/>
              </a:endParaRPr>
            </a:p>
          </p:txBody>
        </p:sp>
        <p:sp>
          <p:nvSpPr>
            <p:cNvPr id="9" name="object 9"/>
            <p:cNvSpPr/>
            <p:nvPr/>
          </p:nvSpPr>
          <p:spPr>
            <a:xfrm>
              <a:off x="11402957" y="4664493"/>
              <a:ext cx="390525" cy="109220"/>
            </a:xfrm>
            <a:custGeom>
              <a:avLst/>
              <a:gdLst/>
              <a:ahLst/>
              <a:cxnLst/>
              <a:rect l="l" t="t" r="r" b="b"/>
              <a:pathLst>
                <a:path w="390525" h="109220">
                  <a:moveTo>
                    <a:pt x="0" y="108602"/>
                  </a:moveTo>
                  <a:lnTo>
                    <a:pt x="390519" y="108602"/>
                  </a:lnTo>
                  <a:lnTo>
                    <a:pt x="390519" y="0"/>
                  </a:lnTo>
                  <a:lnTo>
                    <a:pt x="0" y="0"/>
                  </a:lnTo>
                  <a:lnTo>
                    <a:pt x="0" y="108602"/>
                  </a:lnTo>
                  <a:close/>
                </a:path>
              </a:pathLst>
            </a:custGeom>
            <a:ln w="3175">
              <a:solidFill>
                <a:srgbClr val="000000"/>
              </a:solidFill>
            </a:ln>
          </p:spPr>
          <p:txBody>
            <a:bodyPr wrap="square" lIns="0" tIns="0" rIns="0" bIns="0" rtlCol="0"/>
            <a:lstStyle/>
            <a:p>
              <a:endParaRPr/>
            </a:p>
          </p:txBody>
        </p:sp>
        <p:sp>
          <p:nvSpPr>
            <p:cNvPr id="10" name="object 10"/>
            <p:cNvSpPr/>
            <p:nvPr/>
          </p:nvSpPr>
          <p:spPr>
            <a:xfrm>
              <a:off x="11618704" y="4708221"/>
              <a:ext cx="137160" cy="0"/>
            </a:xfrm>
            <a:custGeom>
              <a:avLst/>
              <a:gdLst/>
              <a:ahLst/>
              <a:cxnLst/>
              <a:rect l="l" t="t" r="r" b="b"/>
              <a:pathLst>
                <a:path w="137159">
                  <a:moveTo>
                    <a:pt x="0" y="0"/>
                  </a:moveTo>
                  <a:lnTo>
                    <a:pt x="136710" y="0"/>
                  </a:lnTo>
                </a:path>
              </a:pathLst>
            </a:custGeom>
            <a:ln w="50829">
              <a:solidFill>
                <a:srgbClr val="808080"/>
              </a:solidFill>
            </a:ln>
          </p:spPr>
          <p:txBody>
            <a:bodyPr wrap="square" lIns="0" tIns="0" rIns="0" bIns="0" rtlCol="0"/>
            <a:lstStyle/>
            <a:p>
              <a:endParaRPr/>
            </a:p>
          </p:txBody>
        </p:sp>
        <p:sp>
          <p:nvSpPr>
            <p:cNvPr id="11" name="object 11"/>
            <p:cNvSpPr/>
            <p:nvPr/>
          </p:nvSpPr>
          <p:spPr>
            <a:xfrm>
              <a:off x="11618704" y="4682807"/>
              <a:ext cx="137160" cy="51435"/>
            </a:xfrm>
            <a:custGeom>
              <a:avLst/>
              <a:gdLst/>
              <a:ahLst/>
              <a:cxnLst/>
              <a:rect l="l" t="t" r="r" b="b"/>
              <a:pathLst>
                <a:path w="137159" h="51435">
                  <a:moveTo>
                    <a:pt x="0" y="50829"/>
                  </a:moveTo>
                  <a:lnTo>
                    <a:pt x="136710" y="50829"/>
                  </a:lnTo>
                  <a:lnTo>
                    <a:pt x="136710" y="0"/>
                  </a:lnTo>
                  <a:lnTo>
                    <a:pt x="0" y="0"/>
                  </a:lnTo>
                  <a:lnTo>
                    <a:pt x="0" y="50829"/>
                  </a:lnTo>
                  <a:close/>
                </a:path>
              </a:pathLst>
            </a:custGeom>
            <a:ln w="3175">
              <a:solidFill>
                <a:srgbClr val="000000"/>
              </a:solidFill>
            </a:ln>
          </p:spPr>
          <p:txBody>
            <a:bodyPr wrap="square" lIns="0" tIns="0" rIns="0" bIns="0" rtlCol="0"/>
            <a:lstStyle/>
            <a:p>
              <a:endParaRPr/>
            </a:p>
          </p:txBody>
        </p:sp>
        <p:sp>
          <p:nvSpPr>
            <p:cNvPr id="12" name="object 12"/>
            <p:cNvSpPr/>
            <p:nvPr/>
          </p:nvSpPr>
          <p:spPr>
            <a:xfrm>
              <a:off x="11387460" y="4724376"/>
              <a:ext cx="424180" cy="67945"/>
            </a:xfrm>
            <a:custGeom>
              <a:avLst/>
              <a:gdLst/>
              <a:ahLst/>
              <a:cxnLst/>
              <a:rect l="l" t="t" r="r" b="b"/>
              <a:pathLst>
                <a:path w="424179" h="67945">
                  <a:moveTo>
                    <a:pt x="372269" y="0"/>
                  </a:moveTo>
                  <a:lnTo>
                    <a:pt x="52975" y="0"/>
                  </a:lnTo>
                  <a:lnTo>
                    <a:pt x="1010" y="59916"/>
                  </a:lnTo>
                  <a:lnTo>
                    <a:pt x="0" y="63406"/>
                  </a:lnTo>
                  <a:lnTo>
                    <a:pt x="2368" y="66205"/>
                  </a:lnTo>
                  <a:lnTo>
                    <a:pt x="6096" y="67932"/>
                  </a:lnTo>
                  <a:lnTo>
                    <a:pt x="418751" y="67932"/>
                  </a:lnTo>
                  <a:lnTo>
                    <a:pt x="421894" y="66723"/>
                  </a:lnTo>
                  <a:lnTo>
                    <a:pt x="423835" y="64096"/>
                  </a:lnTo>
                  <a:lnTo>
                    <a:pt x="422866" y="61298"/>
                  </a:lnTo>
                  <a:lnTo>
                    <a:pt x="372269" y="0"/>
                  </a:lnTo>
                  <a:close/>
                </a:path>
              </a:pathLst>
            </a:custGeom>
            <a:solidFill>
              <a:srgbClr val="FFFFFF"/>
            </a:solidFill>
          </p:spPr>
          <p:txBody>
            <a:bodyPr wrap="square" lIns="0" tIns="0" rIns="0" bIns="0" rtlCol="0"/>
            <a:lstStyle/>
            <a:p>
              <a:endParaRPr/>
            </a:p>
          </p:txBody>
        </p:sp>
        <p:sp>
          <p:nvSpPr>
            <p:cNvPr id="13" name="object 13"/>
            <p:cNvSpPr/>
            <p:nvPr/>
          </p:nvSpPr>
          <p:spPr>
            <a:xfrm>
              <a:off x="11387460" y="4724376"/>
              <a:ext cx="424180" cy="67945"/>
            </a:xfrm>
            <a:custGeom>
              <a:avLst/>
              <a:gdLst/>
              <a:ahLst/>
              <a:cxnLst/>
              <a:rect l="l" t="t" r="r" b="b"/>
              <a:pathLst>
                <a:path w="424179" h="67945">
                  <a:moveTo>
                    <a:pt x="52975" y="0"/>
                  </a:moveTo>
                  <a:lnTo>
                    <a:pt x="372269" y="0"/>
                  </a:lnTo>
                  <a:lnTo>
                    <a:pt x="422866" y="61298"/>
                  </a:lnTo>
                  <a:lnTo>
                    <a:pt x="423074" y="61899"/>
                  </a:lnTo>
                  <a:lnTo>
                    <a:pt x="423835" y="64096"/>
                  </a:lnTo>
                  <a:lnTo>
                    <a:pt x="421894" y="66723"/>
                  </a:lnTo>
                  <a:lnTo>
                    <a:pt x="418751" y="67932"/>
                  </a:lnTo>
                  <a:lnTo>
                    <a:pt x="6096" y="67932"/>
                  </a:lnTo>
                  <a:lnTo>
                    <a:pt x="4437" y="67163"/>
                  </a:lnTo>
                  <a:lnTo>
                    <a:pt x="2368" y="66205"/>
                  </a:lnTo>
                  <a:lnTo>
                    <a:pt x="0" y="63406"/>
                  </a:lnTo>
                  <a:lnTo>
                    <a:pt x="1010" y="59916"/>
                  </a:lnTo>
                  <a:lnTo>
                    <a:pt x="52975" y="0"/>
                  </a:lnTo>
                </a:path>
              </a:pathLst>
            </a:custGeom>
            <a:ln w="3175">
              <a:solidFill>
                <a:srgbClr val="000000"/>
              </a:solidFill>
            </a:ln>
          </p:spPr>
          <p:txBody>
            <a:bodyPr wrap="square" lIns="0" tIns="0" rIns="0" bIns="0" rtlCol="0"/>
            <a:lstStyle/>
            <a:p>
              <a:endParaRPr/>
            </a:p>
          </p:txBody>
        </p:sp>
        <p:sp>
          <p:nvSpPr>
            <p:cNvPr id="14" name="object 14"/>
            <p:cNvSpPr/>
            <p:nvPr/>
          </p:nvSpPr>
          <p:spPr>
            <a:xfrm>
              <a:off x="11411191" y="4738715"/>
              <a:ext cx="281940" cy="43180"/>
            </a:xfrm>
            <a:custGeom>
              <a:avLst/>
              <a:gdLst/>
              <a:ahLst/>
              <a:cxnLst/>
              <a:rect l="l" t="t" r="r" b="b"/>
              <a:pathLst>
                <a:path w="281940" h="43179">
                  <a:moveTo>
                    <a:pt x="268340" y="0"/>
                  </a:moveTo>
                  <a:lnTo>
                    <a:pt x="37866" y="0"/>
                  </a:lnTo>
                  <a:lnTo>
                    <a:pt x="0" y="43122"/>
                  </a:lnTo>
                  <a:lnTo>
                    <a:pt x="281467" y="43122"/>
                  </a:lnTo>
                  <a:lnTo>
                    <a:pt x="268340" y="0"/>
                  </a:lnTo>
                  <a:close/>
                </a:path>
              </a:pathLst>
            </a:custGeom>
            <a:solidFill>
              <a:srgbClr val="FFFFFF"/>
            </a:solidFill>
          </p:spPr>
          <p:txBody>
            <a:bodyPr wrap="square" lIns="0" tIns="0" rIns="0" bIns="0" rtlCol="0"/>
            <a:lstStyle/>
            <a:p>
              <a:endParaRPr/>
            </a:p>
          </p:txBody>
        </p:sp>
        <p:sp>
          <p:nvSpPr>
            <p:cNvPr id="15" name="object 15"/>
            <p:cNvSpPr/>
            <p:nvPr/>
          </p:nvSpPr>
          <p:spPr>
            <a:xfrm>
              <a:off x="11411191" y="4738715"/>
              <a:ext cx="281940" cy="43180"/>
            </a:xfrm>
            <a:custGeom>
              <a:avLst/>
              <a:gdLst/>
              <a:ahLst/>
              <a:cxnLst/>
              <a:rect l="l" t="t" r="r" b="b"/>
              <a:pathLst>
                <a:path w="281940" h="43179">
                  <a:moveTo>
                    <a:pt x="37866" y="0"/>
                  </a:moveTo>
                  <a:lnTo>
                    <a:pt x="268340" y="0"/>
                  </a:lnTo>
                  <a:lnTo>
                    <a:pt x="277913" y="31447"/>
                  </a:lnTo>
                  <a:lnTo>
                    <a:pt x="281467" y="43122"/>
                  </a:lnTo>
                  <a:lnTo>
                    <a:pt x="0" y="43122"/>
                  </a:lnTo>
                  <a:lnTo>
                    <a:pt x="37866" y="0"/>
                  </a:lnTo>
                </a:path>
              </a:pathLst>
            </a:custGeom>
            <a:ln w="3175">
              <a:solidFill>
                <a:srgbClr val="000000"/>
              </a:solidFill>
            </a:ln>
          </p:spPr>
          <p:txBody>
            <a:bodyPr wrap="square" lIns="0" tIns="0" rIns="0" bIns="0" rtlCol="0"/>
            <a:lstStyle/>
            <a:p>
              <a:endParaRPr/>
            </a:p>
          </p:txBody>
        </p:sp>
        <p:sp>
          <p:nvSpPr>
            <p:cNvPr id="16" name="object 16"/>
            <p:cNvSpPr/>
            <p:nvPr/>
          </p:nvSpPr>
          <p:spPr>
            <a:xfrm>
              <a:off x="11701670" y="4738715"/>
              <a:ext cx="85725" cy="43180"/>
            </a:xfrm>
            <a:custGeom>
              <a:avLst/>
              <a:gdLst/>
              <a:ahLst/>
              <a:cxnLst/>
              <a:rect l="l" t="t" r="r" b="b"/>
              <a:pathLst>
                <a:path w="85725" h="43179">
                  <a:moveTo>
                    <a:pt x="50204" y="0"/>
                  </a:moveTo>
                  <a:lnTo>
                    <a:pt x="0" y="0"/>
                  </a:lnTo>
                  <a:lnTo>
                    <a:pt x="15879" y="43122"/>
                  </a:lnTo>
                  <a:lnTo>
                    <a:pt x="85312" y="43122"/>
                  </a:lnTo>
                  <a:lnTo>
                    <a:pt x="50204" y="0"/>
                  </a:lnTo>
                  <a:close/>
                </a:path>
              </a:pathLst>
            </a:custGeom>
            <a:solidFill>
              <a:srgbClr val="FFFFFF"/>
            </a:solidFill>
          </p:spPr>
          <p:txBody>
            <a:bodyPr wrap="square" lIns="0" tIns="0" rIns="0" bIns="0" rtlCol="0"/>
            <a:lstStyle/>
            <a:p>
              <a:endParaRPr/>
            </a:p>
          </p:txBody>
        </p:sp>
        <p:sp>
          <p:nvSpPr>
            <p:cNvPr id="17" name="object 17"/>
            <p:cNvSpPr/>
            <p:nvPr/>
          </p:nvSpPr>
          <p:spPr>
            <a:xfrm>
              <a:off x="11701670" y="4738715"/>
              <a:ext cx="85725" cy="43180"/>
            </a:xfrm>
            <a:custGeom>
              <a:avLst/>
              <a:gdLst/>
              <a:ahLst/>
              <a:cxnLst/>
              <a:rect l="l" t="t" r="r" b="b"/>
              <a:pathLst>
                <a:path w="85725" h="43179">
                  <a:moveTo>
                    <a:pt x="0" y="0"/>
                  </a:moveTo>
                  <a:lnTo>
                    <a:pt x="50204" y="0"/>
                  </a:lnTo>
                  <a:lnTo>
                    <a:pt x="85312" y="43122"/>
                  </a:lnTo>
                  <a:lnTo>
                    <a:pt x="15879" y="43122"/>
                  </a:lnTo>
                  <a:lnTo>
                    <a:pt x="0" y="0"/>
                  </a:lnTo>
                </a:path>
              </a:pathLst>
            </a:custGeom>
            <a:ln w="3175">
              <a:solidFill>
                <a:srgbClr val="000000"/>
              </a:solidFill>
            </a:ln>
          </p:spPr>
          <p:txBody>
            <a:bodyPr wrap="square" lIns="0" tIns="0" rIns="0" bIns="0" rtlCol="0"/>
            <a:lstStyle/>
            <a:p>
              <a:endParaRPr/>
            </a:p>
          </p:txBody>
        </p:sp>
        <p:sp>
          <p:nvSpPr>
            <p:cNvPr id="18" name="object 18"/>
            <p:cNvSpPr/>
            <p:nvPr/>
          </p:nvSpPr>
          <p:spPr>
            <a:xfrm>
              <a:off x="11456708" y="4453679"/>
              <a:ext cx="285115" cy="210185"/>
            </a:xfrm>
            <a:custGeom>
              <a:avLst/>
              <a:gdLst/>
              <a:ahLst/>
              <a:cxnLst/>
              <a:rect l="l" t="t" r="r" b="b"/>
              <a:pathLst>
                <a:path w="285115" h="210185">
                  <a:moveTo>
                    <a:pt x="0" y="209569"/>
                  </a:moveTo>
                  <a:lnTo>
                    <a:pt x="284570" y="209569"/>
                  </a:lnTo>
                  <a:lnTo>
                    <a:pt x="284570" y="0"/>
                  </a:lnTo>
                  <a:lnTo>
                    <a:pt x="0" y="0"/>
                  </a:lnTo>
                  <a:lnTo>
                    <a:pt x="0" y="209569"/>
                  </a:lnTo>
                  <a:close/>
                </a:path>
              </a:pathLst>
            </a:custGeom>
            <a:ln w="3175">
              <a:solidFill>
                <a:srgbClr val="000000"/>
              </a:solidFill>
            </a:ln>
          </p:spPr>
          <p:txBody>
            <a:bodyPr wrap="square" lIns="0" tIns="0" rIns="0" bIns="0" rtlCol="0"/>
            <a:lstStyle/>
            <a:p>
              <a:endParaRPr/>
            </a:p>
          </p:txBody>
        </p:sp>
        <p:sp>
          <p:nvSpPr>
            <p:cNvPr id="19" name="object 19"/>
            <p:cNvSpPr/>
            <p:nvPr/>
          </p:nvSpPr>
          <p:spPr>
            <a:xfrm>
              <a:off x="11473477" y="4469196"/>
              <a:ext cx="250682" cy="180993"/>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11380021" y="4447535"/>
              <a:ext cx="440690" cy="353695"/>
            </a:xfrm>
            <a:custGeom>
              <a:avLst/>
              <a:gdLst/>
              <a:ahLst/>
              <a:cxnLst/>
              <a:rect l="l" t="t" r="r" b="b"/>
              <a:pathLst>
                <a:path w="440690" h="353695">
                  <a:moveTo>
                    <a:pt x="0" y="0"/>
                  </a:moveTo>
                  <a:lnTo>
                    <a:pt x="440531" y="0"/>
                  </a:lnTo>
                  <a:lnTo>
                    <a:pt x="440531" y="353218"/>
                  </a:lnTo>
                  <a:lnTo>
                    <a:pt x="0" y="353218"/>
                  </a:lnTo>
                  <a:lnTo>
                    <a:pt x="0" y="0"/>
                  </a:lnTo>
                  <a:close/>
                </a:path>
              </a:pathLst>
            </a:custGeom>
            <a:ln w="12699">
              <a:solidFill>
                <a:srgbClr val="000000"/>
              </a:solidFill>
            </a:ln>
          </p:spPr>
          <p:txBody>
            <a:bodyPr wrap="square" lIns="0" tIns="0" rIns="0" bIns="0" rtlCol="0"/>
            <a:lstStyle/>
            <a:p>
              <a:endParaRPr/>
            </a:p>
          </p:txBody>
        </p:sp>
        <p:sp>
          <p:nvSpPr>
            <p:cNvPr id="21" name="object 21"/>
            <p:cNvSpPr txBox="1"/>
            <p:nvPr/>
          </p:nvSpPr>
          <p:spPr>
            <a:xfrm>
              <a:off x="9648823" y="5182547"/>
              <a:ext cx="966469" cy="635000"/>
            </a:xfrm>
            <a:prstGeom prst="rect">
              <a:avLst/>
            </a:prstGeom>
          </p:spPr>
          <p:txBody>
            <a:bodyPr vert="horz" wrap="square" lIns="0" tIns="12700" rIns="0" bIns="0" rtlCol="0">
              <a:spAutoFit/>
            </a:bodyPr>
            <a:lstStyle/>
            <a:p>
              <a:pPr marL="12700">
                <a:lnSpc>
                  <a:spcPct val="100000"/>
                </a:lnSpc>
                <a:spcBef>
                  <a:spcPts val="100"/>
                </a:spcBef>
              </a:pPr>
              <a:r>
                <a:rPr sz="2000" b="1" i="1" spc="-5" dirty="0">
                  <a:latin typeface="华文新魏" panose="02010800040101010101" charset="-122"/>
                  <a:cs typeface="华文新魏" panose="02010800040101010101" charset="-122"/>
                </a:rPr>
                <a:t>参与者</a:t>
              </a:r>
              <a:endParaRPr sz="2000">
                <a:latin typeface="华文新魏" panose="02010800040101010101" charset="-122"/>
                <a:cs typeface="华文新魏" panose="02010800040101010101" charset="-122"/>
              </a:endParaRPr>
            </a:p>
            <a:p>
              <a:pPr marL="12700">
                <a:lnSpc>
                  <a:spcPct val="100000"/>
                </a:lnSpc>
              </a:pPr>
              <a:r>
                <a:rPr sz="2000" b="1" i="1" spc="-5" dirty="0">
                  <a:latin typeface="华文新魏" panose="02010800040101010101" charset="-122"/>
                  <a:cs typeface="华文新魏" panose="02010800040101010101" charset="-122"/>
                </a:rPr>
                <a:t>(外系统)</a:t>
              </a:r>
              <a:endParaRPr sz="2000">
                <a:latin typeface="华文新魏" panose="02010800040101010101" charset="-122"/>
                <a:cs typeface="华文新魏" panose="02010800040101010101" charset="-122"/>
              </a:endParaRPr>
            </a:p>
          </p:txBody>
        </p:sp>
        <p:sp>
          <p:nvSpPr>
            <p:cNvPr id="22" name="object 22"/>
            <p:cNvSpPr txBox="1"/>
            <p:nvPr/>
          </p:nvSpPr>
          <p:spPr>
            <a:xfrm>
              <a:off x="8065451" y="6050208"/>
              <a:ext cx="3276600" cy="269240"/>
            </a:xfrm>
            <a:prstGeom prst="rect">
              <a:avLst/>
            </a:prstGeom>
          </p:spPr>
          <p:txBody>
            <a:bodyPr vert="horz" wrap="square" lIns="0" tIns="12700" rIns="0" bIns="0" rtlCol="0">
              <a:spAutoFit/>
            </a:bodyPr>
            <a:lstStyle/>
            <a:p>
              <a:pPr marL="12700">
                <a:lnSpc>
                  <a:spcPct val="100000"/>
                </a:lnSpc>
                <a:spcBef>
                  <a:spcPts val="100"/>
                </a:spcBef>
              </a:pPr>
              <a:r>
                <a:rPr sz="1600" spc="-340" dirty="0">
                  <a:latin typeface="Arial Unicode MS"/>
                  <a:cs typeface="Arial Unicode MS"/>
                </a:rPr>
                <a:t>（本图选择⾃自北⼤大⿇麻志毅⽼老师教材</a:t>
              </a:r>
              <a:r>
                <a:rPr sz="1600" dirty="0">
                  <a:latin typeface="Arial Unicode MS"/>
                  <a:cs typeface="Arial Unicode MS"/>
                </a:rPr>
                <a:t>）</a:t>
              </a:r>
            </a:p>
          </p:txBody>
        </p:sp>
      </p:grpSp>
      <p:sp>
        <p:nvSpPr>
          <p:cNvPr id="24" name="标题 23"/>
          <p:cNvSpPr>
            <a:spLocks noGrp="1"/>
          </p:cNvSpPr>
          <p:nvPr>
            <p:ph type="title"/>
          </p:nvPr>
        </p:nvSpPr>
        <p:spPr/>
        <p:txBody>
          <a:bodyPr/>
          <a:lstStyle/>
          <a:p>
            <a:r>
              <a:rPr lang="zh-CN" altLang="en-US" dirty="0"/>
              <a:t>一、设定系统边界</a:t>
            </a:r>
          </a:p>
        </p:txBody>
      </p:sp>
      <p:sp>
        <p:nvSpPr>
          <p:cNvPr id="26" name="灯片编号占位符 25"/>
          <p:cNvSpPr>
            <a:spLocks noGrp="1"/>
          </p:cNvSpPr>
          <p:nvPr>
            <p:ph type="sldNum" sz="quarter" idx="12"/>
          </p:nvPr>
        </p:nvSpPr>
        <p:spPr/>
        <p:txBody>
          <a:bodyPr/>
          <a:lstStyle/>
          <a:p>
            <a:fld id="{74D2AB8B-5816-41F2-8B4B-CA5C3E4E6A65}" type="slidenum">
              <a:rPr lang="zh-CN" altLang="en-US" smtClean="0"/>
              <a:t>49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6418"/>
    </mc:Choice>
    <mc:Fallback xmlns="">
      <p:transition spd="slow" advTm="56418"/>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834498" y="1551750"/>
            <a:ext cx="8523003" cy="4615786"/>
            <a:chOff x="1494219" y="1069150"/>
            <a:chExt cx="8523003" cy="4615786"/>
          </a:xfrm>
        </p:grpSpPr>
        <p:sp>
          <p:nvSpPr>
            <p:cNvPr id="3" name="object 3"/>
            <p:cNvSpPr/>
            <p:nvPr/>
          </p:nvSpPr>
          <p:spPr>
            <a:xfrm>
              <a:off x="2302551" y="1652958"/>
              <a:ext cx="1570899" cy="1595835"/>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378093" y="3121653"/>
              <a:ext cx="1489075" cy="548005"/>
            </a:xfrm>
            <a:custGeom>
              <a:avLst/>
              <a:gdLst/>
              <a:ahLst/>
              <a:cxnLst/>
              <a:rect l="l" t="t" r="r" b="b"/>
              <a:pathLst>
                <a:path w="1489075" h="548004">
                  <a:moveTo>
                    <a:pt x="733597" y="0"/>
                  </a:moveTo>
                  <a:lnTo>
                    <a:pt x="662874" y="1110"/>
                  </a:lnTo>
                  <a:lnTo>
                    <a:pt x="594733" y="4380"/>
                  </a:lnTo>
                  <a:lnTo>
                    <a:pt x="529351" y="9716"/>
                  </a:lnTo>
                  <a:lnTo>
                    <a:pt x="466904" y="17023"/>
                  </a:lnTo>
                  <a:lnTo>
                    <a:pt x="407570" y="26209"/>
                  </a:lnTo>
                  <a:lnTo>
                    <a:pt x="351526" y="37178"/>
                  </a:lnTo>
                  <a:lnTo>
                    <a:pt x="298948" y="49839"/>
                  </a:lnTo>
                  <a:lnTo>
                    <a:pt x="250014" y="64097"/>
                  </a:lnTo>
                  <a:lnTo>
                    <a:pt x="204900" y="79858"/>
                  </a:lnTo>
                  <a:lnTo>
                    <a:pt x="163784" y="97028"/>
                  </a:lnTo>
                  <a:lnTo>
                    <a:pt x="126842" y="115515"/>
                  </a:lnTo>
                  <a:lnTo>
                    <a:pt x="66190" y="156061"/>
                  </a:lnTo>
                  <a:lnTo>
                    <a:pt x="24359" y="200746"/>
                  </a:lnTo>
                  <a:lnTo>
                    <a:pt x="2765" y="248822"/>
                  </a:lnTo>
                  <a:lnTo>
                    <a:pt x="0" y="273897"/>
                  </a:lnTo>
                  <a:lnTo>
                    <a:pt x="2954" y="298973"/>
                  </a:lnTo>
                  <a:lnTo>
                    <a:pt x="25856" y="347059"/>
                  </a:lnTo>
                  <a:lnTo>
                    <a:pt x="69795" y="391764"/>
                  </a:lnTo>
                  <a:lnTo>
                    <a:pt x="132821" y="432336"/>
                  </a:lnTo>
                  <a:lnTo>
                    <a:pt x="170883" y="450836"/>
                  </a:lnTo>
                  <a:lnTo>
                    <a:pt x="212986" y="468021"/>
                  </a:lnTo>
                  <a:lnTo>
                    <a:pt x="258887" y="483796"/>
                  </a:lnTo>
                  <a:lnTo>
                    <a:pt x="308343" y="498067"/>
                  </a:lnTo>
                  <a:lnTo>
                    <a:pt x="361109" y="510741"/>
                  </a:lnTo>
                  <a:lnTo>
                    <a:pt x="416942" y="521723"/>
                  </a:lnTo>
                  <a:lnTo>
                    <a:pt x="475600" y="530919"/>
                  </a:lnTo>
                  <a:lnTo>
                    <a:pt x="536837" y="538235"/>
                  </a:lnTo>
                  <a:lnTo>
                    <a:pt x="600412" y="543577"/>
                  </a:lnTo>
                  <a:lnTo>
                    <a:pt x="666079" y="546852"/>
                  </a:lnTo>
                  <a:lnTo>
                    <a:pt x="733597" y="547964"/>
                  </a:lnTo>
                  <a:lnTo>
                    <a:pt x="801232" y="546986"/>
                  </a:lnTo>
                  <a:lnTo>
                    <a:pt x="867385" y="544083"/>
                  </a:lnTo>
                  <a:lnTo>
                    <a:pt x="931766" y="539303"/>
                  </a:lnTo>
                  <a:lnTo>
                    <a:pt x="994088" y="532691"/>
                  </a:lnTo>
                  <a:lnTo>
                    <a:pt x="1054061" y="524293"/>
                  </a:lnTo>
                  <a:lnTo>
                    <a:pt x="1111396" y="514158"/>
                  </a:lnTo>
                  <a:lnTo>
                    <a:pt x="1165804" y="502331"/>
                  </a:lnTo>
                  <a:lnTo>
                    <a:pt x="1216997" y="488858"/>
                  </a:lnTo>
                  <a:lnTo>
                    <a:pt x="1264685" y="473787"/>
                  </a:lnTo>
                  <a:lnTo>
                    <a:pt x="1308580" y="457164"/>
                  </a:lnTo>
                  <a:lnTo>
                    <a:pt x="1348393" y="439036"/>
                  </a:lnTo>
                  <a:lnTo>
                    <a:pt x="1383835" y="419448"/>
                  </a:lnTo>
                  <a:lnTo>
                    <a:pt x="1440449" y="376083"/>
                  </a:lnTo>
                  <a:lnTo>
                    <a:pt x="1476112" y="327442"/>
                  </a:lnTo>
                  <a:lnTo>
                    <a:pt x="1488514" y="273896"/>
                  </a:lnTo>
                  <a:lnTo>
                    <a:pt x="1485554" y="246561"/>
                  </a:lnTo>
                  <a:lnTo>
                    <a:pt x="1462541" y="195466"/>
                  </a:lnTo>
                  <a:lnTo>
                    <a:pt x="1418221" y="149451"/>
                  </a:lnTo>
                  <a:lnTo>
                    <a:pt x="1354372" y="108889"/>
                  </a:lnTo>
                  <a:lnTo>
                    <a:pt x="1315679" y="90770"/>
                  </a:lnTo>
                  <a:lnTo>
                    <a:pt x="1272772" y="74155"/>
                  </a:lnTo>
                  <a:lnTo>
                    <a:pt x="1225871" y="59090"/>
                  </a:lnTo>
                  <a:lnTo>
                    <a:pt x="1175199" y="45623"/>
                  </a:lnTo>
                  <a:lnTo>
                    <a:pt x="1120980" y="33799"/>
                  </a:lnTo>
                  <a:lnTo>
                    <a:pt x="1063434" y="23666"/>
                  </a:lnTo>
                  <a:lnTo>
                    <a:pt x="1002785" y="15271"/>
                  </a:lnTo>
                  <a:lnTo>
                    <a:pt x="939254" y="8660"/>
                  </a:lnTo>
                  <a:lnTo>
                    <a:pt x="873064" y="3880"/>
                  </a:lnTo>
                  <a:lnTo>
                    <a:pt x="804437" y="977"/>
                  </a:lnTo>
                  <a:lnTo>
                    <a:pt x="733597" y="0"/>
                  </a:lnTo>
                  <a:close/>
                </a:path>
              </a:pathLst>
            </a:custGeom>
            <a:solidFill>
              <a:srgbClr val="FFFFCC"/>
            </a:solidFill>
          </p:spPr>
          <p:txBody>
            <a:bodyPr wrap="square" lIns="0" tIns="0" rIns="0" bIns="0" rtlCol="0"/>
            <a:lstStyle/>
            <a:p>
              <a:endParaRPr/>
            </a:p>
          </p:txBody>
        </p:sp>
        <p:sp>
          <p:nvSpPr>
            <p:cNvPr id="5" name="object 5"/>
            <p:cNvSpPr/>
            <p:nvPr/>
          </p:nvSpPr>
          <p:spPr>
            <a:xfrm>
              <a:off x="5378093" y="3121653"/>
              <a:ext cx="1489075" cy="548005"/>
            </a:xfrm>
            <a:custGeom>
              <a:avLst/>
              <a:gdLst/>
              <a:ahLst/>
              <a:cxnLst/>
              <a:rect l="l" t="t" r="r" b="b"/>
              <a:pathLst>
                <a:path w="1489075" h="548004">
                  <a:moveTo>
                    <a:pt x="0" y="273896"/>
                  </a:moveTo>
                  <a:lnTo>
                    <a:pt x="11654" y="323392"/>
                  </a:lnTo>
                  <a:lnTo>
                    <a:pt x="45318" y="369881"/>
                  </a:lnTo>
                  <a:lnTo>
                    <a:pt x="99044" y="412614"/>
                  </a:lnTo>
                  <a:lnTo>
                    <a:pt x="132821" y="432336"/>
                  </a:lnTo>
                  <a:lnTo>
                    <a:pt x="170883" y="450836"/>
                  </a:lnTo>
                  <a:lnTo>
                    <a:pt x="212986" y="468021"/>
                  </a:lnTo>
                  <a:lnTo>
                    <a:pt x="258887" y="483796"/>
                  </a:lnTo>
                  <a:lnTo>
                    <a:pt x="308343" y="498067"/>
                  </a:lnTo>
                  <a:lnTo>
                    <a:pt x="361109" y="510741"/>
                  </a:lnTo>
                  <a:lnTo>
                    <a:pt x="416942" y="521723"/>
                  </a:lnTo>
                  <a:lnTo>
                    <a:pt x="475600" y="530919"/>
                  </a:lnTo>
                  <a:lnTo>
                    <a:pt x="536837" y="538235"/>
                  </a:lnTo>
                  <a:lnTo>
                    <a:pt x="600412" y="543577"/>
                  </a:lnTo>
                  <a:lnTo>
                    <a:pt x="666079" y="546852"/>
                  </a:lnTo>
                  <a:lnTo>
                    <a:pt x="733597" y="547964"/>
                  </a:lnTo>
                  <a:lnTo>
                    <a:pt x="801232" y="546986"/>
                  </a:lnTo>
                  <a:lnTo>
                    <a:pt x="867385" y="544083"/>
                  </a:lnTo>
                  <a:lnTo>
                    <a:pt x="931766" y="539303"/>
                  </a:lnTo>
                  <a:lnTo>
                    <a:pt x="994088" y="532691"/>
                  </a:lnTo>
                  <a:lnTo>
                    <a:pt x="1054061" y="524293"/>
                  </a:lnTo>
                  <a:lnTo>
                    <a:pt x="1111396" y="514158"/>
                  </a:lnTo>
                  <a:lnTo>
                    <a:pt x="1165804" y="502331"/>
                  </a:lnTo>
                  <a:lnTo>
                    <a:pt x="1216997" y="488858"/>
                  </a:lnTo>
                  <a:lnTo>
                    <a:pt x="1264685" y="473787"/>
                  </a:lnTo>
                  <a:lnTo>
                    <a:pt x="1308580" y="457164"/>
                  </a:lnTo>
                  <a:lnTo>
                    <a:pt x="1348393" y="439036"/>
                  </a:lnTo>
                  <a:lnTo>
                    <a:pt x="1383835" y="419448"/>
                  </a:lnTo>
                  <a:lnTo>
                    <a:pt x="1440449" y="376083"/>
                  </a:lnTo>
                  <a:lnTo>
                    <a:pt x="1476112" y="327442"/>
                  </a:lnTo>
                  <a:lnTo>
                    <a:pt x="1488514" y="273897"/>
                  </a:lnTo>
                  <a:lnTo>
                    <a:pt x="1485554" y="246561"/>
                  </a:lnTo>
                  <a:lnTo>
                    <a:pt x="1462541" y="195466"/>
                  </a:lnTo>
                  <a:lnTo>
                    <a:pt x="1418221" y="149451"/>
                  </a:lnTo>
                  <a:lnTo>
                    <a:pt x="1354372" y="108889"/>
                  </a:lnTo>
                  <a:lnTo>
                    <a:pt x="1315679" y="90770"/>
                  </a:lnTo>
                  <a:lnTo>
                    <a:pt x="1272772" y="74155"/>
                  </a:lnTo>
                  <a:lnTo>
                    <a:pt x="1225871" y="59090"/>
                  </a:lnTo>
                  <a:lnTo>
                    <a:pt x="1175199" y="45623"/>
                  </a:lnTo>
                  <a:lnTo>
                    <a:pt x="1120980" y="33799"/>
                  </a:lnTo>
                  <a:lnTo>
                    <a:pt x="1063434" y="23666"/>
                  </a:lnTo>
                  <a:lnTo>
                    <a:pt x="1002785" y="15271"/>
                  </a:lnTo>
                  <a:lnTo>
                    <a:pt x="939254" y="8660"/>
                  </a:lnTo>
                  <a:lnTo>
                    <a:pt x="873064" y="3880"/>
                  </a:lnTo>
                  <a:lnTo>
                    <a:pt x="804437" y="977"/>
                  </a:lnTo>
                  <a:lnTo>
                    <a:pt x="733597" y="0"/>
                  </a:lnTo>
                  <a:lnTo>
                    <a:pt x="662874" y="1110"/>
                  </a:lnTo>
                  <a:lnTo>
                    <a:pt x="594733" y="4380"/>
                  </a:lnTo>
                  <a:lnTo>
                    <a:pt x="529351" y="9716"/>
                  </a:lnTo>
                  <a:lnTo>
                    <a:pt x="466904" y="17023"/>
                  </a:lnTo>
                  <a:lnTo>
                    <a:pt x="407570" y="26209"/>
                  </a:lnTo>
                  <a:lnTo>
                    <a:pt x="354940" y="36510"/>
                  </a:lnTo>
                  <a:lnTo>
                    <a:pt x="298948" y="49839"/>
                  </a:lnTo>
                  <a:lnTo>
                    <a:pt x="250014" y="64097"/>
                  </a:lnTo>
                  <a:lnTo>
                    <a:pt x="204900" y="79858"/>
                  </a:lnTo>
                  <a:lnTo>
                    <a:pt x="163784" y="97028"/>
                  </a:lnTo>
                  <a:lnTo>
                    <a:pt x="126842" y="115515"/>
                  </a:lnTo>
                  <a:lnTo>
                    <a:pt x="66190" y="156061"/>
                  </a:lnTo>
                  <a:lnTo>
                    <a:pt x="24359" y="200746"/>
                  </a:lnTo>
                  <a:lnTo>
                    <a:pt x="2765" y="248822"/>
                  </a:lnTo>
                  <a:lnTo>
                    <a:pt x="0" y="273896"/>
                  </a:lnTo>
                </a:path>
              </a:pathLst>
            </a:custGeom>
            <a:ln w="5022">
              <a:solidFill>
                <a:srgbClr val="990033"/>
              </a:solidFill>
            </a:ln>
          </p:spPr>
          <p:txBody>
            <a:bodyPr wrap="square" lIns="0" tIns="0" rIns="0" bIns="0" rtlCol="0"/>
            <a:lstStyle/>
            <a:p>
              <a:endParaRPr/>
            </a:p>
          </p:txBody>
        </p:sp>
        <p:sp>
          <p:nvSpPr>
            <p:cNvPr id="6" name="object 6"/>
            <p:cNvSpPr txBox="1"/>
            <p:nvPr/>
          </p:nvSpPr>
          <p:spPr>
            <a:xfrm>
              <a:off x="5646186" y="3748092"/>
              <a:ext cx="951230" cy="318135"/>
            </a:xfrm>
            <a:prstGeom prst="rect">
              <a:avLst/>
            </a:prstGeom>
          </p:spPr>
          <p:txBody>
            <a:bodyPr vert="horz" wrap="square" lIns="0" tIns="15240" rIns="0" bIns="0" rtlCol="0">
              <a:spAutoFit/>
            </a:bodyPr>
            <a:lstStyle/>
            <a:p>
              <a:pPr marL="12700">
                <a:lnSpc>
                  <a:spcPct val="100000"/>
                </a:lnSpc>
                <a:spcBef>
                  <a:spcPts val="120"/>
                </a:spcBef>
              </a:pPr>
              <a:r>
                <a:rPr sz="1900" spc="459" dirty="0">
                  <a:latin typeface="Arial" panose="020B0604020202020204"/>
                  <a:cs typeface="Arial" panose="020B0604020202020204"/>
                </a:rPr>
                <a:t>Log</a:t>
              </a:r>
              <a:r>
                <a:rPr sz="1900" spc="85" dirty="0">
                  <a:latin typeface="Arial" panose="020B0604020202020204"/>
                  <a:cs typeface="Arial" panose="020B0604020202020204"/>
                </a:rPr>
                <a:t> </a:t>
              </a:r>
              <a:r>
                <a:rPr sz="1900" spc="220" dirty="0">
                  <a:latin typeface="Arial" panose="020B0604020202020204"/>
                  <a:cs typeface="Arial" panose="020B0604020202020204"/>
                </a:rPr>
                <a:t>In</a:t>
              </a:r>
              <a:endParaRPr sz="1900">
                <a:latin typeface="Arial" panose="020B0604020202020204"/>
                <a:cs typeface="Arial" panose="020B0604020202020204"/>
              </a:endParaRPr>
            </a:p>
          </p:txBody>
        </p:sp>
        <p:sp>
          <p:nvSpPr>
            <p:cNvPr id="7" name="object 7"/>
            <p:cNvSpPr/>
            <p:nvPr/>
          </p:nvSpPr>
          <p:spPr>
            <a:xfrm>
              <a:off x="3113099" y="2649552"/>
              <a:ext cx="36195" cy="81280"/>
            </a:xfrm>
            <a:custGeom>
              <a:avLst/>
              <a:gdLst/>
              <a:ahLst/>
              <a:cxnLst/>
              <a:rect l="l" t="t" r="r" b="b"/>
              <a:pathLst>
                <a:path w="36194" h="81280">
                  <a:moveTo>
                    <a:pt x="0" y="0"/>
                  </a:moveTo>
                  <a:lnTo>
                    <a:pt x="9637" y="43365"/>
                  </a:lnTo>
                  <a:lnTo>
                    <a:pt x="35815" y="80949"/>
                  </a:lnTo>
                </a:path>
              </a:pathLst>
            </a:custGeom>
            <a:ln w="6456">
              <a:solidFill>
                <a:srgbClr val="990033"/>
              </a:solidFill>
            </a:ln>
          </p:spPr>
          <p:txBody>
            <a:bodyPr wrap="square" lIns="0" tIns="0" rIns="0" bIns="0" rtlCol="0"/>
            <a:lstStyle/>
            <a:p>
              <a:endParaRPr/>
            </a:p>
          </p:txBody>
        </p:sp>
        <p:sp>
          <p:nvSpPr>
            <p:cNvPr id="8" name="object 8"/>
            <p:cNvSpPr/>
            <p:nvPr/>
          </p:nvSpPr>
          <p:spPr>
            <a:xfrm>
              <a:off x="3113099" y="2527383"/>
              <a:ext cx="367030" cy="198755"/>
            </a:xfrm>
            <a:custGeom>
              <a:avLst/>
              <a:gdLst/>
              <a:ahLst/>
              <a:cxnLst/>
              <a:rect l="l" t="t" r="r" b="b"/>
              <a:pathLst>
                <a:path w="367029" h="198755">
                  <a:moveTo>
                    <a:pt x="340428" y="198127"/>
                  </a:moveTo>
                  <a:lnTo>
                    <a:pt x="359957" y="163928"/>
                  </a:lnTo>
                  <a:lnTo>
                    <a:pt x="366871" y="122168"/>
                  </a:lnTo>
                  <a:lnTo>
                    <a:pt x="361461" y="86599"/>
                  </a:lnTo>
                  <a:lnTo>
                    <a:pt x="318229" y="32443"/>
                  </a:lnTo>
                  <a:lnTo>
                    <a:pt x="280439" y="14700"/>
                  </a:lnTo>
                  <a:lnTo>
                    <a:pt x="231889" y="3745"/>
                  </a:lnTo>
                  <a:lnTo>
                    <a:pt x="172594" y="0"/>
                  </a:lnTo>
                  <a:lnTo>
                    <a:pt x="113310" y="6833"/>
                  </a:lnTo>
                  <a:lnTo>
                    <a:pt x="65339" y="25386"/>
                  </a:lnTo>
                  <a:lnTo>
                    <a:pt x="29752" y="52739"/>
                  </a:lnTo>
                  <a:lnTo>
                    <a:pt x="7616" y="85973"/>
                  </a:lnTo>
                  <a:lnTo>
                    <a:pt x="0" y="122168"/>
                  </a:lnTo>
                </a:path>
              </a:pathLst>
            </a:custGeom>
            <a:ln w="5235">
              <a:solidFill>
                <a:srgbClr val="990033"/>
              </a:solidFill>
            </a:ln>
          </p:spPr>
          <p:txBody>
            <a:bodyPr wrap="square" lIns="0" tIns="0" rIns="0" bIns="0" rtlCol="0"/>
            <a:lstStyle/>
            <a:p>
              <a:endParaRPr/>
            </a:p>
          </p:txBody>
        </p:sp>
        <p:sp>
          <p:nvSpPr>
            <p:cNvPr id="9" name="object 9"/>
            <p:cNvSpPr/>
            <p:nvPr/>
          </p:nvSpPr>
          <p:spPr>
            <a:xfrm>
              <a:off x="3285693" y="2771208"/>
              <a:ext cx="0" cy="243840"/>
            </a:xfrm>
            <a:custGeom>
              <a:avLst/>
              <a:gdLst/>
              <a:ahLst/>
              <a:cxnLst/>
              <a:rect l="l" t="t" r="r" b="b"/>
              <a:pathLst>
                <a:path h="243839">
                  <a:moveTo>
                    <a:pt x="0" y="0"/>
                  </a:moveTo>
                  <a:lnTo>
                    <a:pt x="0" y="243483"/>
                  </a:lnTo>
                </a:path>
              </a:pathLst>
            </a:custGeom>
            <a:ln w="3391">
              <a:solidFill>
                <a:srgbClr val="990033"/>
              </a:solidFill>
            </a:ln>
          </p:spPr>
          <p:txBody>
            <a:bodyPr wrap="square" lIns="0" tIns="0" rIns="0" bIns="0" rtlCol="0"/>
            <a:lstStyle/>
            <a:p>
              <a:endParaRPr/>
            </a:p>
          </p:txBody>
        </p:sp>
        <p:sp>
          <p:nvSpPr>
            <p:cNvPr id="10" name="object 10"/>
            <p:cNvSpPr/>
            <p:nvPr/>
          </p:nvSpPr>
          <p:spPr>
            <a:xfrm>
              <a:off x="3005434" y="2847072"/>
              <a:ext cx="560705" cy="0"/>
            </a:xfrm>
            <a:custGeom>
              <a:avLst/>
              <a:gdLst/>
              <a:ahLst/>
              <a:cxnLst/>
              <a:rect l="l" t="t" r="r" b="b"/>
              <a:pathLst>
                <a:path w="560704">
                  <a:moveTo>
                    <a:pt x="0" y="0"/>
                  </a:moveTo>
                  <a:lnTo>
                    <a:pt x="560518" y="0"/>
                  </a:lnTo>
                </a:path>
              </a:pathLst>
            </a:custGeom>
            <a:ln w="3175">
              <a:solidFill>
                <a:srgbClr val="990033"/>
              </a:solidFill>
            </a:ln>
          </p:spPr>
          <p:txBody>
            <a:bodyPr wrap="square" lIns="0" tIns="0" rIns="0" bIns="0" rtlCol="0"/>
            <a:lstStyle/>
            <a:p>
              <a:endParaRPr/>
            </a:p>
          </p:txBody>
        </p:sp>
        <p:sp>
          <p:nvSpPr>
            <p:cNvPr id="11" name="object 11"/>
            <p:cNvSpPr/>
            <p:nvPr/>
          </p:nvSpPr>
          <p:spPr>
            <a:xfrm>
              <a:off x="2875528" y="3014691"/>
              <a:ext cx="819785" cy="274955"/>
            </a:xfrm>
            <a:custGeom>
              <a:avLst/>
              <a:gdLst/>
              <a:ahLst/>
              <a:cxnLst/>
              <a:rect l="l" t="t" r="r" b="b"/>
              <a:pathLst>
                <a:path w="819785" h="274954">
                  <a:moveTo>
                    <a:pt x="0" y="274409"/>
                  </a:moveTo>
                  <a:lnTo>
                    <a:pt x="410165" y="0"/>
                  </a:lnTo>
                  <a:lnTo>
                    <a:pt x="819748" y="274409"/>
                  </a:lnTo>
                </a:path>
              </a:pathLst>
            </a:custGeom>
            <a:ln w="3175">
              <a:solidFill>
                <a:srgbClr val="990033"/>
              </a:solidFill>
            </a:ln>
          </p:spPr>
          <p:txBody>
            <a:bodyPr wrap="square" lIns="0" tIns="0" rIns="0" bIns="0" rtlCol="0"/>
            <a:lstStyle/>
            <a:p>
              <a:endParaRPr/>
            </a:p>
          </p:txBody>
        </p:sp>
        <p:sp>
          <p:nvSpPr>
            <p:cNvPr id="12" name="object 12"/>
            <p:cNvSpPr txBox="1"/>
            <p:nvPr/>
          </p:nvSpPr>
          <p:spPr>
            <a:xfrm>
              <a:off x="2690210" y="3367575"/>
              <a:ext cx="1197610" cy="318135"/>
            </a:xfrm>
            <a:prstGeom prst="rect">
              <a:avLst/>
            </a:prstGeom>
          </p:spPr>
          <p:txBody>
            <a:bodyPr vert="horz" wrap="square" lIns="0" tIns="15240" rIns="0" bIns="0" rtlCol="0">
              <a:spAutoFit/>
            </a:bodyPr>
            <a:lstStyle/>
            <a:p>
              <a:pPr marL="12700">
                <a:lnSpc>
                  <a:spcPct val="100000"/>
                </a:lnSpc>
                <a:spcBef>
                  <a:spcPts val="120"/>
                </a:spcBef>
              </a:pPr>
              <a:r>
                <a:rPr sz="1900" spc="655" dirty="0">
                  <a:latin typeface="Arial" panose="020B0604020202020204"/>
                  <a:cs typeface="Arial" panose="020B0604020202020204"/>
                </a:rPr>
                <a:t>C</a:t>
              </a:r>
              <a:r>
                <a:rPr sz="1900" spc="465" dirty="0">
                  <a:latin typeface="Arial" panose="020B0604020202020204"/>
                  <a:cs typeface="Arial" panose="020B0604020202020204"/>
                </a:rPr>
                <a:t>a</a:t>
              </a:r>
              <a:r>
                <a:rPr sz="1900" spc="409" dirty="0">
                  <a:latin typeface="Arial" panose="020B0604020202020204"/>
                  <a:cs typeface="Arial" panose="020B0604020202020204"/>
                </a:rPr>
                <a:t>s</a:t>
              </a:r>
              <a:r>
                <a:rPr sz="1900" spc="295" dirty="0">
                  <a:latin typeface="Arial" panose="020B0604020202020204"/>
                  <a:cs typeface="Arial" panose="020B0604020202020204"/>
                </a:rPr>
                <a:t>h</a:t>
              </a:r>
              <a:r>
                <a:rPr sz="1900" spc="85" dirty="0">
                  <a:latin typeface="Arial" panose="020B0604020202020204"/>
                  <a:cs typeface="Arial" panose="020B0604020202020204"/>
                </a:rPr>
                <a:t>i</a:t>
              </a:r>
              <a:r>
                <a:rPr sz="1900" spc="465" dirty="0">
                  <a:latin typeface="Arial" panose="020B0604020202020204"/>
                  <a:cs typeface="Arial" panose="020B0604020202020204"/>
                </a:rPr>
                <a:t>e</a:t>
              </a:r>
              <a:r>
                <a:rPr sz="1900" spc="270" dirty="0">
                  <a:latin typeface="Arial" panose="020B0604020202020204"/>
                  <a:cs typeface="Arial" panose="020B0604020202020204"/>
                </a:rPr>
                <a:t>r</a:t>
              </a:r>
              <a:endParaRPr sz="1900">
                <a:latin typeface="Arial" panose="020B0604020202020204"/>
                <a:cs typeface="Arial" panose="020B0604020202020204"/>
              </a:endParaRPr>
            </a:p>
          </p:txBody>
        </p:sp>
        <p:sp>
          <p:nvSpPr>
            <p:cNvPr id="13" name="object 13"/>
            <p:cNvSpPr/>
            <p:nvPr/>
          </p:nvSpPr>
          <p:spPr>
            <a:xfrm>
              <a:off x="4515123" y="3106275"/>
              <a:ext cx="841375" cy="137160"/>
            </a:xfrm>
            <a:custGeom>
              <a:avLst/>
              <a:gdLst/>
              <a:ahLst/>
              <a:cxnLst/>
              <a:rect l="l" t="t" r="r" b="b"/>
              <a:pathLst>
                <a:path w="841375" h="137160">
                  <a:moveTo>
                    <a:pt x="0" y="0"/>
                  </a:moveTo>
                  <a:lnTo>
                    <a:pt x="841165" y="137033"/>
                  </a:lnTo>
                </a:path>
              </a:pathLst>
            </a:custGeom>
            <a:ln w="15434">
              <a:solidFill>
                <a:srgbClr val="990033"/>
              </a:solidFill>
            </a:ln>
          </p:spPr>
          <p:txBody>
            <a:bodyPr wrap="square" lIns="0" tIns="0" rIns="0" bIns="0" rtlCol="0"/>
            <a:lstStyle/>
            <a:p>
              <a:endParaRPr/>
            </a:p>
          </p:txBody>
        </p:sp>
        <p:sp>
          <p:nvSpPr>
            <p:cNvPr id="14" name="object 14"/>
            <p:cNvSpPr/>
            <p:nvPr/>
          </p:nvSpPr>
          <p:spPr>
            <a:xfrm>
              <a:off x="3674224" y="2954034"/>
              <a:ext cx="841375" cy="152400"/>
            </a:xfrm>
            <a:custGeom>
              <a:avLst/>
              <a:gdLst/>
              <a:ahLst/>
              <a:cxnLst/>
              <a:rect l="l" t="t" r="r" b="b"/>
              <a:pathLst>
                <a:path w="841375" h="152400">
                  <a:moveTo>
                    <a:pt x="840899" y="152240"/>
                  </a:moveTo>
                  <a:lnTo>
                    <a:pt x="0" y="0"/>
                  </a:lnTo>
                </a:path>
              </a:pathLst>
            </a:custGeom>
            <a:ln w="15472">
              <a:solidFill>
                <a:srgbClr val="990033"/>
              </a:solidFill>
            </a:ln>
          </p:spPr>
          <p:txBody>
            <a:bodyPr wrap="square" lIns="0" tIns="0" rIns="0" bIns="0" rtlCol="0"/>
            <a:lstStyle/>
            <a:p>
              <a:endParaRPr/>
            </a:p>
          </p:txBody>
        </p:sp>
        <p:sp>
          <p:nvSpPr>
            <p:cNvPr id="15" name="object 15"/>
            <p:cNvSpPr/>
            <p:nvPr/>
          </p:nvSpPr>
          <p:spPr>
            <a:xfrm>
              <a:off x="5248721" y="1827006"/>
              <a:ext cx="1489075" cy="548005"/>
            </a:xfrm>
            <a:custGeom>
              <a:avLst/>
              <a:gdLst/>
              <a:ahLst/>
              <a:cxnLst/>
              <a:rect l="l" t="t" r="r" b="b"/>
              <a:pathLst>
                <a:path w="1489075" h="548005">
                  <a:moveTo>
                    <a:pt x="733839" y="0"/>
                  </a:moveTo>
                  <a:lnTo>
                    <a:pt x="663078" y="1112"/>
                  </a:lnTo>
                  <a:lnTo>
                    <a:pt x="594903" y="4386"/>
                  </a:lnTo>
                  <a:lnTo>
                    <a:pt x="529491" y="9729"/>
                  </a:lnTo>
                  <a:lnTo>
                    <a:pt x="467018" y="17045"/>
                  </a:lnTo>
                  <a:lnTo>
                    <a:pt x="407662" y="26241"/>
                  </a:lnTo>
                  <a:lnTo>
                    <a:pt x="351598" y="37223"/>
                  </a:lnTo>
                  <a:lnTo>
                    <a:pt x="299004" y="49897"/>
                  </a:lnTo>
                  <a:lnTo>
                    <a:pt x="250056" y="64168"/>
                  </a:lnTo>
                  <a:lnTo>
                    <a:pt x="204931" y="79943"/>
                  </a:lnTo>
                  <a:lnTo>
                    <a:pt x="163805" y="97128"/>
                  </a:lnTo>
                  <a:lnTo>
                    <a:pt x="126857" y="115628"/>
                  </a:lnTo>
                  <a:lnTo>
                    <a:pt x="66195" y="156200"/>
                  </a:lnTo>
                  <a:lnTo>
                    <a:pt x="24360" y="200905"/>
                  </a:lnTo>
                  <a:lnTo>
                    <a:pt x="2765" y="248991"/>
                  </a:lnTo>
                  <a:lnTo>
                    <a:pt x="0" y="274068"/>
                  </a:lnTo>
                  <a:lnTo>
                    <a:pt x="2956" y="299142"/>
                  </a:lnTo>
                  <a:lnTo>
                    <a:pt x="25874" y="347218"/>
                  </a:lnTo>
                  <a:lnTo>
                    <a:pt x="69840" y="391903"/>
                  </a:lnTo>
                  <a:lnTo>
                    <a:pt x="132902" y="432449"/>
                  </a:lnTo>
                  <a:lnTo>
                    <a:pt x="170984" y="450936"/>
                  </a:lnTo>
                  <a:lnTo>
                    <a:pt x="213107" y="468106"/>
                  </a:lnTo>
                  <a:lnTo>
                    <a:pt x="259029" y="483867"/>
                  </a:lnTo>
                  <a:lnTo>
                    <a:pt x="308504" y="498125"/>
                  </a:lnTo>
                  <a:lnTo>
                    <a:pt x="361289" y="510785"/>
                  </a:lnTo>
                  <a:lnTo>
                    <a:pt x="417140" y="521755"/>
                  </a:lnTo>
                  <a:lnTo>
                    <a:pt x="475812" y="530941"/>
                  </a:lnTo>
                  <a:lnTo>
                    <a:pt x="537062" y="538248"/>
                  </a:lnTo>
                  <a:lnTo>
                    <a:pt x="600646" y="543584"/>
                  </a:lnTo>
                  <a:lnTo>
                    <a:pt x="666320" y="546854"/>
                  </a:lnTo>
                  <a:lnTo>
                    <a:pt x="733839" y="547965"/>
                  </a:lnTo>
                  <a:lnTo>
                    <a:pt x="801436" y="546987"/>
                  </a:lnTo>
                  <a:lnTo>
                    <a:pt x="867555" y="544084"/>
                  </a:lnTo>
                  <a:lnTo>
                    <a:pt x="931907" y="539304"/>
                  </a:lnTo>
                  <a:lnTo>
                    <a:pt x="994203" y="532693"/>
                  </a:lnTo>
                  <a:lnTo>
                    <a:pt x="1054153" y="524298"/>
                  </a:lnTo>
                  <a:lnTo>
                    <a:pt x="1111468" y="514165"/>
                  </a:lnTo>
                  <a:lnTo>
                    <a:pt x="1165860" y="502341"/>
                  </a:lnTo>
                  <a:lnTo>
                    <a:pt x="1217039" y="488874"/>
                  </a:lnTo>
                  <a:lnTo>
                    <a:pt x="1264716" y="473809"/>
                  </a:lnTo>
                  <a:lnTo>
                    <a:pt x="1308602" y="457194"/>
                  </a:lnTo>
                  <a:lnTo>
                    <a:pt x="1348408" y="439075"/>
                  </a:lnTo>
                  <a:lnTo>
                    <a:pt x="1383844" y="419499"/>
                  </a:lnTo>
                  <a:lnTo>
                    <a:pt x="1440452" y="376164"/>
                  </a:lnTo>
                  <a:lnTo>
                    <a:pt x="1476113" y="327562"/>
                  </a:lnTo>
                  <a:lnTo>
                    <a:pt x="1488514" y="274067"/>
                  </a:lnTo>
                  <a:lnTo>
                    <a:pt x="1485557" y="246705"/>
                  </a:lnTo>
                  <a:lnTo>
                    <a:pt x="1462560" y="195565"/>
                  </a:lnTo>
                  <a:lnTo>
                    <a:pt x="1418267" y="149515"/>
                  </a:lnTo>
                  <a:lnTo>
                    <a:pt x="1354453" y="108928"/>
                  </a:lnTo>
                  <a:lnTo>
                    <a:pt x="1315781" y="90800"/>
                  </a:lnTo>
                  <a:lnTo>
                    <a:pt x="1272893" y="74176"/>
                  </a:lnTo>
                  <a:lnTo>
                    <a:pt x="1226012" y="59105"/>
                  </a:lnTo>
                  <a:lnTo>
                    <a:pt x="1175360" y="45633"/>
                  </a:lnTo>
                  <a:lnTo>
                    <a:pt x="1121159" y="33806"/>
                  </a:lnTo>
                  <a:lnTo>
                    <a:pt x="1063631" y="23670"/>
                  </a:lnTo>
                  <a:lnTo>
                    <a:pt x="1002996" y="15273"/>
                  </a:lnTo>
                  <a:lnTo>
                    <a:pt x="939478" y="8661"/>
                  </a:lnTo>
                  <a:lnTo>
                    <a:pt x="873298" y="3880"/>
                  </a:lnTo>
                  <a:lnTo>
                    <a:pt x="804678" y="977"/>
                  </a:lnTo>
                  <a:lnTo>
                    <a:pt x="733839" y="0"/>
                  </a:lnTo>
                  <a:close/>
                </a:path>
              </a:pathLst>
            </a:custGeom>
            <a:solidFill>
              <a:srgbClr val="FFFFCC"/>
            </a:solidFill>
          </p:spPr>
          <p:txBody>
            <a:bodyPr wrap="square" lIns="0" tIns="0" rIns="0" bIns="0" rtlCol="0"/>
            <a:lstStyle/>
            <a:p>
              <a:endParaRPr/>
            </a:p>
          </p:txBody>
        </p:sp>
        <p:sp>
          <p:nvSpPr>
            <p:cNvPr id="16" name="object 16"/>
            <p:cNvSpPr/>
            <p:nvPr/>
          </p:nvSpPr>
          <p:spPr>
            <a:xfrm>
              <a:off x="5248721" y="1827007"/>
              <a:ext cx="1489075" cy="548005"/>
            </a:xfrm>
            <a:custGeom>
              <a:avLst/>
              <a:gdLst/>
              <a:ahLst/>
              <a:cxnLst/>
              <a:rect l="l" t="t" r="r" b="b"/>
              <a:pathLst>
                <a:path w="1489075" h="548005">
                  <a:moveTo>
                    <a:pt x="0" y="274067"/>
                  </a:moveTo>
                  <a:lnTo>
                    <a:pt x="11662" y="323557"/>
                  </a:lnTo>
                  <a:lnTo>
                    <a:pt x="45348" y="370031"/>
                  </a:lnTo>
                  <a:lnTo>
                    <a:pt x="99106" y="412740"/>
                  </a:lnTo>
                  <a:lnTo>
                    <a:pt x="132902" y="432449"/>
                  </a:lnTo>
                  <a:lnTo>
                    <a:pt x="170984" y="450936"/>
                  </a:lnTo>
                  <a:lnTo>
                    <a:pt x="213107" y="468106"/>
                  </a:lnTo>
                  <a:lnTo>
                    <a:pt x="259029" y="483867"/>
                  </a:lnTo>
                  <a:lnTo>
                    <a:pt x="308504" y="498125"/>
                  </a:lnTo>
                  <a:lnTo>
                    <a:pt x="361289" y="510785"/>
                  </a:lnTo>
                  <a:lnTo>
                    <a:pt x="417140" y="521755"/>
                  </a:lnTo>
                  <a:lnTo>
                    <a:pt x="475812" y="530941"/>
                  </a:lnTo>
                  <a:lnTo>
                    <a:pt x="537062" y="538248"/>
                  </a:lnTo>
                  <a:lnTo>
                    <a:pt x="600646" y="543584"/>
                  </a:lnTo>
                  <a:lnTo>
                    <a:pt x="666320" y="546854"/>
                  </a:lnTo>
                  <a:lnTo>
                    <a:pt x="733839" y="547965"/>
                  </a:lnTo>
                  <a:lnTo>
                    <a:pt x="801436" y="546987"/>
                  </a:lnTo>
                  <a:lnTo>
                    <a:pt x="867555" y="544084"/>
                  </a:lnTo>
                  <a:lnTo>
                    <a:pt x="931907" y="539304"/>
                  </a:lnTo>
                  <a:lnTo>
                    <a:pt x="994203" y="532693"/>
                  </a:lnTo>
                  <a:lnTo>
                    <a:pt x="1054153" y="524298"/>
                  </a:lnTo>
                  <a:lnTo>
                    <a:pt x="1111468" y="514165"/>
                  </a:lnTo>
                  <a:lnTo>
                    <a:pt x="1165860" y="502341"/>
                  </a:lnTo>
                  <a:lnTo>
                    <a:pt x="1217039" y="488874"/>
                  </a:lnTo>
                  <a:lnTo>
                    <a:pt x="1264716" y="473809"/>
                  </a:lnTo>
                  <a:lnTo>
                    <a:pt x="1308602" y="457194"/>
                  </a:lnTo>
                  <a:lnTo>
                    <a:pt x="1348408" y="439075"/>
                  </a:lnTo>
                  <a:lnTo>
                    <a:pt x="1383844" y="419499"/>
                  </a:lnTo>
                  <a:lnTo>
                    <a:pt x="1440452" y="376164"/>
                  </a:lnTo>
                  <a:lnTo>
                    <a:pt x="1476113" y="327562"/>
                  </a:lnTo>
                  <a:lnTo>
                    <a:pt x="1485366" y="301403"/>
                  </a:lnTo>
                  <a:lnTo>
                    <a:pt x="1488514" y="274068"/>
                  </a:lnTo>
                  <a:lnTo>
                    <a:pt x="1485557" y="246705"/>
                  </a:lnTo>
                  <a:lnTo>
                    <a:pt x="1476831" y="220522"/>
                  </a:lnTo>
                  <a:lnTo>
                    <a:pt x="1469442" y="207600"/>
                  </a:lnTo>
                  <a:lnTo>
                    <a:pt x="1442965" y="171881"/>
                  </a:lnTo>
                  <a:lnTo>
                    <a:pt x="1388690" y="128516"/>
                  </a:lnTo>
                  <a:lnTo>
                    <a:pt x="1354453" y="108928"/>
                  </a:lnTo>
                  <a:lnTo>
                    <a:pt x="1315781" y="90800"/>
                  </a:lnTo>
                  <a:lnTo>
                    <a:pt x="1272893" y="74176"/>
                  </a:lnTo>
                  <a:lnTo>
                    <a:pt x="1226012" y="59105"/>
                  </a:lnTo>
                  <a:lnTo>
                    <a:pt x="1175360" y="45633"/>
                  </a:lnTo>
                  <a:lnTo>
                    <a:pt x="1121159" y="33806"/>
                  </a:lnTo>
                  <a:lnTo>
                    <a:pt x="1063631" y="23670"/>
                  </a:lnTo>
                  <a:lnTo>
                    <a:pt x="1002996" y="15273"/>
                  </a:lnTo>
                  <a:lnTo>
                    <a:pt x="939478" y="8661"/>
                  </a:lnTo>
                  <a:lnTo>
                    <a:pt x="873298" y="3880"/>
                  </a:lnTo>
                  <a:lnTo>
                    <a:pt x="804678" y="977"/>
                  </a:lnTo>
                  <a:lnTo>
                    <a:pt x="733839" y="0"/>
                  </a:lnTo>
                  <a:lnTo>
                    <a:pt x="663078" y="1112"/>
                  </a:lnTo>
                  <a:lnTo>
                    <a:pt x="594903" y="4386"/>
                  </a:lnTo>
                  <a:lnTo>
                    <a:pt x="529491" y="9729"/>
                  </a:lnTo>
                  <a:lnTo>
                    <a:pt x="467018" y="17045"/>
                  </a:lnTo>
                  <a:lnTo>
                    <a:pt x="407662" y="26241"/>
                  </a:lnTo>
                  <a:lnTo>
                    <a:pt x="351598" y="37223"/>
                  </a:lnTo>
                  <a:lnTo>
                    <a:pt x="299004" y="49897"/>
                  </a:lnTo>
                  <a:lnTo>
                    <a:pt x="250056" y="64168"/>
                  </a:lnTo>
                  <a:lnTo>
                    <a:pt x="204931" y="79943"/>
                  </a:lnTo>
                  <a:lnTo>
                    <a:pt x="163805" y="97128"/>
                  </a:lnTo>
                  <a:lnTo>
                    <a:pt x="126857" y="115628"/>
                  </a:lnTo>
                  <a:lnTo>
                    <a:pt x="66195" y="156200"/>
                  </a:lnTo>
                  <a:lnTo>
                    <a:pt x="24360" y="200905"/>
                  </a:lnTo>
                  <a:lnTo>
                    <a:pt x="2765" y="248991"/>
                  </a:lnTo>
                  <a:lnTo>
                    <a:pt x="0" y="274067"/>
                  </a:lnTo>
                </a:path>
              </a:pathLst>
            </a:custGeom>
            <a:ln w="5022">
              <a:solidFill>
                <a:srgbClr val="990033"/>
              </a:solidFill>
            </a:ln>
          </p:spPr>
          <p:txBody>
            <a:bodyPr wrap="square" lIns="0" tIns="0" rIns="0" bIns="0" rtlCol="0"/>
            <a:lstStyle/>
            <a:p>
              <a:endParaRPr/>
            </a:p>
          </p:txBody>
        </p:sp>
        <p:sp>
          <p:nvSpPr>
            <p:cNvPr id="17" name="object 17"/>
            <p:cNvSpPr txBox="1"/>
            <p:nvPr/>
          </p:nvSpPr>
          <p:spPr>
            <a:xfrm>
              <a:off x="5343589" y="2453616"/>
              <a:ext cx="1306195" cy="318135"/>
            </a:xfrm>
            <a:prstGeom prst="rect">
              <a:avLst/>
            </a:prstGeom>
          </p:spPr>
          <p:txBody>
            <a:bodyPr vert="horz" wrap="square" lIns="0" tIns="15240" rIns="0" bIns="0" rtlCol="0">
              <a:spAutoFit/>
            </a:bodyPr>
            <a:lstStyle/>
            <a:p>
              <a:pPr marL="12700">
                <a:lnSpc>
                  <a:spcPct val="100000"/>
                </a:lnSpc>
                <a:spcBef>
                  <a:spcPts val="120"/>
                </a:spcBef>
              </a:pPr>
              <a:r>
                <a:rPr sz="1900" spc="434" dirty="0">
                  <a:latin typeface="Arial" panose="020B0604020202020204"/>
                  <a:cs typeface="Arial" panose="020B0604020202020204"/>
                </a:rPr>
                <a:t>Buy</a:t>
              </a:r>
              <a:r>
                <a:rPr sz="1900" spc="-100" dirty="0">
                  <a:latin typeface="Arial" panose="020B0604020202020204"/>
                  <a:cs typeface="Arial" panose="020B0604020202020204"/>
                </a:rPr>
                <a:t> </a:t>
              </a:r>
              <a:r>
                <a:rPr sz="1900" spc="320" dirty="0">
                  <a:latin typeface="Arial" panose="020B0604020202020204"/>
                  <a:cs typeface="Arial" panose="020B0604020202020204"/>
                </a:rPr>
                <a:t>Item</a:t>
              </a:r>
              <a:endParaRPr sz="1900">
                <a:latin typeface="Arial" panose="020B0604020202020204"/>
                <a:cs typeface="Arial" panose="020B0604020202020204"/>
              </a:endParaRPr>
            </a:p>
          </p:txBody>
        </p:sp>
        <p:sp>
          <p:nvSpPr>
            <p:cNvPr id="18" name="object 18"/>
            <p:cNvSpPr/>
            <p:nvPr/>
          </p:nvSpPr>
          <p:spPr>
            <a:xfrm>
              <a:off x="4450679" y="2314314"/>
              <a:ext cx="776605" cy="228600"/>
            </a:xfrm>
            <a:custGeom>
              <a:avLst/>
              <a:gdLst/>
              <a:ahLst/>
              <a:cxnLst/>
              <a:rect l="l" t="t" r="r" b="b"/>
              <a:pathLst>
                <a:path w="776604" h="228600">
                  <a:moveTo>
                    <a:pt x="0" y="228276"/>
                  </a:moveTo>
                  <a:lnTo>
                    <a:pt x="776479" y="0"/>
                  </a:lnTo>
                </a:path>
              </a:pathLst>
            </a:custGeom>
            <a:ln w="15777">
              <a:solidFill>
                <a:srgbClr val="990033"/>
              </a:solidFill>
            </a:ln>
          </p:spPr>
          <p:txBody>
            <a:bodyPr wrap="square" lIns="0" tIns="0" rIns="0" bIns="0" rtlCol="0"/>
            <a:lstStyle/>
            <a:p>
              <a:endParaRPr/>
            </a:p>
          </p:txBody>
        </p:sp>
        <p:sp>
          <p:nvSpPr>
            <p:cNvPr id="19" name="object 19"/>
            <p:cNvSpPr/>
            <p:nvPr/>
          </p:nvSpPr>
          <p:spPr>
            <a:xfrm>
              <a:off x="3674224" y="2542590"/>
              <a:ext cx="776605" cy="229235"/>
            </a:xfrm>
            <a:custGeom>
              <a:avLst/>
              <a:gdLst/>
              <a:ahLst/>
              <a:cxnLst/>
              <a:rect l="l" t="t" r="r" b="b"/>
              <a:pathLst>
                <a:path w="776604" h="229235">
                  <a:moveTo>
                    <a:pt x="776455" y="0"/>
                  </a:moveTo>
                  <a:lnTo>
                    <a:pt x="0" y="228617"/>
                  </a:lnTo>
                </a:path>
              </a:pathLst>
            </a:custGeom>
            <a:ln w="15778">
              <a:solidFill>
                <a:srgbClr val="990033"/>
              </a:solidFill>
            </a:ln>
          </p:spPr>
          <p:txBody>
            <a:bodyPr wrap="square" lIns="0" tIns="0" rIns="0" bIns="0" rtlCol="0"/>
            <a:lstStyle/>
            <a:p>
              <a:endParaRPr/>
            </a:p>
          </p:txBody>
        </p:sp>
        <p:sp>
          <p:nvSpPr>
            <p:cNvPr id="20" name="object 20"/>
            <p:cNvSpPr/>
            <p:nvPr/>
          </p:nvSpPr>
          <p:spPr>
            <a:xfrm>
              <a:off x="8441614" y="2588382"/>
              <a:ext cx="45085" cy="74295"/>
            </a:xfrm>
            <a:custGeom>
              <a:avLst/>
              <a:gdLst/>
              <a:ahLst/>
              <a:cxnLst/>
              <a:rect l="l" t="t" r="r" b="b"/>
              <a:pathLst>
                <a:path w="45084" h="74294">
                  <a:moveTo>
                    <a:pt x="0" y="0"/>
                  </a:moveTo>
                  <a:lnTo>
                    <a:pt x="9811" y="36159"/>
                  </a:lnTo>
                  <a:lnTo>
                    <a:pt x="37205" y="69308"/>
                  </a:lnTo>
                  <a:lnTo>
                    <a:pt x="44814" y="74255"/>
                  </a:lnTo>
                </a:path>
              </a:pathLst>
            </a:custGeom>
            <a:ln w="6249">
              <a:solidFill>
                <a:srgbClr val="990033"/>
              </a:solidFill>
            </a:ln>
          </p:spPr>
          <p:txBody>
            <a:bodyPr wrap="square" lIns="0" tIns="0" rIns="0" bIns="0" rtlCol="0"/>
            <a:lstStyle/>
            <a:p>
              <a:endParaRPr/>
            </a:p>
          </p:txBody>
        </p:sp>
        <p:sp>
          <p:nvSpPr>
            <p:cNvPr id="21" name="object 21"/>
            <p:cNvSpPr/>
            <p:nvPr/>
          </p:nvSpPr>
          <p:spPr>
            <a:xfrm>
              <a:off x="8441614" y="2466726"/>
              <a:ext cx="339725" cy="121920"/>
            </a:xfrm>
            <a:custGeom>
              <a:avLst/>
              <a:gdLst/>
              <a:ahLst/>
              <a:cxnLst/>
              <a:rect l="l" t="t" r="r" b="b"/>
              <a:pathLst>
                <a:path w="339725" h="121919">
                  <a:moveTo>
                    <a:pt x="339724" y="32186"/>
                  </a:moveTo>
                  <a:lnTo>
                    <a:pt x="302049" y="14567"/>
                  </a:lnTo>
                  <a:lnTo>
                    <a:pt x="253579" y="3707"/>
                  </a:lnTo>
                  <a:lnTo>
                    <a:pt x="194301" y="0"/>
                  </a:lnTo>
                  <a:lnTo>
                    <a:pt x="124228" y="6796"/>
                  </a:lnTo>
                  <a:lnTo>
                    <a:pt x="69809" y="25255"/>
                  </a:lnTo>
                  <a:lnTo>
                    <a:pt x="30995" y="52481"/>
                  </a:lnTo>
                  <a:lnTo>
                    <a:pt x="7741" y="85580"/>
                  </a:lnTo>
                  <a:lnTo>
                    <a:pt x="0" y="121656"/>
                  </a:lnTo>
                </a:path>
              </a:pathLst>
            </a:custGeom>
            <a:ln w="5011">
              <a:solidFill>
                <a:srgbClr val="990033"/>
              </a:solidFill>
            </a:ln>
          </p:spPr>
          <p:txBody>
            <a:bodyPr wrap="square" lIns="0" tIns="0" rIns="0" bIns="0" rtlCol="0"/>
            <a:lstStyle/>
            <a:p>
              <a:endParaRPr/>
            </a:p>
          </p:txBody>
        </p:sp>
        <p:sp>
          <p:nvSpPr>
            <p:cNvPr id="22" name="object 22"/>
            <p:cNvSpPr/>
            <p:nvPr/>
          </p:nvSpPr>
          <p:spPr>
            <a:xfrm>
              <a:off x="8635915" y="2710209"/>
              <a:ext cx="0" cy="243840"/>
            </a:xfrm>
            <a:custGeom>
              <a:avLst/>
              <a:gdLst/>
              <a:ahLst/>
              <a:cxnLst/>
              <a:rect l="l" t="t" r="r" b="b"/>
              <a:pathLst>
                <a:path h="243839">
                  <a:moveTo>
                    <a:pt x="0" y="0"/>
                  </a:moveTo>
                  <a:lnTo>
                    <a:pt x="0" y="243824"/>
                  </a:lnTo>
                </a:path>
              </a:pathLst>
            </a:custGeom>
            <a:ln w="3391">
              <a:solidFill>
                <a:srgbClr val="990033"/>
              </a:solidFill>
            </a:ln>
          </p:spPr>
          <p:txBody>
            <a:bodyPr wrap="square" lIns="0" tIns="0" rIns="0" bIns="0" rtlCol="0"/>
            <a:lstStyle/>
            <a:p>
              <a:endParaRPr/>
            </a:p>
          </p:txBody>
        </p:sp>
        <p:sp>
          <p:nvSpPr>
            <p:cNvPr id="23" name="object 23"/>
            <p:cNvSpPr/>
            <p:nvPr/>
          </p:nvSpPr>
          <p:spPr>
            <a:xfrm>
              <a:off x="8333561" y="2786415"/>
              <a:ext cx="582930" cy="0"/>
            </a:xfrm>
            <a:custGeom>
              <a:avLst/>
              <a:gdLst/>
              <a:ahLst/>
              <a:cxnLst/>
              <a:rect l="l" t="t" r="r" b="b"/>
              <a:pathLst>
                <a:path w="582929">
                  <a:moveTo>
                    <a:pt x="0" y="0"/>
                  </a:moveTo>
                  <a:lnTo>
                    <a:pt x="582662" y="0"/>
                  </a:lnTo>
                </a:path>
              </a:pathLst>
            </a:custGeom>
            <a:ln w="3175">
              <a:solidFill>
                <a:srgbClr val="990033"/>
              </a:solidFill>
            </a:ln>
          </p:spPr>
          <p:txBody>
            <a:bodyPr wrap="square" lIns="0" tIns="0" rIns="0" bIns="0" rtlCol="0"/>
            <a:lstStyle/>
            <a:p>
              <a:endParaRPr/>
            </a:p>
          </p:txBody>
        </p:sp>
        <p:sp>
          <p:nvSpPr>
            <p:cNvPr id="24" name="object 24"/>
            <p:cNvSpPr/>
            <p:nvPr/>
          </p:nvSpPr>
          <p:spPr>
            <a:xfrm>
              <a:off x="8225750" y="2954034"/>
              <a:ext cx="798195" cy="274320"/>
            </a:xfrm>
            <a:custGeom>
              <a:avLst/>
              <a:gdLst/>
              <a:ahLst/>
              <a:cxnLst/>
              <a:rect l="l" t="t" r="r" b="b"/>
              <a:pathLst>
                <a:path w="798195" h="274319">
                  <a:moveTo>
                    <a:pt x="0" y="274067"/>
                  </a:moveTo>
                  <a:lnTo>
                    <a:pt x="410165" y="0"/>
                  </a:lnTo>
                  <a:lnTo>
                    <a:pt x="798041" y="274067"/>
                  </a:lnTo>
                </a:path>
              </a:pathLst>
            </a:custGeom>
            <a:ln w="3175">
              <a:solidFill>
                <a:srgbClr val="990033"/>
              </a:solidFill>
            </a:ln>
          </p:spPr>
          <p:txBody>
            <a:bodyPr wrap="square" lIns="0" tIns="0" rIns="0" bIns="0" rtlCol="0"/>
            <a:lstStyle/>
            <a:p>
              <a:endParaRPr/>
            </a:p>
          </p:txBody>
        </p:sp>
        <p:sp>
          <p:nvSpPr>
            <p:cNvPr id="25" name="object 25"/>
            <p:cNvSpPr txBox="1"/>
            <p:nvPr/>
          </p:nvSpPr>
          <p:spPr>
            <a:xfrm>
              <a:off x="7889618" y="3306576"/>
              <a:ext cx="1498600" cy="318135"/>
            </a:xfrm>
            <a:prstGeom prst="rect">
              <a:avLst/>
            </a:prstGeom>
          </p:spPr>
          <p:txBody>
            <a:bodyPr vert="horz" wrap="square" lIns="0" tIns="15240" rIns="0" bIns="0" rtlCol="0">
              <a:spAutoFit/>
            </a:bodyPr>
            <a:lstStyle/>
            <a:p>
              <a:pPr marL="12700">
                <a:lnSpc>
                  <a:spcPct val="100000"/>
                </a:lnSpc>
                <a:spcBef>
                  <a:spcPts val="120"/>
                </a:spcBef>
              </a:pPr>
              <a:r>
                <a:rPr sz="1900" spc="415" dirty="0">
                  <a:latin typeface="Arial" panose="020B0604020202020204"/>
                  <a:cs typeface="Arial" panose="020B0604020202020204"/>
                </a:rPr>
                <a:t>Customer</a:t>
              </a:r>
              <a:endParaRPr sz="1900">
                <a:latin typeface="Arial" panose="020B0604020202020204"/>
                <a:cs typeface="Arial" panose="020B0604020202020204"/>
              </a:endParaRPr>
            </a:p>
          </p:txBody>
        </p:sp>
        <p:sp>
          <p:nvSpPr>
            <p:cNvPr id="26" name="object 26"/>
            <p:cNvSpPr/>
            <p:nvPr/>
          </p:nvSpPr>
          <p:spPr>
            <a:xfrm>
              <a:off x="6737236" y="2299107"/>
              <a:ext cx="734060" cy="198120"/>
            </a:xfrm>
            <a:custGeom>
              <a:avLst/>
              <a:gdLst/>
              <a:ahLst/>
              <a:cxnLst/>
              <a:rect l="l" t="t" r="r" b="b"/>
              <a:pathLst>
                <a:path w="734059" h="198119">
                  <a:moveTo>
                    <a:pt x="733839" y="198032"/>
                  </a:moveTo>
                  <a:lnTo>
                    <a:pt x="0" y="0"/>
                  </a:lnTo>
                </a:path>
              </a:pathLst>
            </a:custGeom>
            <a:ln w="15703">
              <a:solidFill>
                <a:srgbClr val="990033"/>
              </a:solidFill>
            </a:ln>
          </p:spPr>
          <p:txBody>
            <a:bodyPr wrap="square" lIns="0" tIns="0" rIns="0" bIns="0" rtlCol="0"/>
            <a:lstStyle/>
            <a:p>
              <a:endParaRPr/>
            </a:p>
          </p:txBody>
        </p:sp>
        <p:sp>
          <p:nvSpPr>
            <p:cNvPr id="27" name="object 27"/>
            <p:cNvSpPr/>
            <p:nvPr/>
          </p:nvSpPr>
          <p:spPr>
            <a:xfrm>
              <a:off x="7471075" y="2497140"/>
              <a:ext cx="755015" cy="213360"/>
            </a:xfrm>
            <a:custGeom>
              <a:avLst/>
              <a:gdLst/>
              <a:ahLst/>
              <a:cxnLst/>
              <a:rect l="l" t="t" r="r" b="b"/>
              <a:pathLst>
                <a:path w="755015" h="213360">
                  <a:moveTo>
                    <a:pt x="0" y="0"/>
                  </a:moveTo>
                  <a:lnTo>
                    <a:pt x="754675" y="213069"/>
                  </a:lnTo>
                </a:path>
              </a:pathLst>
            </a:custGeom>
            <a:ln w="15741">
              <a:solidFill>
                <a:srgbClr val="990033"/>
              </a:solidFill>
            </a:ln>
          </p:spPr>
          <p:txBody>
            <a:bodyPr wrap="square" lIns="0" tIns="0" rIns="0" bIns="0" rtlCol="0"/>
            <a:lstStyle/>
            <a:p>
              <a:endParaRPr/>
            </a:p>
          </p:txBody>
        </p:sp>
        <p:sp>
          <p:nvSpPr>
            <p:cNvPr id="28" name="object 28"/>
            <p:cNvSpPr/>
            <p:nvPr/>
          </p:nvSpPr>
          <p:spPr>
            <a:xfrm>
              <a:off x="5205354" y="4416128"/>
              <a:ext cx="1489075" cy="533400"/>
            </a:xfrm>
            <a:custGeom>
              <a:avLst/>
              <a:gdLst/>
              <a:ahLst/>
              <a:cxnLst/>
              <a:rect l="l" t="t" r="r" b="b"/>
              <a:pathLst>
                <a:path w="1489075" h="533400">
                  <a:moveTo>
                    <a:pt x="733838" y="0"/>
                  </a:moveTo>
                  <a:lnTo>
                    <a:pt x="663114" y="1108"/>
                  </a:lnTo>
                  <a:lnTo>
                    <a:pt x="594967" y="4362"/>
                  </a:lnTo>
                  <a:lnTo>
                    <a:pt x="529575" y="9650"/>
                  </a:lnTo>
                  <a:lnTo>
                    <a:pt x="467116" y="16865"/>
                  </a:lnTo>
                  <a:lnTo>
                    <a:pt x="407767" y="25895"/>
                  </a:lnTo>
                  <a:lnTo>
                    <a:pt x="351705" y="36632"/>
                  </a:lnTo>
                  <a:lnTo>
                    <a:pt x="299109" y="48967"/>
                  </a:lnTo>
                  <a:lnTo>
                    <a:pt x="250155" y="62789"/>
                  </a:lnTo>
                  <a:lnTo>
                    <a:pt x="205021" y="77989"/>
                  </a:lnTo>
                  <a:lnTo>
                    <a:pt x="163885" y="94458"/>
                  </a:lnTo>
                  <a:lnTo>
                    <a:pt x="126924" y="112086"/>
                  </a:lnTo>
                  <a:lnTo>
                    <a:pt x="66236" y="150381"/>
                  </a:lnTo>
                  <a:lnTo>
                    <a:pt x="24377" y="191999"/>
                  </a:lnTo>
                  <a:lnTo>
                    <a:pt x="2767" y="236064"/>
                  </a:lnTo>
                  <a:lnTo>
                    <a:pt x="0" y="258741"/>
                  </a:lnTo>
                  <a:lnTo>
                    <a:pt x="2956" y="283825"/>
                  </a:lnTo>
                  <a:lnTo>
                    <a:pt x="25874" y="331942"/>
                  </a:lnTo>
                  <a:lnTo>
                    <a:pt x="69840" y="376691"/>
                  </a:lnTo>
                  <a:lnTo>
                    <a:pt x="132902" y="417315"/>
                  </a:lnTo>
                  <a:lnTo>
                    <a:pt x="170984" y="435844"/>
                  </a:lnTo>
                  <a:lnTo>
                    <a:pt x="213107" y="453057"/>
                  </a:lnTo>
                  <a:lnTo>
                    <a:pt x="259028" y="468860"/>
                  </a:lnTo>
                  <a:lnTo>
                    <a:pt x="308504" y="483159"/>
                  </a:lnTo>
                  <a:lnTo>
                    <a:pt x="361288" y="495858"/>
                  </a:lnTo>
                  <a:lnTo>
                    <a:pt x="417139" y="506864"/>
                  </a:lnTo>
                  <a:lnTo>
                    <a:pt x="475811" y="516081"/>
                  </a:lnTo>
                  <a:lnTo>
                    <a:pt x="537062" y="523414"/>
                  </a:lnTo>
                  <a:lnTo>
                    <a:pt x="600645" y="528769"/>
                  </a:lnTo>
                  <a:lnTo>
                    <a:pt x="666319" y="532052"/>
                  </a:lnTo>
                  <a:lnTo>
                    <a:pt x="733838" y="533167"/>
                  </a:lnTo>
                  <a:lnTo>
                    <a:pt x="801471" y="532185"/>
                  </a:lnTo>
                  <a:lnTo>
                    <a:pt x="867618" y="529272"/>
                  </a:lnTo>
                  <a:lnTo>
                    <a:pt x="931990" y="524473"/>
                  </a:lnTo>
                  <a:lnTo>
                    <a:pt x="994299" y="517839"/>
                  </a:lnTo>
                  <a:lnTo>
                    <a:pt x="1054257" y="509415"/>
                  </a:lnTo>
                  <a:lnTo>
                    <a:pt x="1111575" y="499249"/>
                  </a:lnTo>
                  <a:lnTo>
                    <a:pt x="1165965" y="487390"/>
                  </a:lnTo>
                  <a:lnTo>
                    <a:pt x="1217138" y="473884"/>
                  </a:lnTo>
                  <a:lnTo>
                    <a:pt x="1264806" y="458779"/>
                  </a:lnTo>
                  <a:lnTo>
                    <a:pt x="1308681" y="442123"/>
                  </a:lnTo>
                  <a:lnTo>
                    <a:pt x="1348474" y="423963"/>
                  </a:lnTo>
                  <a:lnTo>
                    <a:pt x="1383898" y="404347"/>
                  </a:lnTo>
                  <a:lnTo>
                    <a:pt x="1440480" y="360938"/>
                  </a:lnTo>
                  <a:lnTo>
                    <a:pt x="1476121" y="312275"/>
                  </a:lnTo>
                  <a:lnTo>
                    <a:pt x="1488514" y="258740"/>
                  </a:lnTo>
                  <a:lnTo>
                    <a:pt x="1485556" y="233796"/>
                  </a:lnTo>
                  <a:lnTo>
                    <a:pt x="1462560" y="186701"/>
                  </a:lnTo>
                  <a:lnTo>
                    <a:pt x="1418267" y="143749"/>
                  </a:lnTo>
                  <a:lnTo>
                    <a:pt x="1354453" y="105437"/>
                  </a:lnTo>
                  <a:lnTo>
                    <a:pt x="1315780" y="88178"/>
                  </a:lnTo>
                  <a:lnTo>
                    <a:pt x="1272893" y="72267"/>
                  </a:lnTo>
                  <a:lnTo>
                    <a:pt x="1226012" y="57765"/>
                  </a:lnTo>
                  <a:lnTo>
                    <a:pt x="1175360" y="44736"/>
                  </a:lnTo>
                  <a:lnTo>
                    <a:pt x="1121159" y="33241"/>
                  </a:lnTo>
                  <a:lnTo>
                    <a:pt x="1063630" y="23344"/>
                  </a:lnTo>
                  <a:lnTo>
                    <a:pt x="1002996" y="15107"/>
                  </a:lnTo>
                  <a:lnTo>
                    <a:pt x="939478" y="8591"/>
                  </a:lnTo>
                  <a:lnTo>
                    <a:pt x="873297" y="3859"/>
                  </a:lnTo>
                  <a:lnTo>
                    <a:pt x="804677" y="975"/>
                  </a:lnTo>
                  <a:lnTo>
                    <a:pt x="733838" y="0"/>
                  </a:lnTo>
                  <a:close/>
                </a:path>
              </a:pathLst>
            </a:custGeom>
            <a:solidFill>
              <a:srgbClr val="FFFFCC"/>
            </a:solidFill>
          </p:spPr>
          <p:txBody>
            <a:bodyPr wrap="square" lIns="0" tIns="0" rIns="0" bIns="0" rtlCol="0"/>
            <a:lstStyle/>
            <a:p>
              <a:endParaRPr/>
            </a:p>
          </p:txBody>
        </p:sp>
        <p:sp>
          <p:nvSpPr>
            <p:cNvPr id="29" name="object 29"/>
            <p:cNvSpPr/>
            <p:nvPr/>
          </p:nvSpPr>
          <p:spPr>
            <a:xfrm>
              <a:off x="5205354" y="4416128"/>
              <a:ext cx="1489075" cy="533400"/>
            </a:xfrm>
            <a:custGeom>
              <a:avLst/>
              <a:gdLst/>
              <a:ahLst/>
              <a:cxnLst/>
              <a:rect l="l" t="t" r="r" b="b"/>
              <a:pathLst>
                <a:path w="1489075" h="533400">
                  <a:moveTo>
                    <a:pt x="0" y="258740"/>
                  </a:moveTo>
                  <a:lnTo>
                    <a:pt x="11662" y="308257"/>
                  </a:lnTo>
                  <a:lnTo>
                    <a:pt x="45348" y="354785"/>
                  </a:lnTo>
                  <a:lnTo>
                    <a:pt x="99106" y="397566"/>
                  </a:lnTo>
                  <a:lnTo>
                    <a:pt x="132902" y="417315"/>
                  </a:lnTo>
                  <a:lnTo>
                    <a:pt x="170984" y="435844"/>
                  </a:lnTo>
                  <a:lnTo>
                    <a:pt x="213107" y="453057"/>
                  </a:lnTo>
                  <a:lnTo>
                    <a:pt x="259028" y="468860"/>
                  </a:lnTo>
                  <a:lnTo>
                    <a:pt x="308504" y="483159"/>
                  </a:lnTo>
                  <a:lnTo>
                    <a:pt x="361288" y="495858"/>
                  </a:lnTo>
                  <a:lnTo>
                    <a:pt x="417139" y="506864"/>
                  </a:lnTo>
                  <a:lnTo>
                    <a:pt x="475811" y="516081"/>
                  </a:lnTo>
                  <a:lnTo>
                    <a:pt x="537062" y="523414"/>
                  </a:lnTo>
                  <a:lnTo>
                    <a:pt x="600645" y="528769"/>
                  </a:lnTo>
                  <a:lnTo>
                    <a:pt x="666319" y="532052"/>
                  </a:lnTo>
                  <a:lnTo>
                    <a:pt x="733838" y="533167"/>
                  </a:lnTo>
                  <a:lnTo>
                    <a:pt x="801471" y="532185"/>
                  </a:lnTo>
                  <a:lnTo>
                    <a:pt x="867618" y="529272"/>
                  </a:lnTo>
                  <a:lnTo>
                    <a:pt x="931990" y="524473"/>
                  </a:lnTo>
                  <a:lnTo>
                    <a:pt x="994299" y="517839"/>
                  </a:lnTo>
                  <a:lnTo>
                    <a:pt x="1054257" y="509415"/>
                  </a:lnTo>
                  <a:lnTo>
                    <a:pt x="1111575" y="499249"/>
                  </a:lnTo>
                  <a:lnTo>
                    <a:pt x="1165965" y="487390"/>
                  </a:lnTo>
                  <a:lnTo>
                    <a:pt x="1217138" y="473884"/>
                  </a:lnTo>
                  <a:lnTo>
                    <a:pt x="1264806" y="458779"/>
                  </a:lnTo>
                  <a:lnTo>
                    <a:pt x="1308681" y="442123"/>
                  </a:lnTo>
                  <a:lnTo>
                    <a:pt x="1348474" y="423963"/>
                  </a:lnTo>
                  <a:lnTo>
                    <a:pt x="1383898" y="404347"/>
                  </a:lnTo>
                  <a:lnTo>
                    <a:pt x="1440480" y="360938"/>
                  </a:lnTo>
                  <a:lnTo>
                    <a:pt x="1476121" y="312275"/>
                  </a:lnTo>
                  <a:lnTo>
                    <a:pt x="1488514" y="258740"/>
                  </a:lnTo>
                  <a:lnTo>
                    <a:pt x="1485556" y="233796"/>
                  </a:lnTo>
                  <a:lnTo>
                    <a:pt x="1476831" y="209762"/>
                  </a:lnTo>
                  <a:lnTo>
                    <a:pt x="1462560" y="186701"/>
                  </a:lnTo>
                  <a:lnTo>
                    <a:pt x="1442965" y="164676"/>
                  </a:lnTo>
                  <a:lnTo>
                    <a:pt x="1418267" y="143749"/>
                  </a:lnTo>
                  <a:lnTo>
                    <a:pt x="1388690" y="123982"/>
                  </a:lnTo>
                  <a:lnTo>
                    <a:pt x="1356373" y="106477"/>
                  </a:lnTo>
                  <a:lnTo>
                    <a:pt x="1356373" y="106477"/>
                  </a:lnTo>
                  <a:lnTo>
                    <a:pt x="1315780" y="88178"/>
                  </a:lnTo>
                  <a:lnTo>
                    <a:pt x="1272893" y="72267"/>
                  </a:lnTo>
                  <a:lnTo>
                    <a:pt x="1226012" y="57765"/>
                  </a:lnTo>
                  <a:lnTo>
                    <a:pt x="1175360" y="44736"/>
                  </a:lnTo>
                  <a:lnTo>
                    <a:pt x="1121159" y="33241"/>
                  </a:lnTo>
                  <a:lnTo>
                    <a:pt x="1063630" y="23344"/>
                  </a:lnTo>
                  <a:lnTo>
                    <a:pt x="1002996" y="15107"/>
                  </a:lnTo>
                  <a:lnTo>
                    <a:pt x="939478" y="8591"/>
                  </a:lnTo>
                  <a:lnTo>
                    <a:pt x="873297" y="3859"/>
                  </a:lnTo>
                  <a:lnTo>
                    <a:pt x="804677" y="975"/>
                  </a:lnTo>
                  <a:lnTo>
                    <a:pt x="733838" y="0"/>
                  </a:lnTo>
                  <a:lnTo>
                    <a:pt x="663114" y="1108"/>
                  </a:lnTo>
                  <a:lnTo>
                    <a:pt x="594967" y="4362"/>
                  </a:lnTo>
                  <a:lnTo>
                    <a:pt x="529575" y="9650"/>
                  </a:lnTo>
                  <a:lnTo>
                    <a:pt x="467116" y="16865"/>
                  </a:lnTo>
                  <a:lnTo>
                    <a:pt x="407767" y="25895"/>
                  </a:lnTo>
                  <a:lnTo>
                    <a:pt x="351705" y="36632"/>
                  </a:lnTo>
                  <a:lnTo>
                    <a:pt x="299109" y="48967"/>
                  </a:lnTo>
                  <a:lnTo>
                    <a:pt x="250155" y="62789"/>
                  </a:lnTo>
                  <a:lnTo>
                    <a:pt x="205021" y="77989"/>
                  </a:lnTo>
                  <a:lnTo>
                    <a:pt x="163885" y="94458"/>
                  </a:lnTo>
                  <a:lnTo>
                    <a:pt x="126924" y="112086"/>
                  </a:lnTo>
                  <a:lnTo>
                    <a:pt x="124427" y="113516"/>
                  </a:lnTo>
                  <a:lnTo>
                    <a:pt x="66236" y="150381"/>
                  </a:lnTo>
                  <a:lnTo>
                    <a:pt x="24377" y="191999"/>
                  </a:lnTo>
                  <a:lnTo>
                    <a:pt x="2767" y="236064"/>
                  </a:lnTo>
                  <a:lnTo>
                    <a:pt x="0" y="258740"/>
                  </a:lnTo>
                </a:path>
              </a:pathLst>
            </a:custGeom>
            <a:ln w="5011">
              <a:solidFill>
                <a:srgbClr val="990033"/>
              </a:solidFill>
            </a:ln>
          </p:spPr>
          <p:txBody>
            <a:bodyPr wrap="square" lIns="0" tIns="0" rIns="0" bIns="0" rtlCol="0"/>
            <a:lstStyle/>
            <a:p>
              <a:endParaRPr/>
            </a:p>
          </p:txBody>
        </p:sp>
        <p:sp>
          <p:nvSpPr>
            <p:cNvPr id="30" name="object 30"/>
            <p:cNvSpPr txBox="1"/>
            <p:nvPr/>
          </p:nvSpPr>
          <p:spPr>
            <a:xfrm>
              <a:off x="4049448" y="5042636"/>
              <a:ext cx="3785235" cy="318135"/>
            </a:xfrm>
            <a:prstGeom prst="rect">
              <a:avLst/>
            </a:prstGeom>
          </p:spPr>
          <p:txBody>
            <a:bodyPr vert="horz" wrap="square" lIns="0" tIns="15240" rIns="0" bIns="0" rtlCol="0">
              <a:spAutoFit/>
            </a:bodyPr>
            <a:lstStyle/>
            <a:p>
              <a:pPr marL="12700">
                <a:lnSpc>
                  <a:spcPct val="100000"/>
                </a:lnSpc>
                <a:spcBef>
                  <a:spcPts val="120"/>
                </a:spcBef>
              </a:pPr>
              <a:r>
                <a:rPr sz="1900" spc="360" dirty="0">
                  <a:latin typeface="Arial" panose="020B0604020202020204"/>
                  <a:cs typeface="Arial" panose="020B0604020202020204"/>
                </a:rPr>
                <a:t>Refund</a:t>
              </a:r>
              <a:r>
                <a:rPr sz="1900" spc="140" dirty="0">
                  <a:latin typeface="Arial" panose="020B0604020202020204"/>
                  <a:cs typeface="Arial" panose="020B0604020202020204"/>
                </a:rPr>
                <a:t> </a:t>
              </a:r>
              <a:r>
                <a:rPr sz="1900" spc="455" dirty="0">
                  <a:latin typeface="Arial" panose="020B0604020202020204"/>
                  <a:cs typeface="Arial" panose="020B0604020202020204"/>
                </a:rPr>
                <a:t>a</a:t>
              </a:r>
              <a:r>
                <a:rPr sz="1900" spc="140" dirty="0">
                  <a:latin typeface="Arial" panose="020B0604020202020204"/>
                  <a:cs typeface="Arial" panose="020B0604020202020204"/>
                </a:rPr>
                <a:t> </a:t>
              </a:r>
              <a:r>
                <a:rPr sz="1900" spc="400" dirty="0">
                  <a:latin typeface="Arial" panose="020B0604020202020204"/>
                  <a:cs typeface="Arial" panose="020B0604020202020204"/>
                </a:rPr>
                <a:t>Purchased</a:t>
              </a:r>
              <a:r>
                <a:rPr sz="1900" spc="140" dirty="0">
                  <a:latin typeface="Arial" panose="020B0604020202020204"/>
                  <a:cs typeface="Arial" panose="020B0604020202020204"/>
                </a:rPr>
                <a:t> </a:t>
              </a:r>
              <a:r>
                <a:rPr sz="1900" spc="320" dirty="0">
                  <a:latin typeface="Arial" panose="020B0604020202020204"/>
                  <a:cs typeface="Arial" panose="020B0604020202020204"/>
                </a:rPr>
                <a:t>Item</a:t>
              </a:r>
              <a:endParaRPr sz="1900">
                <a:latin typeface="Arial" panose="020B0604020202020204"/>
                <a:cs typeface="Arial" panose="020B0604020202020204"/>
              </a:endParaRPr>
            </a:p>
          </p:txBody>
        </p:sp>
        <p:sp>
          <p:nvSpPr>
            <p:cNvPr id="31" name="object 31"/>
            <p:cNvSpPr/>
            <p:nvPr/>
          </p:nvSpPr>
          <p:spPr>
            <a:xfrm>
              <a:off x="4709182" y="3867651"/>
              <a:ext cx="798830" cy="533400"/>
            </a:xfrm>
            <a:custGeom>
              <a:avLst/>
              <a:gdLst/>
              <a:ahLst/>
              <a:cxnLst/>
              <a:rect l="l" t="t" r="r" b="b"/>
              <a:pathLst>
                <a:path w="798829" h="533400">
                  <a:moveTo>
                    <a:pt x="0" y="0"/>
                  </a:moveTo>
                  <a:lnTo>
                    <a:pt x="798283" y="533202"/>
                  </a:lnTo>
                </a:path>
              </a:pathLst>
            </a:custGeom>
            <a:ln w="17238">
              <a:solidFill>
                <a:srgbClr val="990033"/>
              </a:solidFill>
            </a:ln>
          </p:spPr>
          <p:txBody>
            <a:bodyPr wrap="square" lIns="0" tIns="0" rIns="0" bIns="0" rtlCol="0"/>
            <a:lstStyle/>
            <a:p>
              <a:endParaRPr/>
            </a:p>
          </p:txBody>
        </p:sp>
        <p:sp>
          <p:nvSpPr>
            <p:cNvPr id="32" name="object 32"/>
            <p:cNvSpPr/>
            <p:nvPr/>
          </p:nvSpPr>
          <p:spPr>
            <a:xfrm>
              <a:off x="3911189" y="3334551"/>
              <a:ext cx="798195" cy="533400"/>
            </a:xfrm>
            <a:custGeom>
              <a:avLst/>
              <a:gdLst/>
              <a:ahLst/>
              <a:cxnLst/>
              <a:rect l="l" t="t" r="r" b="b"/>
              <a:pathLst>
                <a:path w="798195" h="533400">
                  <a:moveTo>
                    <a:pt x="797993" y="533099"/>
                  </a:moveTo>
                  <a:lnTo>
                    <a:pt x="0" y="0"/>
                  </a:lnTo>
                </a:path>
              </a:pathLst>
            </a:custGeom>
            <a:ln w="17239">
              <a:solidFill>
                <a:srgbClr val="990033"/>
              </a:solidFill>
            </a:ln>
          </p:spPr>
          <p:txBody>
            <a:bodyPr wrap="square" lIns="0" tIns="0" rIns="0" bIns="0" rtlCol="0"/>
            <a:lstStyle/>
            <a:p>
              <a:endParaRPr/>
            </a:p>
          </p:txBody>
        </p:sp>
        <p:sp>
          <p:nvSpPr>
            <p:cNvPr id="33" name="object 33"/>
            <p:cNvSpPr/>
            <p:nvPr/>
          </p:nvSpPr>
          <p:spPr>
            <a:xfrm>
              <a:off x="6327070" y="3883029"/>
              <a:ext cx="755650" cy="518159"/>
            </a:xfrm>
            <a:custGeom>
              <a:avLst/>
              <a:gdLst/>
              <a:ahLst/>
              <a:cxnLst/>
              <a:rect l="l" t="t" r="r" b="b"/>
              <a:pathLst>
                <a:path w="755650" h="518160">
                  <a:moveTo>
                    <a:pt x="755401" y="0"/>
                  </a:moveTo>
                  <a:lnTo>
                    <a:pt x="0" y="517824"/>
                  </a:lnTo>
                </a:path>
              </a:pathLst>
            </a:custGeom>
            <a:ln w="17309">
              <a:solidFill>
                <a:srgbClr val="990033"/>
              </a:solidFill>
            </a:ln>
          </p:spPr>
          <p:txBody>
            <a:bodyPr wrap="square" lIns="0" tIns="0" rIns="0" bIns="0" rtlCol="0"/>
            <a:lstStyle/>
            <a:p>
              <a:endParaRPr/>
            </a:p>
          </p:txBody>
        </p:sp>
        <p:sp>
          <p:nvSpPr>
            <p:cNvPr id="34" name="object 34"/>
            <p:cNvSpPr/>
            <p:nvPr/>
          </p:nvSpPr>
          <p:spPr>
            <a:xfrm>
              <a:off x="7082472" y="3380343"/>
              <a:ext cx="776605" cy="502920"/>
            </a:xfrm>
            <a:custGeom>
              <a:avLst/>
              <a:gdLst/>
              <a:ahLst/>
              <a:cxnLst/>
              <a:rect l="l" t="t" r="r" b="b"/>
              <a:pathLst>
                <a:path w="776604" h="502920">
                  <a:moveTo>
                    <a:pt x="0" y="502685"/>
                  </a:moveTo>
                  <a:lnTo>
                    <a:pt x="776479" y="0"/>
                  </a:lnTo>
                </a:path>
              </a:pathLst>
            </a:custGeom>
            <a:ln w="17154">
              <a:solidFill>
                <a:srgbClr val="990033"/>
              </a:solidFill>
            </a:ln>
          </p:spPr>
          <p:txBody>
            <a:bodyPr wrap="square" lIns="0" tIns="0" rIns="0" bIns="0" rtlCol="0"/>
            <a:lstStyle/>
            <a:p>
              <a:endParaRPr/>
            </a:p>
          </p:txBody>
        </p:sp>
        <p:sp>
          <p:nvSpPr>
            <p:cNvPr id="35" name="object 35"/>
            <p:cNvSpPr/>
            <p:nvPr/>
          </p:nvSpPr>
          <p:spPr>
            <a:xfrm>
              <a:off x="3888316" y="1725711"/>
              <a:ext cx="3839845" cy="3959225"/>
            </a:xfrm>
            <a:custGeom>
              <a:avLst/>
              <a:gdLst/>
              <a:ahLst/>
              <a:cxnLst/>
              <a:rect l="l" t="t" r="r" b="b"/>
              <a:pathLst>
                <a:path w="3839845" h="3959225">
                  <a:moveTo>
                    <a:pt x="0" y="0"/>
                  </a:moveTo>
                  <a:lnTo>
                    <a:pt x="3839632" y="0"/>
                  </a:lnTo>
                  <a:lnTo>
                    <a:pt x="3839632" y="3959223"/>
                  </a:lnTo>
                  <a:lnTo>
                    <a:pt x="0" y="3959223"/>
                  </a:lnTo>
                  <a:lnTo>
                    <a:pt x="0" y="0"/>
                  </a:lnTo>
                  <a:close/>
                </a:path>
              </a:pathLst>
            </a:custGeom>
            <a:ln w="22224">
              <a:solidFill>
                <a:srgbClr val="ECEBEB"/>
              </a:solidFill>
            </a:ln>
          </p:spPr>
          <p:txBody>
            <a:bodyPr wrap="square" lIns="0" tIns="0" rIns="0" bIns="0" rtlCol="0"/>
            <a:lstStyle/>
            <a:p>
              <a:endParaRPr/>
            </a:p>
          </p:txBody>
        </p:sp>
        <p:sp>
          <p:nvSpPr>
            <p:cNvPr id="36" name="object 36"/>
            <p:cNvSpPr txBox="1"/>
            <p:nvPr/>
          </p:nvSpPr>
          <p:spPr>
            <a:xfrm>
              <a:off x="5458776" y="1118780"/>
              <a:ext cx="993775"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Arial" panose="020B0604020202020204"/>
                  <a:cs typeface="Arial" panose="020B0604020202020204"/>
                </a:rPr>
                <a:t>P</a:t>
              </a:r>
              <a:r>
                <a:rPr sz="2800" spc="-5" dirty="0">
                  <a:latin typeface="Arial" panose="020B0604020202020204"/>
                  <a:cs typeface="Arial" panose="020B0604020202020204"/>
                </a:rPr>
                <a:t>O</a:t>
              </a:r>
              <a:r>
                <a:rPr sz="2800" dirty="0">
                  <a:latin typeface="Arial" panose="020B0604020202020204"/>
                  <a:cs typeface="Arial" panose="020B0604020202020204"/>
                </a:rPr>
                <a:t>ST</a:t>
              </a:r>
              <a:endParaRPr sz="2800">
                <a:latin typeface="Arial" panose="020B0604020202020204"/>
                <a:cs typeface="Arial" panose="020B0604020202020204"/>
              </a:endParaRPr>
            </a:p>
          </p:txBody>
        </p:sp>
        <p:sp>
          <p:nvSpPr>
            <p:cNvPr id="37" name="object 37"/>
            <p:cNvSpPr txBox="1"/>
            <p:nvPr/>
          </p:nvSpPr>
          <p:spPr>
            <a:xfrm>
              <a:off x="1494219" y="1069150"/>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系统边界</a:t>
              </a:r>
              <a:endParaRPr sz="2800">
                <a:latin typeface="华文新魏" panose="02010800040101010101" charset="-122"/>
                <a:cs typeface="华文新魏" panose="02010800040101010101" charset="-122"/>
              </a:endParaRPr>
            </a:p>
          </p:txBody>
        </p:sp>
        <p:sp>
          <p:nvSpPr>
            <p:cNvPr id="38" name="object 38"/>
            <p:cNvSpPr/>
            <p:nvPr/>
          </p:nvSpPr>
          <p:spPr>
            <a:xfrm>
              <a:off x="3276596" y="1364926"/>
              <a:ext cx="697865" cy="276225"/>
            </a:xfrm>
            <a:custGeom>
              <a:avLst/>
              <a:gdLst/>
              <a:ahLst/>
              <a:cxnLst/>
              <a:rect l="l" t="t" r="r" b="b"/>
              <a:pathLst>
                <a:path w="697864" h="276225">
                  <a:moveTo>
                    <a:pt x="0" y="0"/>
                  </a:moveTo>
                  <a:lnTo>
                    <a:pt x="697494" y="275971"/>
                  </a:lnTo>
                </a:path>
              </a:pathLst>
            </a:custGeom>
            <a:ln w="76199">
              <a:solidFill>
                <a:srgbClr val="000000"/>
              </a:solidFill>
            </a:ln>
          </p:spPr>
          <p:txBody>
            <a:bodyPr wrap="square" lIns="0" tIns="0" rIns="0" bIns="0" rtlCol="0"/>
            <a:lstStyle/>
            <a:p>
              <a:endParaRPr/>
            </a:p>
          </p:txBody>
        </p:sp>
        <p:sp>
          <p:nvSpPr>
            <p:cNvPr id="39" name="object 39"/>
            <p:cNvSpPr/>
            <p:nvPr/>
          </p:nvSpPr>
          <p:spPr>
            <a:xfrm>
              <a:off x="3790327" y="1478545"/>
              <a:ext cx="254635" cy="212725"/>
            </a:xfrm>
            <a:custGeom>
              <a:avLst/>
              <a:gdLst/>
              <a:ahLst/>
              <a:cxnLst/>
              <a:rect l="l" t="t" r="r" b="b"/>
              <a:pathLst>
                <a:path w="254635" h="212725">
                  <a:moveTo>
                    <a:pt x="84104" y="0"/>
                  </a:moveTo>
                  <a:lnTo>
                    <a:pt x="0" y="212566"/>
                  </a:lnTo>
                  <a:lnTo>
                    <a:pt x="254618" y="190386"/>
                  </a:lnTo>
                  <a:lnTo>
                    <a:pt x="84104" y="0"/>
                  </a:lnTo>
                  <a:close/>
                </a:path>
              </a:pathLst>
            </a:custGeom>
            <a:solidFill>
              <a:srgbClr val="000000"/>
            </a:solidFill>
          </p:spPr>
          <p:txBody>
            <a:bodyPr wrap="square" lIns="0" tIns="0" rIns="0" bIns="0" rtlCol="0"/>
            <a:lstStyle/>
            <a:p>
              <a:endParaRPr/>
            </a:p>
          </p:txBody>
        </p:sp>
        <p:sp>
          <p:nvSpPr>
            <p:cNvPr id="40" name="object 40"/>
            <p:cNvSpPr/>
            <p:nvPr/>
          </p:nvSpPr>
          <p:spPr>
            <a:xfrm>
              <a:off x="8112224" y="1364926"/>
              <a:ext cx="1904998" cy="1905000"/>
            </a:xfrm>
            <a:prstGeom prst="rect">
              <a:avLst/>
            </a:prstGeom>
            <a:blipFill>
              <a:blip r:embed="rId4" cstate="print"/>
              <a:stretch>
                <a:fillRect/>
              </a:stretch>
            </a:blipFill>
          </p:spPr>
          <p:txBody>
            <a:bodyPr wrap="square" lIns="0" tIns="0" rIns="0" bIns="0" rtlCol="0"/>
            <a:lstStyle/>
            <a:p>
              <a:endParaRPr/>
            </a:p>
          </p:txBody>
        </p:sp>
      </p:grpSp>
      <p:sp>
        <p:nvSpPr>
          <p:cNvPr id="42" name="标题 41"/>
          <p:cNvSpPr>
            <a:spLocks noGrp="1"/>
          </p:cNvSpPr>
          <p:nvPr>
            <p:ph type="title"/>
          </p:nvPr>
        </p:nvSpPr>
        <p:spPr/>
        <p:txBody>
          <a:bodyPr/>
          <a:lstStyle/>
          <a:p>
            <a:r>
              <a:rPr lang="zh-CN" altLang="en-US" dirty="0"/>
              <a:t>系统边界定义之一</a:t>
            </a:r>
          </a:p>
        </p:txBody>
      </p:sp>
      <p:sp>
        <p:nvSpPr>
          <p:cNvPr id="44" name="灯片编号占位符 43"/>
          <p:cNvSpPr>
            <a:spLocks noGrp="1"/>
          </p:cNvSpPr>
          <p:nvPr>
            <p:ph type="sldNum" sz="quarter" idx="12"/>
          </p:nvPr>
        </p:nvSpPr>
        <p:spPr/>
        <p:txBody>
          <a:bodyPr/>
          <a:lstStyle/>
          <a:p>
            <a:fld id="{74D2AB8B-5816-41F2-8B4B-CA5C3E4E6A65}" type="slidenum">
              <a:rPr lang="zh-CN" altLang="en-US" smtClean="0"/>
              <a:t>50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8563"/>
    </mc:Choice>
    <mc:Fallback xmlns="">
      <p:transition spd="slow" advTm="18563"/>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930493" y="1690688"/>
            <a:ext cx="8331013" cy="4663214"/>
            <a:chOff x="1494219" y="1069150"/>
            <a:chExt cx="8331013" cy="4663214"/>
          </a:xfrm>
        </p:grpSpPr>
        <p:sp>
          <p:nvSpPr>
            <p:cNvPr id="3" name="object 3"/>
            <p:cNvSpPr/>
            <p:nvPr/>
          </p:nvSpPr>
          <p:spPr>
            <a:xfrm>
              <a:off x="5314846" y="2120562"/>
              <a:ext cx="1411605" cy="476884"/>
            </a:xfrm>
            <a:custGeom>
              <a:avLst/>
              <a:gdLst/>
              <a:ahLst/>
              <a:cxnLst/>
              <a:rect l="l" t="t" r="r" b="b"/>
              <a:pathLst>
                <a:path w="1411604" h="476885">
                  <a:moveTo>
                    <a:pt x="695513" y="0"/>
                  </a:moveTo>
                  <a:lnTo>
                    <a:pt x="620237" y="1254"/>
                  </a:lnTo>
                  <a:lnTo>
                    <a:pt x="548089" y="4922"/>
                  </a:lnTo>
                  <a:lnTo>
                    <a:pt x="479306" y="10866"/>
                  </a:lnTo>
                  <a:lnTo>
                    <a:pt x="414129" y="18944"/>
                  </a:lnTo>
                  <a:lnTo>
                    <a:pt x="352794" y="29018"/>
                  </a:lnTo>
                  <a:lnTo>
                    <a:pt x="295542" y="40946"/>
                  </a:lnTo>
                  <a:lnTo>
                    <a:pt x="242610" y="54589"/>
                  </a:lnTo>
                  <a:lnTo>
                    <a:pt x="194236" y="69807"/>
                  </a:lnTo>
                  <a:lnTo>
                    <a:pt x="150660" y="86460"/>
                  </a:lnTo>
                  <a:lnTo>
                    <a:pt x="112121" y="104408"/>
                  </a:lnTo>
                  <a:lnTo>
                    <a:pt x="78855" y="123511"/>
                  </a:lnTo>
                  <a:lnTo>
                    <a:pt x="29103" y="164623"/>
                  </a:lnTo>
                  <a:lnTo>
                    <a:pt x="3313" y="208675"/>
                  </a:lnTo>
                  <a:lnTo>
                    <a:pt x="0" y="231454"/>
                  </a:lnTo>
                  <a:lnTo>
                    <a:pt x="3137" y="255216"/>
                  </a:lnTo>
                  <a:lnTo>
                    <a:pt x="27415" y="300630"/>
                  </a:lnTo>
                  <a:lnTo>
                    <a:pt x="73871" y="342566"/>
                  </a:lnTo>
                  <a:lnTo>
                    <a:pt x="140310" y="380230"/>
                  </a:lnTo>
                  <a:lnTo>
                    <a:pt x="180338" y="397213"/>
                  </a:lnTo>
                  <a:lnTo>
                    <a:pt x="224540" y="412829"/>
                  </a:lnTo>
                  <a:lnTo>
                    <a:pt x="272641" y="426980"/>
                  </a:lnTo>
                  <a:lnTo>
                    <a:pt x="324368" y="439566"/>
                  </a:lnTo>
                  <a:lnTo>
                    <a:pt x="379446" y="450489"/>
                  </a:lnTo>
                  <a:lnTo>
                    <a:pt x="437601" y="459648"/>
                  </a:lnTo>
                  <a:lnTo>
                    <a:pt x="498560" y="466945"/>
                  </a:lnTo>
                  <a:lnTo>
                    <a:pt x="562047" y="472280"/>
                  </a:lnTo>
                  <a:lnTo>
                    <a:pt x="627790" y="475554"/>
                  </a:lnTo>
                  <a:lnTo>
                    <a:pt x="695513" y="476667"/>
                  </a:lnTo>
                  <a:lnTo>
                    <a:pt x="763419" y="475687"/>
                  </a:lnTo>
                  <a:lnTo>
                    <a:pt x="829719" y="472779"/>
                  </a:lnTo>
                  <a:lnTo>
                    <a:pt x="894090" y="467992"/>
                  </a:lnTo>
                  <a:lnTo>
                    <a:pt x="956206" y="461376"/>
                  </a:lnTo>
                  <a:lnTo>
                    <a:pt x="1015744" y="452981"/>
                  </a:lnTo>
                  <a:lnTo>
                    <a:pt x="1072380" y="442856"/>
                  </a:lnTo>
                  <a:lnTo>
                    <a:pt x="1125791" y="431051"/>
                  </a:lnTo>
                  <a:lnTo>
                    <a:pt x="1175652" y="417614"/>
                  </a:lnTo>
                  <a:lnTo>
                    <a:pt x="1221640" y="402596"/>
                  </a:lnTo>
                  <a:lnTo>
                    <a:pt x="1263431" y="386046"/>
                  </a:lnTo>
                  <a:lnTo>
                    <a:pt x="1300700" y="368014"/>
                  </a:lnTo>
                  <a:lnTo>
                    <a:pt x="1360379" y="327698"/>
                  </a:lnTo>
                  <a:lnTo>
                    <a:pt x="1398086" y="282047"/>
                  </a:lnTo>
                  <a:lnTo>
                    <a:pt x="1411231" y="231454"/>
                  </a:lnTo>
                  <a:lnTo>
                    <a:pt x="1408091" y="207853"/>
                  </a:lnTo>
                  <a:lnTo>
                    <a:pt x="1383713" y="163468"/>
                  </a:lnTo>
                  <a:lnTo>
                    <a:pt x="1336867" y="123280"/>
                  </a:lnTo>
                  <a:lnTo>
                    <a:pt x="1269545" y="87820"/>
                  </a:lnTo>
                  <a:lnTo>
                    <a:pt x="1228827" y="72029"/>
                  </a:lnTo>
                  <a:lnTo>
                    <a:pt x="1183738" y="57619"/>
                  </a:lnTo>
                  <a:lnTo>
                    <a:pt x="1134526" y="44656"/>
                  </a:lnTo>
                  <a:lnTo>
                    <a:pt x="1081440" y="33206"/>
                  </a:lnTo>
                  <a:lnTo>
                    <a:pt x="1024728" y="23336"/>
                  </a:lnTo>
                  <a:lnTo>
                    <a:pt x="964641" y="15111"/>
                  </a:lnTo>
                  <a:lnTo>
                    <a:pt x="901427" y="8599"/>
                  </a:lnTo>
                  <a:lnTo>
                    <a:pt x="835335" y="3866"/>
                  </a:lnTo>
                  <a:lnTo>
                    <a:pt x="766614" y="977"/>
                  </a:lnTo>
                  <a:lnTo>
                    <a:pt x="695513" y="0"/>
                  </a:lnTo>
                  <a:close/>
                </a:path>
              </a:pathLst>
            </a:custGeom>
            <a:solidFill>
              <a:srgbClr val="FFFFCC"/>
            </a:solidFill>
          </p:spPr>
          <p:txBody>
            <a:bodyPr wrap="square" lIns="0" tIns="0" rIns="0" bIns="0" rtlCol="0"/>
            <a:lstStyle/>
            <a:p>
              <a:endParaRPr/>
            </a:p>
          </p:txBody>
        </p:sp>
        <p:sp>
          <p:nvSpPr>
            <p:cNvPr id="4" name="object 4"/>
            <p:cNvSpPr/>
            <p:nvPr/>
          </p:nvSpPr>
          <p:spPr>
            <a:xfrm>
              <a:off x="5314846" y="2120562"/>
              <a:ext cx="1411605" cy="476884"/>
            </a:xfrm>
            <a:custGeom>
              <a:avLst/>
              <a:gdLst/>
              <a:ahLst/>
              <a:cxnLst/>
              <a:rect l="l" t="t" r="r" b="b"/>
              <a:pathLst>
                <a:path w="1411604" h="476885">
                  <a:moveTo>
                    <a:pt x="537060" y="5875"/>
                  </a:moveTo>
                  <a:lnTo>
                    <a:pt x="479306" y="10866"/>
                  </a:lnTo>
                  <a:lnTo>
                    <a:pt x="414129" y="18944"/>
                  </a:lnTo>
                  <a:lnTo>
                    <a:pt x="352795" y="29018"/>
                  </a:lnTo>
                  <a:lnTo>
                    <a:pt x="295542" y="40946"/>
                  </a:lnTo>
                  <a:lnTo>
                    <a:pt x="242610" y="54589"/>
                  </a:lnTo>
                  <a:lnTo>
                    <a:pt x="194236" y="69807"/>
                  </a:lnTo>
                  <a:lnTo>
                    <a:pt x="150660" y="86460"/>
                  </a:lnTo>
                  <a:lnTo>
                    <a:pt x="112121" y="104408"/>
                  </a:lnTo>
                  <a:lnTo>
                    <a:pt x="78855" y="123511"/>
                  </a:lnTo>
                  <a:lnTo>
                    <a:pt x="29103" y="164623"/>
                  </a:lnTo>
                  <a:lnTo>
                    <a:pt x="3313" y="208675"/>
                  </a:lnTo>
                  <a:lnTo>
                    <a:pt x="0" y="231454"/>
                  </a:lnTo>
                  <a:lnTo>
                    <a:pt x="12367" y="278308"/>
                  </a:lnTo>
                  <a:lnTo>
                    <a:pt x="48008" y="322082"/>
                  </a:lnTo>
                  <a:lnTo>
                    <a:pt x="104729" y="361982"/>
                  </a:lnTo>
                  <a:lnTo>
                    <a:pt x="140310" y="380230"/>
                  </a:lnTo>
                  <a:lnTo>
                    <a:pt x="180338" y="397213"/>
                  </a:lnTo>
                  <a:lnTo>
                    <a:pt x="224540" y="412829"/>
                  </a:lnTo>
                  <a:lnTo>
                    <a:pt x="272641" y="426980"/>
                  </a:lnTo>
                  <a:lnTo>
                    <a:pt x="324368" y="439566"/>
                  </a:lnTo>
                  <a:lnTo>
                    <a:pt x="379446" y="450489"/>
                  </a:lnTo>
                  <a:lnTo>
                    <a:pt x="437601" y="459648"/>
                  </a:lnTo>
                  <a:lnTo>
                    <a:pt x="498560" y="466945"/>
                  </a:lnTo>
                  <a:lnTo>
                    <a:pt x="562047" y="472280"/>
                  </a:lnTo>
                  <a:lnTo>
                    <a:pt x="627790" y="475554"/>
                  </a:lnTo>
                  <a:lnTo>
                    <a:pt x="695513" y="476667"/>
                  </a:lnTo>
                  <a:lnTo>
                    <a:pt x="763419" y="475687"/>
                  </a:lnTo>
                  <a:lnTo>
                    <a:pt x="829719" y="472779"/>
                  </a:lnTo>
                  <a:lnTo>
                    <a:pt x="894090" y="467992"/>
                  </a:lnTo>
                  <a:lnTo>
                    <a:pt x="956206" y="461376"/>
                  </a:lnTo>
                  <a:lnTo>
                    <a:pt x="1015744" y="452981"/>
                  </a:lnTo>
                  <a:lnTo>
                    <a:pt x="1072380" y="442856"/>
                  </a:lnTo>
                  <a:lnTo>
                    <a:pt x="1125791" y="431051"/>
                  </a:lnTo>
                  <a:lnTo>
                    <a:pt x="1175652" y="417614"/>
                  </a:lnTo>
                  <a:lnTo>
                    <a:pt x="1221640" y="402596"/>
                  </a:lnTo>
                  <a:lnTo>
                    <a:pt x="1263431" y="386046"/>
                  </a:lnTo>
                  <a:lnTo>
                    <a:pt x="1300700" y="368014"/>
                  </a:lnTo>
                  <a:lnTo>
                    <a:pt x="1360379" y="327698"/>
                  </a:lnTo>
                  <a:lnTo>
                    <a:pt x="1382141" y="305515"/>
                  </a:lnTo>
                  <a:lnTo>
                    <a:pt x="1398086" y="282047"/>
                  </a:lnTo>
                  <a:lnTo>
                    <a:pt x="1407891" y="257344"/>
                  </a:lnTo>
                  <a:lnTo>
                    <a:pt x="1411231" y="231454"/>
                  </a:lnTo>
                  <a:lnTo>
                    <a:pt x="1408091" y="207853"/>
                  </a:lnTo>
                  <a:lnTo>
                    <a:pt x="1383713" y="163468"/>
                  </a:lnTo>
                  <a:lnTo>
                    <a:pt x="1336867" y="123280"/>
                  </a:lnTo>
                  <a:lnTo>
                    <a:pt x="1269545" y="87820"/>
                  </a:lnTo>
                  <a:lnTo>
                    <a:pt x="1228827" y="72029"/>
                  </a:lnTo>
                  <a:lnTo>
                    <a:pt x="1183738" y="57619"/>
                  </a:lnTo>
                  <a:lnTo>
                    <a:pt x="1134526" y="44656"/>
                  </a:lnTo>
                  <a:lnTo>
                    <a:pt x="1081440" y="33206"/>
                  </a:lnTo>
                  <a:lnTo>
                    <a:pt x="1024728" y="23336"/>
                  </a:lnTo>
                  <a:lnTo>
                    <a:pt x="964641" y="15111"/>
                  </a:lnTo>
                  <a:lnTo>
                    <a:pt x="901427" y="8599"/>
                  </a:lnTo>
                  <a:lnTo>
                    <a:pt x="835335" y="3866"/>
                  </a:lnTo>
                  <a:lnTo>
                    <a:pt x="766614" y="977"/>
                  </a:lnTo>
                  <a:lnTo>
                    <a:pt x="695513" y="0"/>
                  </a:lnTo>
                  <a:lnTo>
                    <a:pt x="620237" y="1254"/>
                  </a:lnTo>
                  <a:lnTo>
                    <a:pt x="548089" y="4922"/>
                  </a:lnTo>
                  <a:lnTo>
                    <a:pt x="537060" y="5875"/>
                  </a:lnTo>
                </a:path>
              </a:pathLst>
            </a:custGeom>
            <a:ln w="4500">
              <a:solidFill>
                <a:srgbClr val="990033"/>
              </a:solidFill>
            </a:ln>
          </p:spPr>
          <p:txBody>
            <a:bodyPr wrap="square" lIns="0" tIns="0" rIns="0" bIns="0" rtlCol="0"/>
            <a:lstStyle/>
            <a:p>
              <a:endParaRPr/>
            </a:p>
          </p:txBody>
        </p:sp>
        <p:sp>
          <p:nvSpPr>
            <p:cNvPr id="5" name="object 5"/>
            <p:cNvSpPr/>
            <p:nvPr/>
          </p:nvSpPr>
          <p:spPr>
            <a:xfrm>
              <a:off x="8301027" y="2788173"/>
              <a:ext cx="1905" cy="8255"/>
            </a:xfrm>
            <a:custGeom>
              <a:avLst/>
              <a:gdLst/>
              <a:ahLst/>
              <a:cxnLst/>
              <a:rect l="l" t="t" r="r" b="b"/>
              <a:pathLst>
                <a:path w="1904" h="8255">
                  <a:moveTo>
                    <a:pt x="0" y="0"/>
                  </a:moveTo>
                  <a:lnTo>
                    <a:pt x="1822" y="7724"/>
                  </a:lnTo>
                </a:path>
              </a:pathLst>
            </a:custGeom>
            <a:ln w="6315">
              <a:solidFill>
                <a:srgbClr val="990033"/>
              </a:solidFill>
            </a:ln>
          </p:spPr>
          <p:txBody>
            <a:bodyPr wrap="square" lIns="0" tIns="0" rIns="0" bIns="0" rtlCol="0"/>
            <a:lstStyle/>
            <a:p>
              <a:endParaRPr/>
            </a:p>
          </p:txBody>
        </p:sp>
        <p:sp>
          <p:nvSpPr>
            <p:cNvPr id="6" name="object 6"/>
            <p:cNvSpPr/>
            <p:nvPr/>
          </p:nvSpPr>
          <p:spPr>
            <a:xfrm>
              <a:off x="8310228" y="2827164"/>
              <a:ext cx="57785" cy="57785"/>
            </a:xfrm>
            <a:custGeom>
              <a:avLst/>
              <a:gdLst/>
              <a:ahLst/>
              <a:cxnLst/>
              <a:rect l="l" t="t" r="r" b="b"/>
              <a:pathLst>
                <a:path w="57784" h="57785">
                  <a:moveTo>
                    <a:pt x="0" y="0"/>
                  </a:moveTo>
                  <a:lnTo>
                    <a:pt x="24951" y="33686"/>
                  </a:lnTo>
                  <a:lnTo>
                    <a:pt x="57716" y="57287"/>
                  </a:lnTo>
                </a:path>
              </a:pathLst>
            </a:custGeom>
            <a:ln w="5346">
              <a:solidFill>
                <a:srgbClr val="990033"/>
              </a:solidFill>
            </a:ln>
          </p:spPr>
          <p:txBody>
            <a:bodyPr wrap="square" lIns="0" tIns="0" rIns="0" bIns="0" rtlCol="0"/>
            <a:lstStyle/>
            <a:p>
              <a:endParaRPr/>
            </a:p>
          </p:txBody>
        </p:sp>
        <p:sp>
          <p:nvSpPr>
            <p:cNvPr id="7" name="object 7"/>
            <p:cNvSpPr/>
            <p:nvPr/>
          </p:nvSpPr>
          <p:spPr>
            <a:xfrm>
              <a:off x="8371902" y="2887302"/>
              <a:ext cx="34290" cy="13335"/>
            </a:xfrm>
            <a:custGeom>
              <a:avLst/>
              <a:gdLst/>
              <a:ahLst/>
              <a:cxnLst/>
              <a:rect l="l" t="t" r="r" b="b"/>
              <a:pathLst>
                <a:path w="34290" h="13335">
                  <a:moveTo>
                    <a:pt x="0" y="0"/>
                  </a:moveTo>
                  <a:lnTo>
                    <a:pt x="33688" y="13081"/>
                  </a:lnTo>
                </a:path>
              </a:pathLst>
            </a:custGeom>
            <a:ln w="4562">
              <a:solidFill>
                <a:srgbClr val="990033"/>
              </a:solidFill>
            </a:ln>
          </p:spPr>
          <p:txBody>
            <a:bodyPr wrap="square" lIns="0" tIns="0" rIns="0" bIns="0" rtlCol="0"/>
            <a:lstStyle/>
            <a:p>
              <a:endParaRPr/>
            </a:p>
          </p:txBody>
        </p:sp>
        <p:sp>
          <p:nvSpPr>
            <p:cNvPr id="8" name="object 8"/>
            <p:cNvSpPr/>
            <p:nvPr/>
          </p:nvSpPr>
          <p:spPr>
            <a:xfrm>
              <a:off x="8416417" y="2788173"/>
              <a:ext cx="233045" cy="123189"/>
            </a:xfrm>
            <a:custGeom>
              <a:avLst/>
              <a:gdLst/>
              <a:ahLst/>
              <a:cxnLst/>
              <a:rect l="l" t="t" r="r" b="b"/>
              <a:pathLst>
                <a:path w="233045" h="123189">
                  <a:moveTo>
                    <a:pt x="0" y="116415"/>
                  </a:moveTo>
                  <a:lnTo>
                    <a:pt x="48328" y="122605"/>
                  </a:lnTo>
                  <a:lnTo>
                    <a:pt x="106893" y="117721"/>
                  </a:lnTo>
                  <a:lnTo>
                    <a:pt x="157490" y="103047"/>
                  </a:lnTo>
                  <a:lnTo>
                    <a:pt x="197219" y="78555"/>
                  </a:lnTo>
                  <a:lnTo>
                    <a:pt x="223182" y="44215"/>
                  </a:lnTo>
                  <a:lnTo>
                    <a:pt x="232481" y="0"/>
                  </a:lnTo>
                </a:path>
              </a:pathLst>
            </a:custGeom>
            <a:ln w="4748">
              <a:solidFill>
                <a:srgbClr val="990033"/>
              </a:solidFill>
            </a:ln>
          </p:spPr>
          <p:txBody>
            <a:bodyPr wrap="square" lIns="0" tIns="0" rIns="0" bIns="0" rtlCol="0"/>
            <a:lstStyle/>
            <a:p>
              <a:endParaRPr/>
            </a:p>
          </p:txBody>
        </p:sp>
        <p:sp>
          <p:nvSpPr>
            <p:cNvPr id="9" name="object 9"/>
            <p:cNvSpPr/>
            <p:nvPr/>
          </p:nvSpPr>
          <p:spPr>
            <a:xfrm>
              <a:off x="8531158" y="2683976"/>
              <a:ext cx="76835" cy="29209"/>
            </a:xfrm>
            <a:custGeom>
              <a:avLst/>
              <a:gdLst/>
              <a:ahLst/>
              <a:cxnLst/>
              <a:rect l="l" t="t" r="r" b="b"/>
              <a:pathLst>
                <a:path w="76834" h="29210">
                  <a:moveTo>
                    <a:pt x="76348" y="29099"/>
                  </a:moveTo>
                  <a:lnTo>
                    <a:pt x="51577" y="13970"/>
                  </a:lnTo>
                  <a:lnTo>
                    <a:pt x="0" y="0"/>
                  </a:lnTo>
                </a:path>
              </a:pathLst>
            </a:custGeom>
            <a:ln w="4553">
              <a:solidFill>
                <a:srgbClr val="990033"/>
              </a:solidFill>
            </a:ln>
          </p:spPr>
          <p:txBody>
            <a:bodyPr wrap="square" lIns="0" tIns="0" rIns="0" bIns="0" rtlCol="0"/>
            <a:lstStyle/>
            <a:p>
              <a:endParaRPr/>
            </a:p>
          </p:txBody>
        </p:sp>
        <p:sp>
          <p:nvSpPr>
            <p:cNvPr id="10" name="object 10"/>
            <p:cNvSpPr/>
            <p:nvPr/>
          </p:nvSpPr>
          <p:spPr>
            <a:xfrm>
              <a:off x="8464745" y="2910778"/>
              <a:ext cx="0" cy="205104"/>
            </a:xfrm>
            <a:custGeom>
              <a:avLst/>
              <a:gdLst/>
              <a:ahLst/>
              <a:cxnLst/>
              <a:rect l="l" t="t" r="r" b="b"/>
              <a:pathLst>
                <a:path h="205105">
                  <a:moveTo>
                    <a:pt x="0" y="0"/>
                  </a:moveTo>
                  <a:lnTo>
                    <a:pt x="0" y="204548"/>
                  </a:lnTo>
                </a:path>
              </a:pathLst>
            </a:custGeom>
            <a:ln w="3214">
              <a:solidFill>
                <a:srgbClr val="990033"/>
              </a:solidFill>
            </a:ln>
          </p:spPr>
          <p:txBody>
            <a:bodyPr wrap="square" lIns="0" tIns="0" rIns="0" bIns="0" rtlCol="0"/>
            <a:lstStyle/>
            <a:p>
              <a:endParaRPr/>
            </a:p>
          </p:txBody>
        </p:sp>
        <p:sp>
          <p:nvSpPr>
            <p:cNvPr id="11" name="object 11"/>
            <p:cNvSpPr/>
            <p:nvPr/>
          </p:nvSpPr>
          <p:spPr>
            <a:xfrm>
              <a:off x="8199077" y="2965355"/>
              <a:ext cx="532130" cy="0"/>
            </a:xfrm>
            <a:custGeom>
              <a:avLst/>
              <a:gdLst/>
              <a:ahLst/>
              <a:cxnLst/>
              <a:rect l="l" t="t" r="r" b="b"/>
              <a:pathLst>
                <a:path w="532129">
                  <a:moveTo>
                    <a:pt x="0" y="0"/>
                  </a:moveTo>
                  <a:lnTo>
                    <a:pt x="531795" y="0"/>
                  </a:lnTo>
                </a:path>
              </a:pathLst>
            </a:custGeom>
            <a:ln w="3175">
              <a:solidFill>
                <a:srgbClr val="990033"/>
              </a:solidFill>
            </a:ln>
          </p:spPr>
          <p:txBody>
            <a:bodyPr wrap="square" lIns="0" tIns="0" rIns="0" bIns="0" rtlCol="0"/>
            <a:lstStyle/>
            <a:p>
              <a:endParaRPr/>
            </a:p>
          </p:txBody>
        </p:sp>
        <p:sp>
          <p:nvSpPr>
            <p:cNvPr id="12" name="object 12"/>
            <p:cNvSpPr/>
            <p:nvPr/>
          </p:nvSpPr>
          <p:spPr>
            <a:xfrm>
              <a:off x="8076001" y="3115327"/>
              <a:ext cx="757555" cy="245110"/>
            </a:xfrm>
            <a:custGeom>
              <a:avLst/>
              <a:gdLst/>
              <a:ahLst/>
              <a:cxnLst/>
              <a:rect l="l" t="t" r="r" b="b"/>
              <a:pathLst>
                <a:path w="757554" h="245110">
                  <a:moveTo>
                    <a:pt x="0" y="245060"/>
                  </a:moveTo>
                  <a:lnTo>
                    <a:pt x="388743" y="0"/>
                  </a:lnTo>
                  <a:lnTo>
                    <a:pt x="757050" y="245060"/>
                  </a:lnTo>
                </a:path>
              </a:pathLst>
            </a:custGeom>
            <a:ln w="3175">
              <a:solidFill>
                <a:srgbClr val="990033"/>
              </a:solidFill>
            </a:ln>
          </p:spPr>
          <p:txBody>
            <a:bodyPr wrap="square" lIns="0" tIns="0" rIns="0" bIns="0" rtlCol="0"/>
            <a:lstStyle/>
            <a:p>
              <a:endParaRPr/>
            </a:p>
          </p:txBody>
        </p:sp>
        <p:sp>
          <p:nvSpPr>
            <p:cNvPr id="13" name="object 13"/>
            <p:cNvSpPr/>
            <p:nvPr/>
          </p:nvSpPr>
          <p:spPr>
            <a:xfrm>
              <a:off x="6726077" y="2542958"/>
              <a:ext cx="675640" cy="177800"/>
            </a:xfrm>
            <a:custGeom>
              <a:avLst/>
              <a:gdLst/>
              <a:ahLst/>
              <a:cxnLst/>
              <a:rect l="l" t="t" r="r" b="b"/>
              <a:pathLst>
                <a:path w="675640" h="177800">
                  <a:moveTo>
                    <a:pt x="675076" y="177183"/>
                  </a:moveTo>
                  <a:lnTo>
                    <a:pt x="0" y="0"/>
                  </a:lnTo>
                </a:path>
              </a:pathLst>
            </a:custGeom>
            <a:ln w="14104">
              <a:solidFill>
                <a:srgbClr val="990033"/>
              </a:solidFill>
            </a:ln>
          </p:spPr>
          <p:txBody>
            <a:bodyPr wrap="square" lIns="0" tIns="0" rIns="0" bIns="0" rtlCol="0"/>
            <a:lstStyle/>
            <a:p>
              <a:endParaRPr/>
            </a:p>
          </p:txBody>
        </p:sp>
        <p:sp>
          <p:nvSpPr>
            <p:cNvPr id="14" name="object 14"/>
            <p:cNvSpPr/>
            <p:nvPr/>
          </p:nvSpPr>
          <p:spPr>
            <a:xfrm>
              <a:off x="7401155" y="2720142"/>
              <a:ext cx="675005" cy="177165"/>
            </a:xfrm>
            <a:custGeom>
              <a:avLst/>
              <a:gdLst/>
              <a:ahLst/>
              <a:cxnLst/>
              <a:rect l="l" t="t" r="r" b="b"/>
              <a:pathLst>
                <a:path w="675004" h="177164">
                  <a:moveTo>
                    <a:pt x="0" y="0"/>
                  </a:moveTo>
                  <a:lnTo>
                    <a:pt x="674847" y="176877"/>
                  </a:lnTo>
                </a:path>
              </a:pathLst>
            </a:custGeom>
            <a:ln w="14103">
              <a:solidFill>
                <a:srgbClr val="990033"/>
              </a:solidFill>
            </a:ln>
          </p:spPr>
          <p:txBody>
            <a:bodyPr wrap="square" lIns="0" tIns="0" rIns="0" bIns="0" rtlCol="0"/>
            <a:lstStyle/>
            <a:p>
              <a:endParaRPr/>
            </a:p>
          </p:txBody>
        </p:sp>
        <p:sp>
          <p:nvSpPr>
            <p:cNvPr id="15" name="object 15"/>
            <p:cNvSpPr/>
            <p:nvPr/>
          </p:nvSpPr>
          <p:spPr>
            <a:xfrm>
              <a:off x="5212230" y="4423426"/>
              <a:ext cx="1411605" cy="477520"/>
            </a:xfrm>
            <a:custGeom>
              <a:avLst/>
              <a:gdLst/>
              <a:ahLst/>
              <a:cxnLst/>
              <a:rect l="l" t="t" r="r" b="b"/>
              <a:pathLst>
                <a:path w="1411604" h="477520">
                  <a:moveTo>
                    <a:pt x="695489" y="0"/>
                  </a:moveTo>
                  <a:lnTo>
                    <a:pt x="620316" y="1253"/>
                  </a:lnTo>
                  <a:lnTo>
                    <a:pt x="548245" y="4919"/>
                  </a:lnTo>
                  <a:lnTo>
                    <a:pt x="479516" y="10860"/>
                  </a:lnTo>
                  <a:lnTo>
                    <a:pt x="414371" y="18934"/>
                  </a:lnTo>
                  <a:lnTo>
                    <a:pt x="353051" y="29003"/>
                  </a:lnTo>
                  <a:lnTo>
                    <a:pt x="295799" y="40928"/>
                  </a:lnTo>
                  <a:lnTo>
                    <a:pt x="242853" y="54568"/>
                  </a:lnTo>
                  <a:lnTo>
                    <a:pt x="194457" y="69784"/>
                  </a:lnTo>
                  <a:lnTo>
                    <a:pt x="150851" y="86436"/>
                  </a:lnTo>
                  <a:lnTo>
                    <a:pt x="112277" y="104385"/>
                  </a:lnTo>
                  <a:lnTo>
                    <a:pt x="78975" y="123492"/>
                  </a:lnTo>
                  <a:lnTo>
                    <a:pt x="29154" y="164619"/>
                  </a:lnTo>
                  <a:lnTo>
                    <a:pt x="3319" y="208700"/>
                  </a:lnTo>
                  <a:lnTo>
                    <a:pt x="0" y="231500"/>
                  </a:lnTo>
                  <a:lnTo>
                    <a:pt x="3137" y="255246"/>
                  </a:lnTo>
                  <a:lnTo>
                    <a:pt x="27417" y="300659"/>
                  </a:lnTo>
                  <a:lnTo>
                    <a:pt x="73874" y="342628"/>
                  </a:lnTo>
                  <a:lnTo>
                    <a:pt x="140315" y="380348"/>
                  </a:lnTo>
                  <a:lnTo>
                    <a:pt x="180344" y="397363"/>
                  </a:lnTo>
                  <a:lnTo>
                    <a:pt x="224546" y="413014"/>
                  </a:lnTo>
                  <a:lnTo>
                    <a:pt x="272646" y="427201"/>
                  </a:lnTo>
                  <a:lnTo>
                    <a:pt x="324372" y="439822"/>
                  </a:lnTo>
                  <a:lnTo>
                    <a:pt x="379448" y="450778"/>
                  </a:lnTo>
                  <a:lnTo>
                    <a:pt x="437601" y="459967"/>
                  </a:lnTo>
                  <a:lnTo>
                    <a:pt x="498555" y="467290"/>
                  </a:lnTo>
                  <a:lnTo>
                    <a:pt x="562038" y="472645"/>
                  </a:lnTo>
                  <a:lnTo>
                    <a:pt x="627774" y="475931"/>
                  </a:lnTo>
                  <a:lnTo>
                    <a:pt x="695490" y="477049"/>
                  </a:lnTo>
                  <a:lnTo>
                    <a:pt x="763398" y="476065"/>
                  </a:lnTo>
                  <a:lnTo>
                    <a:pt x="829705" y="473145"/>
                  </a:lnTo>
                  <a:lnTo>
                    <a:pt x="894086" y="468341"/>
                  </a:lnTo>
                  <a:lnTo>
                    <a:pt x="956215" y="461703"/>
                  </a:lnTo>
                  <a:lnTo>
                    <a:pt x="1015769" y="453282"/>
                  </a:lnTo>
                  <a:lnTo>
                    <a:pt x="1072423" y="443127"/>
                  </a:lnTo>
                  <a:lnTo>
                    <a:pt x="1125853" y="431290"/>
                  </a:lnTo>
                  <a:lnTo>
                    <a:pt x="1175734" y="417822"/>
                  </a:lnTo>
                  <a:lnTo>
                    <a:pt x="1221741" y="402771"/>
                  </a:lnTo>
                  <a:lnTo>
                    <a:pt x="1263552" y="386190"/>
                  </a:lnTo>
                  <a:lnTo>
                    <a:pt x="1300840" y="368128"/>
                  </a:lnTo>
                  <a:lnTo>
                    <a:pt x="1360552" y="327766"/>
                  </a:lnTo>
                  <a:lnTo>
                    <a:pt x="1398283" y="282088"/>
                  </a:lnTo>
                  <a:lnTo>
                    <a:pt x="1411437" y="231500"/>
                  </a:lnTo>
                  <a:lnTo>
                    <a:pt x="1408294" y="207893"/>
                  </a:lnTo>
                  <a:lnTo>
                    <a:pt x="1383900" y="163498"/>
                  </a:lnTo>
                  <a:lnTo>
                    <a:pt x="1337025" y="123302"/>
                  </a:lnTo>
                  <a:lnTo>
                    <a:pt x="1269666" y="87836"/>
                  </a:lnTo>
                  <a:lnTo>
                    <a:pt x="1228929" y="72041"/>
                  </a:lnTo>
                  <a:lnTo>
                    <a:pt x="1183820" y="57629"/>
                  </a:lnTo>
                  <a:lnTo>
                    <a:pt x="1134588" y="44663"/>
                  </a:lnTo>
                  <a:lnTo>
                    <a:pt x="1081483" y="33211"/>
                  </a:lnTo>
                  <a:lnTo>
                    <a:pt x="1024753" y="23339"/>
                  </a:lnTo>
                  <a:lnTo>
                    <a:pt x="964650" y="15114"/>
                  </a:lnTo>
                  <a:lnTo>
                    <a:pt x="901423" y="8601"/>
                  </a:lnTo>
                  <a:lnTo>
                    <a:pt x="835321" y="3866"/>
                  </a:lnTo>
                  <a:lnTo>
                    <a:pt x="766593" y="977"/>
                  </a:lnTo>
                  <a:lnTo>
                    <a:pt x="695489" y="0"/>
                  </a:lnTo>
                  <a:close/>
                </a:path>
              </a:pathLst>
            </a:custGeom>
            <a:solidFill>
              <a:srgbClr val="FFFFCC"/>
            </a:solidFill>
          </p:spPr>
          <p:txBody>
            <a:bodyPr wrap="square" lIns="0" tIns="0" rIns="0" bIns="0" rtlCol="0"/>
            <a:lstStyle/>
            <a:p>
              <a:endParaRPr/>
            </a:p>
          </p:txBody>
        </p:sp>
        <p:sp>
          <p:nvSpPr>
            <p:cNvPr id="16" name="object 16"/>
            <p:cNvSpPr/>
            <p:nvPr/>
          </p:nvSpPr>
          <p:spPr>
            <a:xfrm>
              <a:off x="5212229" y="4423426"/>
              <a:ext cx="1411605" cy="477520"/>
            </a:xfrm>
            <a:custGeom>
              <a:avLst/>
              <a:gdLst/>
              <a:ahLst/>
              <a:cxnLst/>
              <a:rect l="l" t="t" r="r" b="b"/>
              <a:pathLst>
                <a:path w="1411604" h="477520">
                  <a:moveTo>
                    <a:pt x="0" y="231500"/>
                  </a:moveTo>
                  <a:lnTo>
                    <a:pt x="3137" y="255246"/>
                  </a:lnTo>
                  <a:lnTo>
                    <a:pt x="12368" y="278333"/>
                  </a:lnTo>
                  <a:lnTo>
                    <a:pt x="27417" y="300659"/>
                  </a:lnTo>
                  <a:lnTo>
                    <a:pt x="73874" y="342628"/>
                  </a:lnTo>
                  <a:lnTo>
                    <a:pt x="140315" y="380348"/>
                  </a:lnTo>
                  <a:lnTo>
                    <a:pt x="180344" y="397363"/>
                  </a:lnTo>
                  <a:lnTo>
                    <a:pt x="224546" y="413014"/>
                  </a:lnTo>
                  <a:lnTo>
                    <a:pt x="272646" y="427201"/>
                  </a:lnTo>
                  <a:lnTo>
                    <a:pt x="324372" y="439822"/>
                  </a:lnTo>
                  <a:lnTo>
                    <a:pt x="379448" y="450778"/>
                  </a:lnTo>
                  <a:lnTo>
                    <a:pt x="437601" y="459967"/>
                  </a:lnTo>
                  <a:lnTo>
                    <a:pt x="498555" y="467290"/>
                  </a:lnTo>
                  <a:lnTo>
                    <a:pt x="562038" y="472645"/>
                  </a:lnTo>
                  <a:lnTo>
                    <a:pt x="627774" y="475931"/>
                  </a:lnTo>
                  <a:lnTo>
                    <a:pt x="695490" y="477049"/>
                  </a:lnTo>
                  <a:lnTo>
                    <a:pt x="763398" y="476065"/>
                  </a:lnTo>
                  <a:lnTo>
                    <a:pt x="829705" y="473145"/>
                  </a:lnTo>
                  <a:lnTo>
                    <a:pt x="894085" y="468341"/>
                  </a:lnTo>
                  <a:lnTo>
                    <a:pt x="956215" y="461703"/>
                  </a:lnTo>
                  <a:lnTo>
                    <a:pt x="1015769" y="453282"/>
                  </a:lnTo>
                  <a:lnTo>
                    <a:pt x="1072423" y="443127"/>
                  </a:lnTo>
                  <a:lnTo>
                    <a:pt x="1125853" y="431290"/>
                  </a:lnTo>
                  <a:lnTo>
                    <a:pt x="1175734" y="417822"/>
                  </a:lnTo>
                  <a:lnTo>
                    <a:pt x="1221741" y="402771"/>
                  </a:lnTo>
                  <a:lnTo>
                    <a:pt x="1263552" y="386190"/>
                  </a:lnTo>
                  <a:lnTo>
                    <a:pt x="1300840" y="368128"/>
                  </a:lnTo>
                  <a:lnTo>
                    <a:pt x="1360552" y="327766"/>
                  </a:lnTo>
                  <a:lnTo>
                    <a:pt x="1398283" y="282088"/>
                  </a:lnTo>
                  <a:lnTo>
                    <a:pt x="1411437" y="231500"/>
                  </a:lnTo>
                  <a:lnTo>
                    <a:pt x="1408294" y="207893"/>
                  </a:lnTo>
                  <a:lnTo>
                    <a:pt x="1383900" y="163498"/>
                  </a:lnTo>
                  <a:lnTo>
                    <a:pt x="1337025" y="123302"/>
                  </a:lnTo>
                  <a:lnTo>
                    <a:pt x="1269666" y="87836"/>
                  </a:lnTo>
                  <a:lnTo>
                    <a:pt x="1228929" y="72041"/>
                  </a:lnTo>
                  <a:lnTo>
                    <a:pt x="1219987" y="69184"/>
                  </a:lnTo>
                  <a:lnTo>
                    <a:pt x="1134588" y="44663"/>
                  </a:lnTo>
                  <a:lnTo>
                    <a:pt x="1081482" y="33211"/>
                  </a:lnTo>
                  <a:lnTo>
                    <a:pt x="1024753" y="23339"/>
                  </a:lnTo>
                  <a:lnTo>
                    <a:pt x="964650" y="15114"/>
                  </a:lnTo>
                  <a:lnTo>
                    <a:pt x="901423" y="8601"/>
                  </a:lnTo>
                  <a:lnTo>
                    <a:pt x="835320" y="3866"/>
                  </a:lnTo>
                  <a:lnTo>
                    <a:pt x="766593" y="977"/>
                  </a:lnTo>
                  <a:lnTo>
                    <a:pt x="695489" y="0"/>
                  </a:lnTo>
                  <a:lnTo>
                    <a:pt x="620316" y="1253"/>
                  </a:lnTo>
                  <a:lnTo>
                    <a:pt x="548245" y="4919"/>
                  </a:lnTo>
                  <a:lnTo>
                    <a:pt x="479516" y="10860"/>
                  </a:lnTo>
                  <a:lnTo>
                    <a:pt x="414371" y="18934"/>
                  </a:lnTo>
                  <a:lnTo>
                    <a:pt x="353051" y="29003"/>
                  </a:lnTo>
                  <a:lnTo>
                    <a:pt x="295799" y="40928"/>
                  </a:lnTo>
                  <a:lnTo>
                    <a:pt x="242853" y="54568"/>
                  </a:lnTo>
                  <a:lnTo>
                    <a:pt x="194457" y="69784"/>
                  </a:lnTo>
                  <a:lnTo>
                    <a:pt x="175523" y="77014"/>
                  </a:lnTo>
                  <a:lnTo>
                    <a:pt x="112277" y="104385"/>
                  </a:lnTo>
                  <a:lnTo>
                    <a:pt x="78975" y="123492"/>
                  </a:lnTo>
                  <a:lnTo>
                    <a:pt x="29154" y="164619"/>
                  </a:lnTo>
                  <a:lnTo>
                    <a:pt x="13118" y="186360"/>
                  </a:lnTo>
                  <a:lnTo>
                    <a:pt x="3319" y="208700"/>
                  </a:lnTo>
                  <a:lnTo>
                    <a:pt x="0" y="231500"/>
                  </a:lnTo>
                </a:path>
              </a:pathLst>
            </a:custGeom>
            <a:ln w="4500">
              <a:solidFill>
                <a:srgbClr val="990033"/>
              </a:solidFill>
            </a:ln>
          </p:spPr>
          <p:txBody>
            <a:bodyPr wrap="square" lIns="0" tIns="0" rIns="0" bIns="0" rtlCol="0"/>
            <a:lstStyle/>
            <a:p>
              <a:endParaRPr/>
            </a:p>
          </p:txBody>
        </p:sp>
        <p:sp>
          <p:nvSpPr>
            <p:cNvPr id="17" name="object 17"/>
            <p:cNvSpPr/>
            <p:nvPr/>
          </p:nvSpPr>
          <p:spPr>
            <a:xfrm>
              <a:off x="6275797" y="3960120"/>
              <a:ext cx="737235" cy="450215"/>
            </a:xfrm>
            <a:custGeom>
              <a:avLst/>
              <a:gdLst/>
              <a:ahLst/>
              <a:cxnLst/>
              <a:rect l="l" t="t" r="r" b="b"/>
              <a:pathLst>
                <a:path w="737234" h="450214">
                  <a:moveTo>
                    <a:pt x="736614" y="0"/>
                  </a:moveTo>
                  <a:lnTo>
                    <a:pt x="0" y="449639"/>
                  </a:lnTo>
                </a:path>
              </a:pathLst>
            </a:custGeom>
            <a:ln w="15523">
              <a:solidFill>
                <a:srgbClr val="990033"/>
              </a:solidFill>
            </a:ln>
          </p:spPr>
          <p:txBody>
            <a:bodyPr wrap="square" lIns="0" tIns="0" rIns="0" bIns="0" rtlCol="0"/>
            <a:lstStyle/>
            <a:p>
              <a:endParaRPr/>
            </a:p>
          </p:txBody>
        </p:sp>
        <p:sp>
          <p:nvSpPr>
            <p:cNvPr id="18" name="object 18"/>
            <p:cNvSpPr/>
            <p:nvPr/>
          </p:nvSpPr>
          <p:spPr>
            <a:xfrm>
              <a:off x="7012411" y="3496600"/>
              <a:ext cx="716280" cy="463550"/>
            </a:xfrm>
            <a:custGeom>
              <a:avLst/>
              <a:gdLst/>
              <a:ahLst/>
              <a:cxnLst/>
              <a:rect l="l" t="t" r="r" b="b"/>
              <a:pathLst>
                <a:path w="716279" h="463550">
                  <a:moveTo>
                    <a:pt x="0" y="463520"/>
                  </a:moveTo>
                  <a:lnTo>
                    <a:pt x="715948" y="0"/>
                  </a:lnTo>
                </a:path>
              </a:pathLst>
            </a:custGeom>
            <a:ln w="15687">
              <a:solidFill>
                <a:srgbClr val="990033"/>
              </a:solidFill>
            </a:ln>
          </p:spPr>
          <p:txBody>
            <a:bodyPr wrap="square" lIns="0" tIns="0" rIns="0" bIns="0" rtlCol="0"/>
            <a:lstStyle/>
            <a:p>
              <a:endParaRPr/>
            </a:p>
          </p:txBody>
        </p:sp>
        <p:sp>
          <p:nvSpPr>
            <p:cNvPr id="19" name="object 19"/>
            <p:cNvSpPr/>
            <p:nvPr/>
          </p:nvSpPr>
          <p:spPr>
            <a:xfrm>
              <a:off x="5314846" y="2120562"/>
              <a:ext cx="1411605" cy="476884"/>
            </a:xfrm>
            <a:custGeom>
              <a:avLst/>
              <a:gdLst/>
              <a:ahLst/>
              <a:cxnLst/>
              <a:rect l="l" t="t" r="r" b="b"/>
              <a:pathLst>
                <a:path w="1411604" h="476885">
                  <a:moveTo>
                    <a:pt x="695513" y="0"/>
                  </a:moveTo>
                  <a:lnTo>
                    <a:pt x="620237" y="1254"/>
                  </a:lnTo>
                  <a:lnTo>
                    <a:pt x="548089" y="4922"/>
                  </a:lnTo>
                  <a:lnTo>
                    <a:pt x="479306" y="10866"/>
                  </a:lnTo>
                  <a:lnTo>
                    <a:pt x="414129" y="18944"/>
                  </a:lnTo>
                  <a:lnTo>
                    <a:pt x="352794" y="29018"/>
                  </a:lnTo>
                  <a:lnTo>
                    <a:pt x="295542" y="40946"/>
                  </a:lnTo>
                  <a:lnTo>
                    <a:pt x="242610" y="54589"/>
                  </a:lnTo>
                  <a:lnTo>
                    <a:pt x="194236" y="69807"/>
                  </a:lnTo>
                  <a:lnTo>
                    <a:pt x="150660" y="86460"/>
                  </a:lnTo>
                  <a:lnTo>
                    <a:pt x="112121" y="104408"/>
                  </a:lnTo>
                  <a:lnTo>
                    <a:pt x="78855" y="123511"/>
                  </a:lnTo>
                  <a:lnTo>
                    <a:pt x="29103" y="164623"/>
                  </a:lnTo>
                  <a:lnTo>
                    <a:pt x="3313" y="208675"/>
                  </a:lnTo>
                  <a:lnTo>
                    <a:pt x="0" y="231454"/>
                  </a:lnTo>
                  <a:lnTo>
                    <a:pt x="3137" y="255216"/>
                  </a:lnTo>
                  <a:lnTo>
                    <a:pt x="27415" y="300630"/>
                  </a:lnTo>
                  <a:lnTo>
                    <a:pt x="73871" y="342566"/>
                  </a:lnTo>
                  <a:lnTo>
                    <a:pt x="140310" y="380230"/>
                  </a:lnTo>
                  <a:lnTo>
                    <a:pt x="180338" y="397213"/>
                  </a:lnTo>
                  <a:lnTo>
                    <a:pt x="224540" y="412829"/>
                  </a:lnTo>
                  <a:lnTo>
                    <a:pt x="272641" y="426980"/>
                  </a:lnTo>
                  <a:lnTo>
                    <a:pt x="324368" y="439566"/>
                  </a:lnTo>
                  <a:lnTo>
                    <a:pt x="379446" y="450489"/>
                  </a:lnTo>
                  <a:lnTo>
                    <a:pt x="437601" y="459648"/>
                  </a:lnTo>
                  <a:lnTo>
                    <a:pt x="498560" y="466945"/>
                  </a:lnTo>
                  <a:lnTo>
                    <a:pt x="562047" y="472280"/>
                  </a:lnTo>
                  <a:lnTo>
                    <a:pt x="627790" y="475554"/>
                  </a:lnTo>
                  <a:lnTo>
                    <a:pt x="695513" y="476667"/>
                  </a:lnTo>
                  <a:lnTo>
                    <a:pt x="763419" y="475687"/>
                  </a:lnTo>
                  <a:lnTo>
                    <a:pt x="829719" y="472779"/>
                  </a:lnTo>
                  <a:lnTo>
                    <a:pt x="894090" y="467992"/>
                  </a:lnTo>
                  <a:lnTo>
                    <a:pt x="956206" y="461376"/>
                  </a:lnTo>
                  <a:lnTo>
                    <a:pt x="1015744" y="452981"/>
                  </a:lnTo>
                  <a:lnTo>
                    <a:pt x="1072380" y="442856"/>
                  </a:lnTo>
                  <a:lnTo>
                    <a:pt x="1125791" y="431051"/>
                  </a:lnTo>
                  <a:lnTo>
                    <a:pt x="1175652" y="417614"/>
                  </a:lnTo>
                  <a:lnTo>
                    <a:pt x="1221640" y="402596"/>
                  </a:lnTo>
                  <a:lnTo>
                    <a:pt x="1263431" y="386046"/>
                  </a:lnTo>
                  <a:lnTo>
                    <a:pt x="1300700" y="368014"/>
                  </a:lnTo>
                  <a:lnTo>
                    <a:pt x="1360379" y="327698"/>
                  </a:lnTo>
                  <a:lnTo>
                    <a:pt x="1398086" y="282047"/>
                  </a:lnTo>
                  <a:lnTo>
                    <a:pt x="1411231" y="231454"/>
                  </a:lnTo>
                  <a:lnTo>
                    <a:pt x="1408091" y="207853"/>
                  </a:lnTo>
                  <a:lnTo>
                    <a:pt x="1383713" y="163468"/>
                  </a:lnTo>
                  <a:lnTo>
                    <a:pt x="1336867" y="123280"/>
                  </a:lnTo>
                  <a:lnTo>
                    <a:pt x="1269545" y="87820"/>
                  </a:lnTo>
                  <a:lnTo>
                    <a:pt x="1228827" y="72029"/>
                  </a:lnTo>
                  <a:lnTo>
                    <a:pt x="1183738" y="57619"/>
                  </a:lnTo>
                  <a:lnTo>
                    <a:pt x="1134526" y="44656"/>
                  </a:lnTo>
                  <a:lnTo>
                    <a:pt x="1081440" y="33206"/>
                  </a:lnTo>
                  <a:lnTo>
                    <a:pt x="1024728" y="23336"/>
                  </a:lnTo>
                  <a:lnTo>
                    <a:pt x="964641" y="15111"/>
                  </a:lnTo>
                  <a:lnTo>
                    <a:pt x="901427" y="8599"/>
                  </a:lnTo>
                  <a:lnTo>
                    <a:pt x="835335" y="3866"/>
                  </a:lnTo>
                  <a:lnTo>
                    <a:pt x="766614" y="977"/>
                  </a:lnTo>
                  <a:lnTo>
                    <a:pt x="695513" y="0"/>
                  </a:lnTo>
                  <a:close/>
                </a:path>
              </a:pathLst>
            </a:custGeom>
            <a:solidFill>
              <a:srgbClr val="FFFFCC"/>
            </a:solidFill>
          </p:spPr>
          <p:txBody>
            <a:bodyPr wrap="square" lIns="0" tIns="0" rIns="0" bIns="0" rtlCol="0"/>
            <a:lstStyle/>
            <a:p>
              <a:endParaRPr/>
            </a:p>
          </p:txBody>
        </p:sp>
        <p:sp>
          <p:nvSpPr>
            <p:cNvPr id="20" name="object 20"/>
            <p:cNvSpPr/>
            <p:nvPr/>
          </p:nvSpPr>
          <p:spPr>
            <a:xfrm>
              <a:off x="5314846" y="2120562"/>
              <a:ext cx="1411605" cy="476884"/>
            </a:xfrm>
            <a:custGeom>
              <a:avLst/>
              <a:gdLst/>
              <a:ahLst/>
              <a:cxnLst/>
              <a:rect l="l" t="t" r="r" b="b"/>
              <a:pathLst>
                <a:path w="1411604" h="476885">
                  <a:moveTo>
                    <a:pt x="537060" y="5875"/>
                  </a:moveTo>
                  <a:lnTo>
                    <a:pt x="479306" y="10866"/>
                  </a:lnTo>
                  <a:lnTo>
                    <a:pt x="414129" y="18944"/>
                  </a:lnTo>
                  <a:lnTo>
                    <a:pt x="352795" y="29018"/>
                  </a:lnTo>
                  <a:lnTo>
                    <a:pt x="295542" y="40946"/>
                  </a:lnTo>
                  <a:lnTo>
                    <a:pt x="242610" y="54589"/>
                  </a:lnTo>
                  <a:lnTo>
                    <a:pt x="194236" y="69807"/>
                  </a:lnTo>
                  <a:lnTo>
                    <a:pt x="150660" y="86460"/>
                  </a:lnTo>
                  <a:lnTo>
                    <a:pt x="112121" y="104408"/>
                  </a:lnTo>
                  <a:lnTo>
                    <a:pt x="78855" y="123511"/>
                  </a:lnTo>
                  <a:lnTo>
                    <a:pt x="29103" y="164623"/>
                  </a:lnTo>
                  <a:lnTo>
                    <a:pt x="3313" y="208675"/>
                  </a:lnTo>
                  <a:lnTo>
                    <a:pt x="0" y="231454"/>
                  </a:lnTo>
                  <a:lnTo>
                    <a:pt x="12367" y="278308"/>
                  </a:lnTo>
                  <a:lnTo>
                    <a:pt x="48008" y="322082"/>
                  </a:lnTo>
                  <a:lnTo>
                    <a:pt x="104729" y="361982"/>
                  </a:lnTo>
                  <a:lnTo>
                    <a:pt x="140310" y="380230"/>
                  </a:lnTo>
                  <a:lnTo>
                    <a:pt x="180338" y="397213"/>
                  </a:lnTo>
                  <a:lnTo>
                    <a:pt x="224540" y="412829"/>
                  </a:lnTo>
                  <a:lnTo>
                    <a:pt x="272641" y="426980"/>
                  </a:lnTo>
                  <a:lnTo>
                    <a:pt x="324368" y="439566"/>
                  </a:lnTo>
                  <a:lnTo>
                    <a:pt x="379446" y="450489"/>
                  </a:lnTo>
                  <a:lnTo>
                    <a:pt x="437601" y="459648"/>
                  </a:lnTo>
                  <a:lnTo>
                    <a:pt x="498560" y="466945"/>
                  </a:lnTo>
                  <a:lnTo>
                    <a:pt x="562047" y="472280"/>
                  </a:lnTo>
                  <a:lnTo>
                    <a:pt x="627790" y="475554"/>
                  </a:lnTo>
                  <a:lnTo>
                    <a:pt x="695513" y="476667"/>
                  </a:lnTo>
                  <a:lnTo>
                    <a:pt x="763419" y="475687"/>
                  </a:lnTo>
                  <a:lnTo>
                    <a:pt x="829719" y="472779"/>
                  </a:lnTo>
                  <a:lnTo>
                    <a:pt x="894090" y="467992"/>
                  </a:lnTo>
                  <a:lnTo>
                    <a:pt x="956206" y="461376"/>
                  </a:lnTo>
                  <a:lnTo>
                    <a:pt x="1015744" y="452981"/>
                  </a:lnTo>
                  <a:lnTo>
                    <a:pt x="1072380" y="442856"/>
                  </a:lnTo>
                  <a:lnTo>
                    <a:pt x="1125791" y="431051"/>
                  </a:lnTo>
                  <a:lnTo>
                    <a:pt x="1175652" y="417614"/>
                  </a:lnTo>
                  <a:lnTo>
                    <a:pt x="1221640" y="402596"/>
                  </a:lnTo>
                  <a:lnTo>
                    <a:pt x="1263431" y="386046"/>
                  </a:lnTo>
                  <a:lnTo>
                    <a:pt x="1300700" y="368014"/>
                  </a:lnTo>
                  <a:lnTo>
                    <a:pt x="1360379" y="327698"/>
                  </a:lnTo>
                  <a:lnTo>
                    <a:pt x="1382141" y="305515"/>
                  </a:lnTo>
                  <a:lnTo>
                    <a:pt x="1398086" y="282047"/>
                  </a:lnTo>
                  <a:lnTo>
                    <a:pt x="1407891" y="257344"/>
                  </a:lnTo>
                  <a:lnTo>
                    <a:pt x="1411231" y="231454"/>
                  </a:lnTo>
                  <a:lnTo>
                    <a:pt x="1408091" y="207853"/>
                  </a:lnTo>
                  <a:lnTo>
                    <a:pt x="1383713" y="163468"/>
                  </a:lnTo>
                  <a:lnTo>
                    <a:pt x="1336867" y="123280"/>
                  </a:lnTo>
                  <a:lnTo>
                    <a:pt x="1269545" y="87820"/>
                  </a:lnTo>
                  <a:lnTo>
                    <a:pt x="1228827" y="72029"/>
                  </a:lnTo>
                  <a:lnTo>
                    <a:pt x="1183738" y="57619"/>
                  </a:lnTo>
                  <a:lnTo>
                    <a:pt x="1134526" y="44656"/>
                  </a:lnTo>
                  <a:lnTo>
                    <a:pt x="1081440" y="33206"/>
                  </a:lnTo>
                  <a:lnTo>
                    <a:pt x="1024728" y="23336"/>
                  </a:lnTo>
                  <a:lnTo>
                    <a:pt x="964641" y="15111"/>
                  </a:lnTo>
                  <a:lnTo>
                    <a:pt x="901427" y="8599"/>
                  </a:lnTo>
                  <a:lnTo>
                    <a:pt x="835335" y="3866"/>
                  </a:lnTo>
                  <a:lnTo>
                    <a:pt x="766614" y="977"/>
                  </a:lnTo>
                  <a:lnTo>
                    <a:pt x="695513" y="0"/>
                  </a:lnTo>
                  <a:lnTo>
                    <a:pt x="620237" y="1254"/>
                  </a:lnTo>
                  <a:lnTo>
                    <a:pt x="548089" y="4922"/>
                  </a:lnTo>
                  <a:lnTo>
                    <a:pt x="537060" y="5875"/>
                  </a:lnTo>
                </a:path>
              </a:pathLst>
            </a:custGeom>
            <a:ln w="4500">
              <a:solidFill>
                <a:srgbClr val="990033"/>
              </a:solidFill>
            </a:ln>
          </p:spPr>
          <p:txBody>
            <a:bodyPr wrap="square" lIns="0" tIns="0" rIns="0" bIns="0" rtlCol="0"/>
            <a:lstStyle/>
            <a:p>
              <a:endParaRPr/>
            </a:p>
          </p:txBody>
        </p:sp>
        <p:sp>
          <p:nvSpPr>
            <p:cNvPr id="21" name="object 21"/>
            <p:cNvSpPr/>
            <p:nvPr/>
          </p:nvSpPr>
          <p:spPr>
            <a:xfrm>
              <a:off x="8301027" y="2788173"/>
              <a:ext cx="1905" cy="8255"/>
            </a:xfrm>
            <a:custGeom>
              <a:avLst/>
              <a:gdLst/>
              <a:ahLst/>
              <a:cxnLst/>
              <a:rect l="l" t="t" r="r" b="b"/>
              <a:pathLst>
                <a:path w="1904" h="8255">
                  <a:moveTo>
                    <a:pt x="0" y="0"/>
                  </a:moveTo>
                  <a:lnTo>
                    <a:pt x="1822" y="7724"/>
                  </a:lnTo>
                </a:path>
              </a:pathLst>
            </a:custGeom>
            <a:ln w="6315">
              <a:solidFill>
                <a:srgbClr val="990033"/>
              </a:solidFill>
            </a:ln>
          </p:spPr>
          <p:txBody>
            <a:bodyPr wrap="square" lIns="0" tIns="0" rIns="0" bIns="0" rtlCol="0"/>
            <a:lstStyle/>
            <a:p>
              <a:endParaRPr/>
            </a:p>
          </p:txBody>
        </p:sp>
        <p:sp>
          <p:nvSpPr>
            <p:cNvPr id="22" name="object 22"/>
            <p:cNvSpPr/>
            <p:nvPr/>
          </p:nvSpPr>
          <p:spPr>
            <a:xfrm>
              <a:off x="8310228" y="2827164"/>
              <a:ext cx="57785" cy="57785"/>
            </a:xfrm>
            <a:custGeom>
              <a:avLst/>
              <a:gdLst/>
              <a:ahLst/>
              <a:cxnLst/>
              <a:rect l="l" t="t" r="r" b="b"/>
              <a:pathLst>
                <a:path w="57784" h="57785">
                  <a:moveTo>
                    <a:pt x="0" y="0"/>
                  </a:moveTo>
                  <a:lnTo>
                    <a:pt x="24951" y="33686"/>
                  </a:lnTo>
                  <a:lnTo>
                    <a:pt x="57716" y="57287"/>
                  </a:lnTo>
                </a:path>
              </a:pathLst>
            </a:custGeom>
            <a:ln w="5346">
              <a:solidFill>
                <a:srgbClr val="990033"/>
              </a:solidFill>
            </a:ln>
          </p:spPr>
          <p:txBody>
            <a:bodyPr wrap="square" lIns="0" tIns="0" rIns="0" bIns="0" rtlCol="0"/>
            <a:lstStyle/>
            <a:p>
              <a:endParaRPr/>
            </a:p>
          </p:txBody>
        </p:sp>
        <p:sp>
          <p:nvSpPr>
            <p:cNvPr id="23" name="object 23"/>
            <p:cNvSpPr/>
            <p:nvPr/>
          </p:nvSpPr>
          <p:spPr>
            <a:xfrm>
              <a:off x="8371902" y="2887302"/>
              <a:ext cx="34290" cy="13335"/>
            </a:xfrm>
            <a:custGeom>
              <a:avLst/>
              <a:gdLst/>
              <a:ahLst/>
              <a:cxnLst/>
              <a:rect l="l" t="t" r="r" b="b"/>
              <a:pathLst>
                <a:path w="34290" h="13335">
                  <a:moveTo>
                    <a:pt x="0" y="0"/>
                  </a:moveTo>
                  <a:lnTo>
                    <a:pt x="33688" y="13081"/>
                  </a:lnTo>
                </a:path>
              </a:pathLst>
            </a:custGeom>
            <a:ln w="4562">
              <a:solidFill>
                <a:srgbClr val="990033"/>
              </a:solidFill>
            </a:ln>
          </p:spPr>
          <p:txBody>
            <a:bodyPr wrap="square" lIns="0" tIns="0" rIns="0" bIns="0" rtlCol="0"/>
            <a:lstStyle/>
            <a:p>
              <a:endParaRPr/>
            </a:p>
          </p:txBody>
        </p:sp>
        <p:sp>
          <p:nvSpPr>
            <p:cNvPr id="24" name="object 24"/>
            <p:cNvSpPr/>
            <p:nvPr/>
          </p:nvSpPr>
          <p:spPr>
            <a:xfrm>
              <a:off x="8416417" y="2788173"/>
              <a:ext cx="233045" cy="123189"/>
            </a:xfrm>
            <a:custGeom>
              <a:avLst/>
              <a:gdLst/>
              <a:ahLst/>
              <a:cxnLst/>
              <a:rect l="l" t="t" r="r" b="b"/>
              <a:pathLst>
                <a:path w="233045" h="123189">
                  <a:moveTo>
                    <a:pt x="0" y="116415"/>
                  </a:moveTo>
                  <a:lnTo>
                    <a:pt x="48328" y="122605"/>
                  </a:lnTo>
                  <a:lnTo>
                    <a:pt x="106893" y="117721"/>
                  </a:lnTo>
                  <a:lnTo>
                    <a:pt x="157490" y="103047"/>
                  </a:lnTo>
                  <a:lnTo>
                    <a:pt x="197219" y="78555"/>
                  </a:lnTo>
                  <a:lnTo>
                    <a:pt x="223182" y="44215"/>
                  </a:lnTo>
                  <a:lnTo>
                    <a:pt x="232481" y="0"/>
                  </a:lnTo>
                </a:path>
              </a:pathLst>
            </a:custGeom>
            <a:ln w="4748">
              <a:solidFill>
                <a:srgbClr val="990033"/>
              </a:solidFill>
            </a:ln>
          </p:spPr>
          <p:txBody>
            <a:bodyPr wrap="square" lIns="0" tIns="0" rIns="0" bIns="0" rtlCol="0"/>
            <a:lstStyle/>
            <a:p>
              <a:endParaRPr/>
            </a:p>
          </p:txBody>
        </p:sp>
        <p:sp>
          <p:nvSpPr>
            <p:cNvPr id="25" name="object 25"/>
            <p:cNvSpPr/>
            <p:nvPr/>
          </p:nvSpPr>
          <p:spPr>
            <a:xfrm>
              <a:off x="8531158" y="2683976"/>
              <a:ext cx="76835" cy="29209"/>
            </a:xfrm>
            <a:custGeom>
              <a:avLst/>
              <a:gdLst/>
              <a:ahLst/>
              <a:cxnLst/>
              <a:rect l="l" t="t" r="r" b="b"/>
              <a:pathLst>
                <a:path w="76834" h="29210">
                  <a:moveTo>
                    <a:pt x="76348" y="29099"/>
                  </a:moveTo>
                  <a:lnTo>
                    <a:pt x="51577" y="13970"/>
                  </a:lnTo>
                  <a:lnTo>
                    <a:pt x="0" y="0"/>
                  </a:lnTo>
                </a:path>
              </a:pathLst>
            </a:custGeom>
            <a:ln w="4553">
              <a:solidFill>
                <a:srgbClr val="990033"/>
              </a:solidFill>
            </a:ln>
          </p:spPr>
          <p:txBody>
            <a:bodyPr wrap="square" lIns="0" tIns="0" rIns="0" bIns="0" rtlCol="0"/>
            <a:lstStyle/>
            <a:p>
              <a:endParaRPr/>
            </a:p>
          </p:txBody>
        </p:sp>
        <p:sp>
          <p:nvSpPr>
            <p:cNvPr id="26" name="object 26"/>
            <p:cNvSpPr/>
            <p:nvPr/>
          </p:nvSpPr>
          <p:spPr>
            <a:xfrm>
              <a:off x="8464745" y="2910778"/>
              <a:ext cx="0" cy="205104"/>
            </a:xfrm>
            <a:custGeom>
              <a:avLst/>
              <a:gdLst/>
              <a:ahLst/>
              <a:cxnLst/>
              <a:rect l="l" t="t" r="r" b="b"/>
              <a:pathLst>
                <a:path h="205105">
                  <a:moveTo>
                    <a:pt x="0" y="0"/>
                  </a:moveTo>
                  <a:lnTo>
                    <a:pt x="0" y="204548"/>
                  </a:lnTo>
                </a:path>
              </a:pathLst>
            </a:custGeom>
            <a:ln w="3214">
              <a:solidFill>
                <a:srgbClr val="990033"/>
              </a:solidFill>
            </a:ln>
          </p:spPr>
          <p:txBody>
            <a:bodyPr wrap="square" lIns="0" tIns="0" rIns="0" bIns="0" rtlCol="0"/>
            <a:lstStyle/>
            <a:p>
              <a:endParaRPr/>
            </a:p>
          </p:txBody>
        </p:sp>
        <p:sp>
          <p:nvSpPr>
            <p:cNvPr id="27" name="object 27"/>
            <p:cNvSpPr/>
            <p:nvPr/>
          </p:nvSpPr>
          <p:spPr>
            <a:xfrm>
              <a:off x="8199077" y="2965355"/>
              <a:ext cx="532130" cy="0"/>
            </a:xfrm>
            <a:custGeom>
              <a:avLst/>
              <a:gdLst/>
              <a:ahLst/>
              <a:cxnLst/>
              <a:rect l="l" t="t" r="r" b="b"/>
              <a:pathLst>
                <a:path w="532129">
                  <a:moveTo>
                    <a:pt x="0" y="0"/>
                  </a:moveTo>
                  <a:lnTo>
                    <a:pt x="531795" y="0"/>
                  </a:lnTo>
                </a:path>
              </a:pathLst>
            </a:custGeom>
            <a:ln w="3175">
              <a:solidFill>
                <a:srgbClr val="990033"/>
              </a:solidFill>
            </a:ln>
          </p:spPr>
          <p:txBody>
            <a:bodyPr wrap="square" lIns="0" tIns="0" rIns="0" bIns="0" rtlCol="0"/>
            <a:lstStyle/>
            <a:p>
              <a:endParaRPr/>
            </a:p>
          </p:txBody>
        </p:sp>
        <p:sp>
          <p:nvSpPr>
            <p:cNvPr id="28" name="object 28"/>
            <p:cNvSpPr/>
            <p:nvPr/>
          </p:nvSpPr>
          <p:spPr>
            <a:xfrm>
              <a:off x="8076001" y="3115327"/>
              <a:ext cx="757555" cy="245110"/>
            </a:xfrm>
            <a:custGeom>
              <a:avLst/>
              <a:gdLst/>
              <a:ahLst/>
              <a:cxnLst/>
              <a:rect l="l" t="t" r="r" b="b"/>
              <a:pathLst>
                <a:path w="757554" h="245110">
                  <a:moveTo>
                    <a:pt x="0" y="245060"/>
                  </a:moveTo>
                  <a:lnTo>
                    <a:pt x="388743" y="0"/>
                  </a:lnTo>
                  <a:lnTo>
                    <a:pt x="757050" y="245060"/>
                  </a:lnTo>
                </a:path>
              </a:pathLst>
            </a:custGeom>
            <a:ln w="3175">
              <a:solidFill>
                <a:srgbClr val="990033"/>
              </a:solidFill>
            </a:ln>
          </p:spPr>
          <p:txBody>
            <a:bodyPr wrap="square" lIns="0" tIns="0" rIns="0" bIns="0" rtlCol="0"/>
            <a:lstStyle/>
            <a:p>
              <a:endParaRPr/>
            </a:p>
          </p:txBody>
        </p:sp>
        <p:sp>
          <p:nvSpPr>
            <p:cNvPr id="29" name="object 29"/>
            <p:cNvSpPr txBox="1"/>
            <p:nvPr/>
          </p:nvSpPr>
          <p:spPr>
            <a:xfrm>
              <a:off x="5404165" y="2679863"/>
              <a:ext cx="3775710" cy="1036955"/>
            </a:xfrm>
            <a:prstGeom prst="rect">
              <a:avLst/>
            </a:prstGeom>
          </p:spPr>
          <p:txBody>
            <a:bodyPr vert="horz" wrap="square" lIns="0" tIns="14604" rIns="0" bIns="0" rtlCol="0">
              <a:spAutoFit/>
            </a:bodyPr>
            <a:lstStyle/>
            <a:p>
              <a:pPr marL="12700">
                <a:lnSpc>
                  <a:spcPct val="100000"/>
                </a:lnSpc>
                <a:spcBef>
                  <a:spcPts val="115"/>
                </a:spcBef>
              </a:pPr>
              <a:r>
                <a:rPr sz="1700" spc="470" dirty="0">
                  <a:latin typeface="Arial" panose="020B0604020202020204"/>
                  <a:cs typeface="Arial" panose="020B0604020202020204"/>
                </a:rPr>
                <a:t>Buy</a:t>
              </a:r>
              <a:r>
                <a:rPr sz="1700" spc="5" dirty="0">
                  <a:latin typeface="Arial" panose="020B0604020202020204"/>
                  <a:cs typeface="Arial" panose="020B0604020202020204"/>
                </a:rPr>
                <a:t> </a:t>
              </a:r>
              <a:r>
                <a:rPr sz="1700" spc="350" dirty="0">
                  <a:latin typeface="Arial" panose="020B0604020202020204"/>
                  <a:cs typeface="Arial" panose="020B0604020202020204"/>
                </a:rPr>
                <a:t>Item</a:t>
              </a:r>
              <a:endParaRPr sz="1700">
                <a:latin typeface="Arial" panose="020B0604020202020204"/>
                <a:cs typeface="Arial" panose="020B0604020202020204"/>
              </a:endParaRPr>
            </a:p>
            <a:p>
              <a:pPr>
                <a:lnSpc>
                  <a:spcPct val="100000"/>
                </a:lnSpc>
              </a:pPr>
              <a:endParaRPr sz="1900">
                <a:latin typeface="Times New Roman" panose="02020603050405020304"/>
                <a:cs typeface="Times New Roman" panose="02020603050405020304"/>
              </a:endParaRPr>
            </a:p>
            <a:p>
              <a:pPr marL="2364740">
                <a:lnSpc>
                  <a:spcPct val="100000"/>
                </a:lnSpc>
                <a:spcBef>
                  <a:spcPts val="1680"/>
                </a:spcBef>
              </a:pPr>
              <a:r>
                <a:rPr sz="1700" spc="450" dirty="0">
                  <a:latin typeface="Arial" panose="020B0604020202020204"/>
                  <a:cs typeface="Arial" panose="020B0604020202020204"/>
                </a:rPr>
                <a:t>Customer</a:t>
              </a:r>
              <a:endParaRPr sz="1700">
                <a:latin typeface="Arial" panose="020B0604020202020204"/>
                <a:cs typeface="Arial" panose="020B0604020202020204"/>
              </a:endParaRPr>
            </a:p>
          </p:txBody>
        </p:sp>
        <p:sp>
          <p:nvSpPr>
            <p:cNvPr id="30" name="object 30"/>
            <p:cNvSpPr/>
            <p:nvPr/>
          </p:nvSpPr>
          <p:spPr>
            <a:xfrm>
              <a:off x="5212230" y="4423426"/>
              <a:ext cx="1411605" cy="477520"/>
            </a:xfrm>
            <a:custGeom>
              <a:avLst/>
              <a:gdLst/>
              <a:ahLst/>
              <a:cxnLst/>
              <a:rect l="l" t="t" r="r" b="b"/>
              <a:pathLst>
                <a:path w="1411604" h="477520">
                  <a:moveTo>
                    <a:pt x="695489" y="0"/>
                  </a:moveTo>
                  <a:lnTo>
                    <a:pt x="620316" y="1253"/>
                  </a:lnTo>
                  <a:lnTo>
                    <a:pt x="548245" y="4919"/>
                  </a:lnTo>
                  <a:lnTo>
                    <a:pt x="479516" y="10860"/>
                  </a:lnTo>
                  <a:lnTo>
                    <a:pt x="414371" y="18934"/>
                  </a:lnTo>
                  <a:lnTo>
                    <a:pt x="353051" y="29003"/>
                  </a:lnTo>
                  <a:lnTo>
                    <a:pt x="295799" y="40928"/>
                  </a:lnTo>
                  <a:lnTo>
                    <a:pt x="242853" y="54568"/>
                  </a:lnTo>
                  <a:lnTo>
                    <a:pt x="194457" y="69784"/>
                  </a:lnTo>
                  <a:lnTo>
                    <a:pt x="150851" y="86436"/>
                  </a:lnTo>
                  <a:lnTo>
                    <a:pt x="112277" y="104385"/>
                  </a:lnTo>
                  <a:lnTo>
                    <a:pt x="78975" y="123492"/>
                  </a:lnTo>
                  <a:lnTo>
                    <a:pt x="29154" y="164619"/>
                  </a:lnTo>
                  <a:lnTo>
                    <a:pt x="3319" y="208700"/>
                  </a:lnTo>
                  <a:lnTo>
                    <a:pt x="0" y="231500"/>
                  </a:lnTo>
                  <a:lnTo>
                    <a:pt x="3137" y="255246"/>
                  </a:lnTo>
                  <a:lnTo>
                    <a:pt x="27417" y="300659"/>
                  </a:lnTo>
                  <a:lnTo>
                    <a:pt x="73874" y="342628"/>
                  </a:lnTo>
                  <a:lnTo>
                    <a:pt x="140315" y="380348"/>
                  </a:lnTo>
                  <a:lnTo>
                    <a:pt x="180344" y="397363"/>
                  </a:lnTo>
                  <a:lnTo>
                    <a:pt x="224546" y="413014"/>
                  </a:lnTo>
                  <a:lnTo>
                    <a:pt x="272646" y="427201"/>
                  </a:lnTo>
                  <a:lnTo>
                    <a:pt x="324372" y="439822"/>
                  </a:lnTo>
                  <a:lnTo>
                    <a:pt x="379448" y="450778"/>
                  </a:lnTo>
                  <a:lnTo>
                    <a:pt x="437601" y="459967"/>
                  </a:lnTo>
                  <a:lnTo>
                    <a:pt x="498555" y="467290"/>
                  </a:lnTo>
                  <a:lnTo>
                    <a:pt x="562038" y="472645"/>
                  </a:lnTo>
                  <a:lnTo>
                    <a:pt x="627774" y="475931"/>
                  </a:lnTo>
                  <a:lnTo>
                    <a:pt x="695490" y="477049"/>
                  </a:lnTo>
                  <a:lnTo>
                    <a:pt x="763398" y="476065"/>
                  </a:lnTo>
                  <a:lnTo>
                    <a:pt x="829705" y="473145"/>
                  </a:lnTo>
                  <a:lnTo>
                    <a:pt x="894086" y="468341"/>
                  </a:lnTo>
                  <a:lnTo>
                    <a:pt x="956215" y="461703"/>
                  </a:lnTo>
                  <a:lnTo>
                    <a:pt x="1015769" y="453282"/>
                  </a:lnTo>
                  <a:lnTo>
                    <a:pt x="1072423" y="443127"/>
                  </a:lnTo>
                  <a:lnTo>
                    <a:pt x="1125853" y="431290"/>
                  </a:lnTo>
                  <a:lnTo>
                    <a:pt x="1175734" y="417822"/>
                  </a:lnTo>
                  <a:lnTo>
                    <a:pt x="1221741" y="402771"/>
                  </a:lnTo>
                  <a:lnTo>
                    <a:pt x="1263552" y="386190"/>
                  </a:lnTo>
                  <a:lnTo>
                    <a:pt x="1300840" y="368128"/>
                  </a:lnTo>
                  <a:lnTo>
                    <a:pt x="1360552" y="327766"/>
                  </a:lnTo>
                  <a:lnTo>
                    <a:pt x="1398283" y="282088"/>
                  </a:lnTo>
                  <a:lnTo>
                    <a:pt x="1411437" y="231500"/>
                  </a:lnTo>
                  <a:lnTo>
                    <a:pt x="1408294" y="207893"/>
                  </a:lnTo>
                  <a:lnTo>
                    <a:pt x="1383900" y="163498"/>
                  </a:lnTo>
                  <a:lnTo>
                    <a:pt x="1337025" y="123302"/>
                  </a:lnTo>
                  <a:lnTo>
                    <a:pt x="1269666" y="87836"/>
                  </a:lnTo>
                  <a:lnTo>
                    <a:pt x="1228929" y="72041"/>
                  </a:lnTo>
                  <a:lnTo>
                    <a:pt x="1183820" y="57629"/>
                  </a:lnTo>
                  <a:lnTo>
                    <a:pt x="1134588" y="44663"/>
                  </a:lnTo>
                  <a:lnTo>
                    <a:pt x="1081483" y="33211"/>
                  </a:lnTo>
                  <a:lnTo>
                    <a:pt x="1024753" y="23339"/>
                  </a:lnTo>
                  <a:lnTo>
                    <a:pt x="964650" y="15114"/>
                  </a:lnTo>
                  <a:lnTo>
                    <a:pt x="901423" y="8601"/>
                  </a:lnTo>
                  <a:lnTo>
                    <a:pt x="835321" y="3866"/>
                  </a:lnTo>
                  <a:lnTo>
                    <a:pt x="766593" y="977"/>
                  </a:lnTo>
                  <a:lnTo>
                    <a:pt x="695489" y="0"/>
                  </a:lnTo>
                  <a:close/>
                </a:path>
              </a:pathLst>
            </a:custGeom>
            <a:solidFill>
              <a:srgbClr val="FFFFCC"/>
            </a:solidFill>
          </p:spPr>
          <p:txBody>
            <a:bodyPr wrap="square" lIns="0" tIns="0" rIns="0" bIns="0" rtlCol="0"/>
            <a:lstStyle/>
            <a:p>
              <a:endParaRPr/>
            </a:p>
          </p:txBody>
        </p:sp>
        <p:sp>
          <p:nvSpPr>
            <p:cNvPr id="31" name="object 31"/>
            <p:cNvSpPr/>
            <p:nvPr/>
          </p:nvSpPr>
          <p:spPr>
            <a:xfrm>
              <a:off x="5212229" y="4423426"/>
              <a:ext cx="1411605" cy="477520"/>
            </a:xfrm>
            <a:custGeom>
              <a:avLst/>
              <a:gdLst/>
              <a:ahLst/>
              <a:cxnLst/>
              <a:rect l="l" t="t" r="r" b="b"/>
              <a:pathLst>
                <a:path w="1411604" h="477520">
                  <a:moveTo>
                    <a:pt x="0" y="231500"/>
                  </a:moveTo>
                  <a:lnTo>
                    <a:pt x="3137" y="255246"/>
                  </a:lnTo>
                  <a:lnTo>
                    <a:pt x="12368" y="278333"/>
                  </a:lnTo>
                  <a:lnTo>
                    <a:pt x="27417" y="300659"/>
                  </a:lnTo>
                  <a:lnTo>
                    <a:pt x="73874" y="342628"/>
                  </a:lnTo>
                  <a:lnTo>
                    <a:pt x="140315" y="380348"/>
                  </a:lnTo>
                  <a:lnTo>
                    <a:pt x="180344" y="397363"/>
                  </a:lnTo>
                  <a:lnTo>
                    <a:pt x="224546" y="413014"/>
                  </a:lnTo>
                  <a:lnTo>
                    <a:pt x="272646" y="427201"/>
                  </a:lnTo>
                  <a:lnTo>
                    <a:pt x="324372" y="439822"/>
                  </a:lnTo>
                  <a:lnTo>
                    <a:pt x="379448" y="450778"/>
                  </a:lnTo>
                  <a:lnTo>
                    <a:pt x="437601" y="459967"/>
                  </a:lnTo>
                  <a:lnTo>
                    <a:pt x="498555" y="467290"/>
                  </a:lnTo>
                  <a:lnTo>
                    <a:pt x="562038" y="472645"/>
                  </a:lnTo>
                  <a:lnTo>
                    <a:pt x="627774" y="475931"/>
                  </a:lnTo>
                  <a:lnTo>
                    <a:pt x="695490" y="477049"/>
                  </a:lnTo>
                  <a:lnTo>
                    <a:pt x="763398" y="476065"/>
                  </a:lnTo>
                  <a:lnTo>
                    <a:pt x="829705" y="473145"/>
                  </a:lnTo>
                  <a:lnTo>
                    <a:pt x="894085" y="468341"/>
                  </a:lnTo>
                  <a:lnTo>
                    <a:pt x="956215" y="461703"/>
                  </a:lnTo>
                  <a:lnTo>
                    <a:pt x="1015769" y="453282"/>
                  </a:lnTo>
                  <a:lnTo>
                    <a:pt x="1072423" y="443127"/>
                  </a:lnTo>
                  <a:lnTo>
                    <a:pt x="1125853" y="431290"/>
                  </a:lnTo>
                  <a:lnTo>
                    <a:pt x="1175734" y="417822"/>
                  </a:lnTo>
                  <a:lnTo>
                    <a:pt x="1221741" y="402771"/>
                  </a:lnTo>
                  <a:lnTo>
                    <a:pt x="1263552" y="386190"/>
                  </a:lnTo>
                  <a:lnTo>
                    <a:pt x="1300840" y="368128"/>
                  </a:lnTo>
                  <a:lnTo>
                    <a:pt x="1360552" y="327766"/>
                  </a:lnTo>
                  <a:lnTo>
                    <a:pt x="1398283" y="282088"/>
                  </a:lnTo>
                  <a:lnTo>
                    <a:pt x="1411437" y="231500"/>
                  </a:lnTo>
                  <a:lnTo>
                    <a:pt x="1408294" y="207893"/>
                  </a:lnTo>
                  <a:lnTo>
                    <a:pt x="1383900" y="163498"/>
                  </a:lnTo>
                  <a:lnTo>
                    <a:pt x="1337025" y="123302"/>
                  </a:lnTo>
                  <a:lnTo>
                    <a:pt x="1269666" y="87836"/>
                  </a:lnTo>
                  <a:lnTo>
                    <a:pt x="1228929" y="72041"/>
                  </a:lnTo>
                  <a:lnTo>
                    <a:pt x="1219987" y="69184"/>
                  </a:lnTo>
                  <a:lnTo>
                    <a:pt x="1134588" y="44663"/>
                  </a:lnTo>
                  <a:lnTo>
                    <a:pt x="1081482" y="33211"/>
                  </a:lnTo>
                  <a:lnTo>
                    <a:pt x="1024753" y="23339"/>
                  </a:lnTo>
                  <a:lnTo>
                    <a:pt x="964650" y="15114"/>
                  </a:lnTo>
                  <a:lnTo>
                    <a:pt x="901423" y="8601"/>
                  </a:lnTo>
                  <a:lnTo>
                    <a:pt x="835320" y="3866"/>
                  </a:lnTo>
                  <a:lnTo>
                    <a:pt x="766593" y="977"/>
                  </a:lnTo>
                  <a:lnTo>
                    <a:pt x="695489" y="0"/>
                  </a:lnTo>
                  <a:lnTo>
                    <a:pt x="620316" y="1253"/>
                  </a:lnTo>
                  <a:lnTo>
                    <a:pt x="548245" y="4919"/>
                  </a:lnTo>
                  <a:lnTo>
                    <a:pt x="479516" y="10860"/>
                  </a:lnTo>
                  <a:lnTo>
                    <a:pt x="414371" y="18934"/>
                  </a:lnTo>
                  <a:lnTo>
                    <a:pt x="353051" y="29003"/>
                  </a:lnTo>
                  <a:lnTo>
                    <a:pt x="295799" y="40928"/>
                  </a:lnTo>
                  <a:lnTo>
                    <a:pt x="242853" y="54568"/>
                  </a:lnTo>
                  <a:lnTo>
                    <a:pt x="194457" y="69784"/>
                  </a:lnTo>
                  <a:lnTo>
                    <a:pt x="175523" y="77014"/>
                  </a:lnTo>
                  <a:lnTo>
                    <a:pt x="112277" y="104385"/>
                  </a:lnTo>
                  <a:lnTo>
                    <a:pt x="78975" y="123492"/>
                  </a:lnTo>
                  <a:lnTo>
                    <a:pt x="29154" y="164619"/>
                  </a:lnTo>
                  <a:lnTo>
                    <a:pt x="13118" y="186360"/>
                  </a:lnTo>
                  <a:lnTo>
                    <a:pt x="3319" y="208700"/>
                  </a:lnTo>
                  <a:lnTo>
                    <a:pt x="0" y="231500"/>
                  </a:lnTo>
                </a:path>
              </a:pathLst>
            </a:custGeom>
            <a:ln w="4500">
              <a:solidFill>
                <a:srgbClr val="990033"/>
              </a:solidFill>
            </a:ln>
          </p:spPr>
          <p:txBody>
            <a:bodyPr wrap="square" lIns="0" tIns="0" rIns="0" bIns="0" rtlCol="0"/>
            <a:lstStyle/>
            <a:p>
              <a:endParaRPr/>
            </a:p>
          </p:txBody>
        </p:sp>
        <p:sp>
          <p:nvSpPr>
            <p:cNvPr id="32" name="object 32"/>
            <p:cNvSpPr txBox="1"/>
            <p:nvPr/>
          </p:nvSpPr>
          <p:spPr>
            <a:xfrm>
              <a:off x="4135894" y="4983033"/>
              <a:ext cx="3590290" cy="287655"/>
            </a:xfrm>
            <a:prstGeom prst="rect">
              <a:avLst/>
            </a:prstGeom>
          </p:spPr>
          <p:txBody>
            <a:bodyPr vert="horz" wrap="square" lIns="0" tIns="14604" rIns="0" bIns="0" rtlCol="0">
              <a:spAutoFit/>
            </a:bodyPr>
            <a:lstStyle/>
            <a:p>
              <a:pPr marL="12700">
                <a:lnSpc>
                  <a:spcPct val="100000"/>
                </a:lnSpc>
                <a:spcBef>
                  <a:spcPts val="115"/>
                </a:spcBef>
              </a:pPr>
              <a:r>
                <a:rPr sz="1700" spc="395" dirty="0">
                  <a:latin typeface="Arial" panose="020B0604020202020204"/>
                  <a:cs typeface="Arial" panose="020B0604020202020204"/>
                </a:rPr>
                <a:t>Refund</a:t>
              </a:r>
              <a:r>
                <a:rPr sz="1700" spc="160" dirty="0">
                  <a:latin typeface="Arial" panose="020B0604020202020204"/>
                  <a:cs typeface="Arial" panose="020B0604020202020204"/>
                </a:rPr>
                <a:t> </a:t>
              </a:r>
              <a:r>
                <a:rPr sz="1700" spc="484" dirty="0">
                  <a:latin typeface="Arial" panose="020B0604020202020204"/>
                  <a:cs typeface="Arial" panose="020B0604020202020204"/>
                </a:rPr>
                <a:t>a</a:t>
              </a:r>
              <a:r>
                <a:rPr sz="1700" spc="165" dirty="0">
                  <a:latin typeface="Arial" panose="020B0604020202020204"/>
                  <a:cs typeface="Arial" panose="020B0604020202020204"/>
                </a:rPr>
                <a:t> </a:t>
              </a:r>
              <a:r>
                <a:rPr sz="1700" spc="434" dirty="0">
                  <a:latin typeface="Arial" panose="020B0604020202020204"/>
                  <a:cs typeface="Arial" panose="020B0604020202020204"/>
                </a:rPr>
                <a:t>Purchased</a:t>
              </a:r>
              <a:r>
                <a:rPr sz="1700" spc="160" dirty="0">
                  <a:latin typeface="Arial" panose="020B0604020202020204"/>
                  <a:cs typeface="Arial" panose="020B0604020202020204"/>
                </a:rPr>
                <a:t> </a:t>
              </a:r>
              <a:r>
                <a:rPr sz="1700" spc="350" dirty="0">
                  <a:latin typeface="Arial" panose="020B0604020202020204"/>
                  <a:cs typeface="Arial" panose="020B0604020202020204"/>
                </a:rPr>
                <a:t>Item</a:t>
              </a:r>
              <a:endParaRPr sz="1700">
                <a:latin typeface="Arial" panose="020B0604020202020204"/>
                <a:cs typeface="Arial" panose="020B0604020202020204"/>
              </a:endParaRPr>
            </a:p>
          </p:txBody>
        </p:sp>
        <p:sp>
          <p:nvSpPr>
            <p:cNvPr id="33" name="object 33"/>
            <p:cNvSpPr/>
            <p:nvPr/>
          </p:nvSpPr>
          <p:spPr>
            <a:xfrm>
              <a:off x="6726077" y="2542958"/>
              <a:ext cx="675640" cy="177800"/>
            </a:xfrm>
            <a:custGeom>
              <a:avLst/>
              <a:gdLst/>
              <a:ahLst/>
              <a:cxnLst/>
              <a:rect l="l" t="t" r="r" b="b"/>
              <a:pathLst>
                <a:path w="675640" h="177800">
                  <a:moveTo>
                    <a:pt x="675076" y="177183"/>
                  </a:moveTo>
                  <a:lnTo>
                    <a:pt x="0" y="0"/>
                  </a:lnTo>
                </a:path>
              </a:pathLst>
            </a:custGeom>
            <a:ln w="14104">
              <a:solidFill>
                <a:srgbClr val="990033"/>
              </a:solidFill>
            </a:ln>
          </p:spPr>
          <p:txBody>
            <a:bodyPr wrap="square" lIns="0" tIns="0" rIns="0" bIns="0" rtlCol="0"/>
            <a:lstStyle/>
            <a:p>
              <a:endParaRPr/>
            </a:p>
          </p:txBody>
        </p:sp>
        <p:sp>
          <p:nvSpPr>
            <p:cNvPr id="34" name="object 34"/>
            <p:cNvSpPr/>
            <p:nvPr/>
          </p:nvSpPr>
          <p:spPr>
            <a:xfrm>
              <a:off x="7401155" y="2720142"/>
              <a:ext cx="675005" cy="177165"/>
            </a:xfrm>
            <a:custGeom>
              <a:avLst/>
              <a:gdLst/>
              <a:ahLst/>
              <a:cxnLst/>
              <a:rect l="l" t="t" r="r" b="b"/>
              <a:pathLst>
                <a:path w="675004" h="177164">
                  <a:moveTo>
                    <a:pt x="0" y="0"/>
                  </a:moveTo>
                  <a:lnTo>
                    <a:pt x="674847" y="176877"/>
                  </a:lnTo>
                </a:path>
              </a:pathLst>
            </a:custGeom>
            <a:ln w="14103">
              <a:solidFill>
                <a:srgbClr val="990033"/>
              </a:solidFill>
            </a:ln>
          </p:spPr>
          <p:txBody>
            <a:bodyPr wrap="square" lIns="0" tIns="0" rIns="0" bIns="0" rtlCol="0"/>
            <a:lstStyle/>
            <a:p>
              <a:endParaRPr/>
            </a:p>
          </p:txBody>
        </p:sp>
        <p:sp>
          <p:nvSpPr>
            <p:cNvPr id="35" name="object 35"/>
            <p:cNvSpPr/>
            <p:nvPr/>
          </p:nvSpPr>
          <p:spPr>
            <a:xfrm>
              <a:off x="6275797" y="3960120"/>
              <a:ext cx="737235" cy="450215"/>
            </a:xfrm>
            <a:custGeom>
              <a:avLst/>
              <a:gdLst/>
              <a:ahLst/>
              <a:cxnLst/>
              <a:rect l="l" t="t" r="r" b="b"/>
              <a:pathLst>
                <a:path w="737234" h="450214">
                  <a:moveTo>
                    <a:pt x="736614" y="0"/>
                  </a:moveTo>
                  <a:lnTo>
                    <a:pt x="0" y="449639"/>
                  </a:lnTo>
                </a:path>
              </a:pathLst>
            </a:custGeom>
            <a:ln w="15523">
              <a:solidFill>
                <a:srgbClr val="990033"/>
              </a:solidFill>
            </a:ln>
          </p:spPr>
          <p:txBody>
            <a:bodyPr wrap="square" lIns="0" tIns="0" rIns="0" bIns="0" rtlCol="0"/>
            <a:lstStyle/>
            <a:p>
              <a:endParaRPr/>
            </a:p>
          </p:txBody>
        </p:sp>
        <p:sp>
          <p:nvSpPr>
            <p:cNvPr id="36" name="object 36"/>
            <p:cNvSpPr/>
            <p:nvPr/>
          </p:nvSpPr>
          <p:spPr>
            <a:xfrm>
              <a:off x="7012411" y="3496600"/>
              <a:ext cx="716280" cy="463550"/>
            </a:xfrm>
            <a:custGeom>
              <a:avLst/>
              <a:gdLst/>
              <a:ahLst/>
              <a:cxnLst/>
              <a:rect l="l" t="t" r="r" b="b"/>
              <a:pathLst>
                <a:path w="716279" h="463550">
                  <a:moveTo>
                    <a:pt x="0" y="463520"/>
                  </a:moveTo>
                  <a:lnTo>
                    <a:pt x="715948" y="0"/>
                  </a:lnTo>
                </a:path>
              </a:pathLst>
            </a:custGeom>
            <a:ln w="15687">
              <a:solidFill>
                <a:srgbClr val="990033"/>
              </a:solidFill>
            </a:ln>
          </p:spPr>
          <p:txBody>
            <a:bodyPr wrap="square" lIns="0" tIns="0" rIns="0" bIns="0" rtlCol="0"/>
            <a:lstStyle/>
            <a:p>
              <a:endParaRPr/>
            </a:p>
          </p:txBody>
        </p:sp>
        <p:sp>
          <p:nvSpPr>
            <p:cNvPr id="37" name="object 37"/>
            <p:cNvSpPr/>
            <p:nvPr/>
          </p:nvSpPr>
          <p:spPr>
            <a:xfrm>
              <a:off x="3408295" y="1773139"/>
              <a:ext cx="4225290" cy="3959225"/>
            </a:xfrm>
            <a:custGeom>
              <a:avLst/>
              <a:gdLst/>
              <a:ahLst/>
              <a:cxnLst/>
              <a:rect l="l" t="t" r="r" b="b"/>
              <a:pathLst>
                <a:path w="4225290" h="3959225">
                  <a:moveTo>
                    <a:pt x="0" y="0"/>
                  </a:moveTo>
                  <a:lnTo>
                    <a:pt x="4224865" y="0"/>
                  </a:lnTo>
                  <a:lnTo>
                    <a:pt x="4224865" y="3959223"/>
                  </a:lnTo>
                  <a:lnTo>
                    <a:pt x="0" y="3959223"/>
                  </a:lnTo>
                  <a:lnTo>
                    <a:pt x="0" y="0"/>
                  </a:lnTo>
                  <a:close/>
                </a:path>
              </a:pathLst>
            </a:custGeom>
            <a:ln w="22224">
              <a:solidFill>
                <a:srgbClr val="ECEBEB"/>
              </a:solidFill>
            </a:ln>
          </p:spPr>
          <p:txBody>
            <a:bodyPr wrap="square" lIns="0" tIns="0" rIns="0" bIns="0" rtlCol="0"/>
            <a:lstStyle/>
            <a:p>
              <a:endParaRPr/>
            </a:p>
          </p:txBody>
        </p:sp>
        <p:sp>
          <p:nvSpPr>
            <p:cNvPr id="38" name="object 38"/>
            <p:cNvSpPr/>
            <p:nvPr/>
          </p:nvSpPr>
          <p:spPr>
            <a:xfrm>
              <a:off x="7920234" y="1484362"/>
              <a:ext cx="1904998" cy="1905000"/>
            </a:xfrm>
            <a:prstGeom prst="rect">
              <a:avLst/>
            </a:prstGeom>
            <a:blipFill>
              <a:blip r:embed="rId3" cstate="print"/>
              <a:stretch>
                <a:fillRect/>
              </a:stretch>
            </a:blipFill>
          </p:spPr>
          <p:txBody>
            <a:bodyPr wrap="square" lIns="0" tIns="0" rIns="0" bIns="0" rtlCol="0"/>
            <a:lstStyle/>
            <a:p>
              <a:endParaRPr/>
            </a:p>
          </p:txBody>
        </p:sp>
        <p:sp>
          <p:nvSpPr>
            <p:cNvPr id="39" name="object 39"/>
            <p:cNvSpPr txBox="1"/>
            <p:nvPr/>
          </p:nvSpPr>
          <p:spPr>
            <a:xfrm>
              <a:off x="1494219" y="1069150"/>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系统边界</a:t>
              </a:r>
              <a:endParaRPr sz="2800">
                <a:latin typeface="华文新魏" panose="02010800040101010101" charset="-122"/>
                <a:cs typeface="华文新魏" panose="02010800040101010101" charset="-122"/>
              </a:endParaRPr>
            </a:p>
          </p:txBody>
        </p:sp>
        <p:sp>
          <p:nvSpPr>
            <p:cNvPr id="40" name="object 40"/>
            <p:cNvSpPr/>
            <p:nvPr/>
          </p:nvSpPr>
          <p:spPr>
            <a:xfrm>
              <a:off x="3276596" y="1364926"/>
              <a:ext cx="697865" cy="276225"/>
            </a:xfrm>
            <a:custGeom>
              <a:avLst/>
              <a:gdLst/>
              <a:ahLst/>
              <a:cxnLst/>
              <a:rect l="l" t="t" r="r" b="b"/>
              <a:pathLst>
                <a:path w="697864" h="276225">
                  <a:moveTo>
                    <a:pt x="0" y="0"/>
                  </a:moveTo>
                  <a:lnTo>
                    <a:pt x="697494" y="275971"/>
                  </a:lnTo>
                </a:path>
              </a:pathLst>
            </a:custGeom>
            <a:ln w="76199">
              <a:solidFill>
                <a:srgbClr val="000000"/>
              </a:solidFill>
            </a:ln>
          </p:spPr>
          <p:txBody>
            <a:bodyPr wrap="square" lIns="0" tIns="0" rIns="0" bIns="0" rtlCol="0"/>
            <a:lstStyle/>
            <a:p>
              <a:endParaRPr/>
            </a:p>
          </p:txBody>
        </p:sp>
        <p:sp>
          <p:nvSpPr>
            <p:cNvPr id="41" name="object 41"/>
            <p:cNvSpPr/>
            <p:nvPr/>
          </p:nvSpPr>
          <p:spPr>
            <a:xfrm>
              <a:off x="3790327" y="1478545"/>
              <a:ext cx="254635" cy="212725"/>
            </a:xfrm>
            <a:custGeom>
              <a:avLst/>
              <a:gdLst/>
              <a:ahLst/>
              <a:cxnLst/>
              <a:rect l="l" t="t" r="r" b="b"/>
              <a:pathLst>
                <a:path w="254635" h="212725">
                  <a:moveTo>
                    <a:pt x="84104" y="0"/>
                  </a:moveTo>
                  <a:lnTo>
                    <a:pt x="0" y="212566"/>
                  </a:lnTo>
                  <a:lnTo>
                    <a:pt x="254618" y="190386"/>
                  </a:lnTo>
                  <a:lnTo>
                    <a:pt x="84104" y="0"/>
                  </a:lnTo>
                  <a:close/>
                </a:path>
              </a:pathLst>
            </a:custGeom>
            <a:solidFill>
              <a:srgbClr val="000000"/>
            </a:solidFill>
          </p:spPr>
          <p:txBody>
            <a:bodyPr wrap="square" lIns="0" tIns="0" rIns="0" bIns="0" rtlCol="0"/>
            <a:lstStyle/>
            <a:p>
              <a:endParaRPr/>
            </a:p>
          </p:txBody>
        </p:sp>
        <p:sp>
          <p:nvSpPr>
            <p:cNvPr id="42" name="object 42"/>
            <p:cNvSpPr txBox="1"/>
            <p:nvPr/>
          </p:nvSpPr>
          <p:spPr>
            <a:xfrm>
              <a:off x="4947974" y="1261507"/>
              <a:ext cx="993775"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Arial" panose="020B0604020202020204"/>
                  <a:cs typeface="Arial" panose="020B0604020202020204"/>
                </a:rPr>
                <a:t>P</a:t>
              </a:r>
              <a:r>
                <a:rPr sz="2800" spc="-5" dirty="0">
                  <a:latin typeface="Arial" panose="020B0604020202020204"/>
                  <a:cs typeface="Arial" panose="020B0604020202020204"/>
                </a:rPr>
                <a:t>O</a:t>
              </a:r>
              <a:r>
                <a:rPr sz="2800" dirty="0">
                  <a:latin typeface="Arial" panose="020B0604020202020204"/>
                  <a:cs typeface="Arial" panose="020B0604020202020204"/>
                </a:rPr>
                <a:t>ST</a:t>
              </a:r>
              <a:endParaRPr sz="2800">
                <a:latin typeface="Arial" panose="020B0604020202020204"/>
                <a:cs typeface="Arial" panose="020B0604020202020204"/>
              </a:endParaRPr>
            </a:p>
          </p:txBody>
        </p:sp>
      </p:grpSp>
      <p:sp>
        <p:nvSpPr>
          <p:cNvPr id="44" name="标题 43"/>
          <p:cNvSpPr>
            <a:spLocks noGrp="1"/>
          </p:cNvSpPr>
          <p:nvPr>
            <p:ph type="title"/>
          </p:nvPr>
        </p:nvSpPr>
        <p:spPr/>
        <p:txBody>
          <a:bodyPr/>
          <a:lstStyle/>
          <a:p>
            <a:r>
              <a:rPr lang="zh-CN" altLang="en-US" dirty="0"/>
              <a:t>系统边界定义之二</a:t>
            </a:r>
          </a:p>
        </p:txBody>
      </p:sp>
      <p:sp>
        <p:nvSpPr>
          <p:cNvPr id="46" name="灯片编号占位符 45"/>
          <p:cNvSpPr>
            <a:spLocks noGrp="1"/>
          </p:cNvSpPr>
          <p:nvPr>
            <p:ph type="sldNum" sz="quarter" idx="12"/>
          </p:nvPr>
        </p:nvSpPr>
        <p:spPr/>
        <p:txBody>
          <a:bodyPr/>
          <a:lstStyle/>
          <a:p>
            <a:fld id="{74D2AB8B-5816-41F2-8B4B-CA5C3E4E6A65}" type="slidenum">
              <a:rPr lang="zh-CN" altLang="en-US" smtClean="0"/>
              <a:t>51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2389"/>
    </mc:Choice>
    <mc:Fallback xmlns="">
      <p:transition spd="slow" advTm="22389"/>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1872650" y="1259650"/>
            <a:ext cx="8446700" cy="5472140"/>
            <a:chOff x="1494219" y="1069150"/>
            <a:chExt cx="8446700" cy="5472140"/>
          </a:xfrm>
        </p:grpSpPr>
        <p:sp>
          <p:nvSpPr>
            <p:cNvPr id="3" name="object 3"/>
            <p:cNvSpPr/>
            <p:nvPr/>
          </p:nvSpPr>
          <p:spPr>
            <a:xfrm>
              <a:off x="5076284" y="1606516"/>
              <a:ext cx="1023619" cy="342265"/>
            </a:xfrm>
            <a:custGeom>
              <a:avLst/>
              <a:gdLst/>
              <a:ahLst/>
              <a:cxnLst/>
              <a:rect l="l" t="t" r="r" b="b"/>
              <a:pathLst>
                <a:path w="1023620" h="342264">
                  <a:moveTo>
                    <a:pt x="504120" y="0"/>
                  </a:moveTo>
                  <a:lnTo>
                    <a:pt x="431936" y="1552"/>
                  </a:lnTo>
                  <a:lnTo>
                    <a:pt x="363860" y="6075"/>
                  </a:lnTo>
                  <a:lnTo>
                    <a:pt x="300306" y="13370"/>
                  </a:lnTo>
                  <a:lnTo>
                    <a:pt x="241687" y="23238"/>
                  </a:lnTo>
                  <a:lnTo>
                    <a:pt x="188417" y="35479"/>
                  </a:lnTo>
                  <a:lnTo>
                    <a:pt x="140908" y="49894"/>
                  </a:lnTo>
                  <a:lnTo>
                    <a:pt x="99575" y="66284"/>
                  </a:lnTo>
                  <a:lnTo>
                    <a:pt x="64830" y="84448"/>
                  </a:lnTo>
                  <a:lnTo>
                    <a:pt x="16758" y="125304"/>
                  </a:lnTo>
                  <a:lnTo>
                    <a:pt x="0" y="170869"/>
                  </a:lnTo>
                  <a:lnTo>
                    <a:pt x="4535" y="194232"/>
                  </a:lnTo>
                  <a:lnTo>
                    <a:pt x="39126" y="237746"/>
                  </a:lnTo>
                  <a:lnTo>
                    <a:pt x="103980" y="275675"/>
                  </a:lnTo>
                  <a:lnTo>
                    <a:pt x="146346" y="292056"/>
                  </a:lnTo>
                  <a:lnTo>
                    <a:pt x="194585" y="306454"/>
                  </a:lnTo>
                  <a:lnTo>
                    <a:pt x="248132" y="318672"/>
                  </a:lnTo>
                  <a:lnTo>
                    <a:pt x="306423" y="328516"/>
                  </a:lnTo>
                  <a:lnTo>
                    <a:pt x="368895" y="335790"/>
                  </a:lnTo>
                  <a:lnTo>
                    <a:pt x="434981" y="340298"/>
                  </a:lnTo>
                  <a:lnTo>
                    <a:pt x="504119" y="341844"/>
                  </a:lnTo>
                  <a:lnTo>
                    <a:pt x="573520" y="340475"/>
                  </a:lnTo>
                  <a:lnTo>
                    <a:pt x="640409" y="336435"/>
                  </a:lnTo>
                  <a:lnTo>
                    <a:pt x="704115" y="329822"/>
                  </a:lnTo>
                  <a:lnTo>
                    <a:pt x="763965" y="320736"/>
                  </a:lnTo>
                  <a:lnTo>
                    <a:pt x="819289" y="309275"/>
                  </a:lnTo>
                  <a:lnTo>
                    <a:pt x="869415" y="295538"/>
                  </a:lnTo>
                  <a:lnTo>
                    <a:pt x="913672" y="279625"/>
                  </a:lnTo>
                  <a:lnTo>
                    <a:pt x="951387" y="261634"/>
                  </a:lnTo>
                  <a:lnTo>
                    <a:pt x="1004509" y="219813"/>
                  </a:lnTo>
                  <a:lnTo>
                    <a:pt x="1023411" y="170869"/>
                  </a:lnTo>
                  <a:lnTo>
                    <a:pt x="1018860" y="145580"/>
                  </a:lnTo>
                  <a:lnTo>
                    <a:pt x="984000" y="100136"/>
                  </a:lnTo>
                  <a:lnTo>
                    <a:pt x="918230" y="62198"/>
                  </a:lnTo>
                  <a:lnTo>
                    <a:pt x="875042" y="46292"/>
                  </a:lnTo>
                  <a:lnTo>
                    <a:pt x="825671" y="32561"/>
                  </a:lnTo>
                  <a:lnTo>
                    <a:pt x="770634" y="21104"/>
                  </a:lnTo>
                  <a:lnTo>
                    <a:pt x="710446" y="12020"/>
                  </a:lnTo>
                  <a:lnTo>
                    <a:pt x="645621" y="5408"/>
                  </a:lnTo>
                  <a:lnTo>
                    <a:pt x="576674" y="1368"/>
                  </a:lnTo>
                  <a:lnTo>
                    <a:pt x="504120" y="0"/>
                  </a:lnTo>
                  <a:close/>
                </a:path>
              </a:pathLst>
            </a:custGeom>
            <a:solidFill>
              <a:srgbClr val="FFFFCC"/>
            </a:solidFill>
          </p:spPr>
          <p:txBody>
            <a:bodyPr wrap="square" lIns="0" tIns="0" rIns="0" bIns="0" rtlCol="0"/>
            <a:lstStyle/>
            <a:p>
              <a:endParaRPr/>
            </a:p>
          </p:txBody>
        </p:sp>
        <p:sp>
          <p:nvSpPr>
            <p:cNvPr id="4" name="object 4"/>
            <p:cNvSpPr/>
            <p:nvPr/>
          </p:nvSpPr>
          <p:spPr>
            <a:xfrm>
              <a:off x="5076284" y="1606517"/>
              <a:ext cx="1023619" cy="342265"/>
            </a:xfrm>
            <a:custGeom>
              <a:avLst/>
              <a:gdLst/>
              <a:ahLst/>
              <a:cxnLst/>
              <a:rect l="l" t="t" r="r" b="b"/>
              <a:pathLst>
                <a:path w="1023620" h="342264">
                  <a:moveTo>
                    <a:pt x="0" y="170869"/>
                  </a:moveTo>
                  <a:lnTo>
                    <a:pt x="4535" y="194232"/>
                  </a:lnTo>
                  <a:lnTo>
                    <a:pt x="17765" y="216589"/>
                  </a:lnTo>
                  <a:lnTo>
                    <a:pt x="39126" y="237746"/>
                  </a:lnTo>
                  <a:lnTo>
                    <a:pt x="103980" y="275675"/>
                  </a:lnTo>
                  <a:lnTo>
                    <a:pt x="146346" y="292056"/>
                  </a:lnTo>
                  <a:lnTo>
                    <a:pt x="194585" y="306454"/>
                  </a:lnTo>
                  <a:lnTo>
                    <a:pt x="248132" y="318672"/>
                  </a:lnTo>
                  <a:lnTo>
                    <a:pt x="306423" y="328516"/>
                  </a:lnTo>
                  <a:lnTo>
                    <a:pt x="368895" y="335790"/>
                  </a:lnTo>
                  <a:lnTo>
                    <a:pt x="434981" y="340298"/>
                  </a:lnTo>
                  <a:lnTo>
                    <a:pt x="504119" y="341844"/>
                  </a:lnTo>
                  <a:lnTo>
                    <a:pt x="573520" y="340475"/>
                  </a:lnTo>
                  <a:lnTo>
                    <a:pt x="640409" y="336435"/>
                  </a:lnTo>
                  <a:lnTo>
                    <a:pt x="704115" y="329822"/>
                  </a:lnTo>
                  <a:lnTo>
                    <a:pt x="763965" y="320736"/>
                  </a:lnTo>
                  <a:lnTo>
                    <a:pt x="819289" y="309275"/>
                  </a:lnTo>
                  <a:lnTo>
                    <a:pt x="869415" y="295538"/>
                  </a:lnTo>
                  <a:lnTo>
                    <a:pt x="913672" y="279625"/>
                  </a:lnTo>
                  <a:lnTo>
                    <a:pt x="951387" y="261634"/>
                  </a:lnTo>
                  <a:lnTo>
                    <a:pt x="1004509" y="219813"/>
                  </a:lnTo>
                  <a:lnTo>
                    <a:pt x="1023411" y="170869"/>
                  </a:lnTo>
                  <a:lnTo>
                    <a:pt x="1018860" y="145580"/>
                  </a:lnTo>
                  <a:lnTo>
                    <a:pt x="984000" y="100136"/>
                  </a:lnTo>
                  <a:lnTo>
                    <a:pt x="918230" y="62198"/>
                  </a:lnTo>
                  <a:lnTo>
                    <a:pt x="875042" y="46292"/>
                  </a:lnTo>
                  <a:lnTo>
                    <a:pt x="825671" y="32561"/>
                  </a:lnTo>
                  <a:lnTo>
                    <a:pt x="770634" y="21104"/>
                  </a:lnTo>
                  <a:lnTo>
                    <a:pt x="710446" y="12020"/>
                  </a:lnTo>
                  <a:lnTo>
                    <a:pt x="645621" y="5408"/>
                  </a:lnTo>
                  <a:lnTo>
                    <a:pt x="576674" y="1368"/>
                  </a:lnTo>
                  <a:lnTo>
                    <a:pt x="504121" y="0"/>
                  </a:lnTo>
                  <a:lnTo>
                    <a:pt x="431936" y="1552"/>
                  </a:lnTo>
                  <a:lnTo>
                    <a:pt x="363860" y="6075"/>
                  </a:lnTo>
                  <a:lnTo>
                    <a:pt x="300306" y="13370"/>
                  </a:lnTo>
                  <a:lnTo>
                    <a:pt x="241687" y="23238"/>
                  </a:lnTo>
                  <a:lnTo>
                    <a:pt x="188417" y="35479"/>
                  </a:lnTo>
                  <a:lnTo>
                    <a:pt x="140908" y="49894"/>
                  </a:lnTo>
                  <a:lnTo>
                    <a:pt x="99575" y="66284"/>
                  </a:lnTo>
                  <a:lnTo>
                    <a:pt x="64830" y="84448"/>
                  </a:lnTo>
                  <a:lnTo>
                    <a:pt x="16758" y="125304"/>
                  </a:lnTo>
                  <a:lnTo>
                    <a:pt x="4258" y="147598"/>
                  </a:lnTo>
                  <a:lnTo>
                    <a:pt x="0" y="170869"/>
                  </a:lnTo>
                </a:path>
              </a:pathLst>
            </a:custGeom>
            <a:ln w="3175">
              <a:solidFill>
                <a:srgbClr val="990033"/>
              </a:solidFill>
            </a:ln>
          </p:spPr>
          <p:txBody>
            <a:bodyPr wrap="square" lIns="0" tIns="0" rIns="0" bIns="0" rtlCol="0"/>
            <a:lstStyle/>
            <a:p>
              <a:endParaRPr/>
            </a:p>
          </p:txBody>
        </p:sp>
        <p:sp>
          <p:nvSpPr>
            <p:cNvPr id="5" name="object 5"/>
            <p:cNvSpPr/>
            <p:nvPr/>
          </p:nvSpPr>
          <p:spPr>
            <a:xfrm>
              <a:off x="5002266" y="3211044"/>
              <a:ext cx="1022985" cy="342265"/>
            </a:xfrm>
            <a:custGeom>
              <a:avLst/>
              <a:gdLst/>
              <a:ahLst/>
              <a:cxnLst/>
              <a:rect l="l" t="t" r="r" b="b"/>
              <a:pathLst>
                <a:path w="1022985" h="342264">
                  <a:moveTo>
                    <a:pt x="503952" y="0"/>
                  </a:moveTo>
                  <a:lnTo>
                    <a:pt x="431737" y="1550"/>
                  </a:lnTo>
                  <a:lnTo>
                    <a:pt x="363648" y="6068"/>
                  </a:lnTo>
                  <a:lnTo>
                    <a:pt x="300095" y="13355"/>
                  </a:lnTo>
                  <a:lnTo>
                    <a:pt x="241489" y="23214"/>
                  </a:lnTo>
                  <a:lnTo>
                    <a:pt x="188242" y="35447"/>
                  </a:lnTo>
                  <a:lnTo>
                    <a:pt x="140762" y="49854"/>
                  </a:lnTo>
                  <a:lnTo>
                    <a:pt x="99461" y="66238"/>
                  </a:lnTo>
                  <a:lnTo>
                    <a:pt x="64750" y="84400"/>
                  </a:lnTo>
                  <a:lnTo>
                    <a:pt x="16734" y="125267"/>
                  </a:lnTo>
                  <a:lnTo>
                    <a:pt x="0" y="170869"/>
                  </a:lnTo>
                  <a:lnTo>
                    <a:pt x="4535" y="194162"/>
                  </a:lnTo>
                  <a:lnTo>
                    <a:pt x="39123" y="237595"/>
                  </a:lnTo>
                  <a:lnTo>
                    <a:pt x="103969" y="275499"/>
                  </a:lnTo>
                  <a:lnTo>
                    <a:pt x="146326" y="291883"/>
                  </a:lnTo>
                  <a:lnTo>
                    <a:pt x="194551" y="306290"/>
                  </a:lnTo>
                  <a:lnTo>
                    <a:pt x="248082" y="318523"/>
                  </a:lnTo>
                  <a:lnTo>
                    <a:pt x="306353" y="328382"/>
                  </a:lnTo>
                  <a:lnTo>
                    <a:pt x="368798" y="335669"/>
                  </a:lnTo>
                  <a:lnTo>
                    <a:pt x="434853" y="340187"/>
                  </a:lnTo>
                  <a:lnTo>
                    <a:pt x="503952" y="341737"/>
                  </a:lnTo>
                  <a:lnTo>
                    <a:pt x="573382" y="340369"/>
                  </a:lnTo>
                  <a:lnTo>
                    <a:pt x="640276" y="336329"/>
                  </a:lnTo>
                  <a:lnTo>
                    <a:pt x="703966" y="329717"/>
                  </a:lnTo>
                  <a:lnTo>
                    <a:pt x="763786" y="320633"/>
                  </a:lnTo>
                  <a:lnTo>
                    <a:pt x="819068" y="309176"/>
                  </a:lnTo>
                  <a:lnTo>
                    <a:pt x="869144" y="295445"/>
                  </a:lnTo>
                  <a:lnTo>
                    <a:pt x="913347" y="279539"/>
                  </a:lnTo>
                  <a:lnTo>
                    <a:pt x="951010" y="261558"/>
                  </a:lnTo>
                  <a:lnTo>
                    <a:pt x="1004045" y="219768"/>
                  </a:lnTo>
                  <a:lnTo>
                    <a:pt x="1022910" y="170869"/>
                  </a:lnTo>
                  <a:lnTo>
                    <a:pt x="1018366" y="145580"/>
                  </a:lnTo>
                  <a:lnTo>
                    <a:pt x="983551" y="100136"/>
                  </a:lnTo>
                  <a:lnTo>
                    <a:pt x="917855" y="62198"/>
                  </a:lnTo>
                  <a:lnTo>
                    <a:pt x="874708" y="46292"/>
                  </a:lnTo>
                  <a:lnTo>
                    <a:pt x="825379" y="32561"/>
                  </a:lnTo>
                  <a:lnTo>
                    <a:pt x="770380" y="21104"/>
                  </a:lnTo>
                  <a:lnTo>
                    <a:pt x="710226" y="12020"/>
                  </a:lnTo>
                  <a:lnTo>
                    <a:pt x="645428" y="5408"/>
                  </a:lnTo>
                  <a:lnTo>
                    <a:pt x="576499" y="1368"/>
                  </a:lnTo>
                  <a:lnTo>
                    <a:pt x="503952" y="0"/>
                  </a:lnTo>
                  <a:close/>
                </a:path>
              </a:pathLst>
            </a:custGeom>
            <a:solidFill>
              <a:srgbClr val="FFFFCC"/>
            </a:solidFill>
          </p:spPr>
          <p:txBody>
            <a:bodyPr wrap="square" lIns="0" tIns="0" rIns="0" bIns="0" rtlCol="0"/>
            <a:lstStyle/>
            <a:p>
              <a:endParaRPr/>
            </a:p>
          </p:txBody>
        </p:sp>
        <p:sp>
          <p:nvSpPr>
            <p:cNvPr id="6" name="object 6"/>
            <p:cNvSpPr/>
            <p:nvPr/>
          </p:nvSpPr>
          <p:spPr>
            <a:xfrm>
              <a:off x="5002266" y="3211045"/>
              <a:ext cx="1022985" cy="342265"/>
            </a:xfrm>
            <a:custGeom>
              <a:avLst/>
              <a:gdLst/>
              <a:ahLst/>
              <a:cxnLst/>
              <a:rect l="l" t="t" r="r" b="b"/>
              <a:pathLst>
                <a:path w="1022985" h="342264">
                  <a:moveTo>
                    <a:pt x="0" y="170869"/>
                  </a:moveTo>
                  <a:lnTo>
                    <a:pt x="17765" y="216470"/>
                  </a:lnTo>
                  <a:lnTo>
                    <a:pt x="68047" y="257337"/>
                  </a:lnTo>
                  <a:lnTo>
                    <a:pt x="103969" y="275499"/>
                  </a:lnTo>
                  <a:lnTo>
                    <a:pt x="146326" y="291883"/>
                  </a:lnTo>
                  <a:lnTo>
                    <a:pt x="194551" y="306290"/>
                  </a:lnTo>
                  <a:lnTo>
                    <a:pt x="248082" y="318523"/>
                  </a:lnTo>
                  <a:lnTo>
                    <a:pt x="306353" y="328382"/>
                  </a:lnTo>
                  <a:lnTo>
                    <a:pt x="368798" y="335669"/>
                  </a:lnTo>
                  <a:lnTo>
                    <a:pt x="434853" y="340187"/>
                  </a:lnTo>
                  <a:lnTo>
                    <a:pt x="503952" y="341737"/>
                  </a:lnTo>
                  <a:lnTo>
                    <a:pt x="573382" y="340369"/>
                  </a:lnTo>
                  <a:lnTo>
                    <a:pt x="640276" y="336329"/>
                  </a:lnTo>
                  <a:lnTo>
                    <a:pt x="703966" y="329717"/>
                  </a:lnTo>
                  <a:lnTo>
                    <a:pt x="763786" y="320633"/>
                  </a:lnTo>
                  <a:lnTo>
                    <a:pt x="819068" y="309176"/>
                  </a:lnTo>
                  <a:lnTo>
                    <a:pt x="869144" y="295445"/>
                  </a:lnTo>
                  <a:lnTo>
                    <a:pt x="913347" y="279539"/>
                  </a:lnTo>
                  <a:lnTo>
                    <a:pt x="951010" y="261558"/>
                  </a:lnTo>
                  <a:lnTo>
                    <a:pt x="1004045" y="219768"/>
                  </a:lnTo>
                  <a:lnTo>
                    <a:pt x="1022910" y="170869"/>
                  </a:lnTo>
                  <a:lnTo>
                    <a:pt x="1018366" y="145580"/>
                  </a:lnTo>
                  <a:lnTo>
                    <a:pt x="983551" y="100136"/>
                  </a:lnTo>
                  <a:lnTo>
                    <a:pt x="917855" y="62198"/>
                  </a:lnTo>
                  <a:lnTo>
                    <a:pt x="874708" y="46292"/>
                  </a:lnTo>
                  <a:lnTo>
                    <a:pt x="825379" y="32561"/>
                  </a:lnTo>
                  <a:lnTo>
                    <a:pt x="770380" y="21104"/>
                  </a:lnTo>
                  <a:lnTo>
                    <a:pt x="710226" y="12020"/>
                  </a:lnTo>
                  <a:lnTo>
                    <a:pt x="645428" y="5408"/>
                  </a:lnTo>
                  <a:lnTo>
                    <a:pt x="576499" y="1368"/>
                  </a:lnTo>
                  <a:lnTo>
                    <a:pt x="503952" y="0"/>
                  </a:lnTo>
                  <a:lnTo>
                    <a:pt x="431737" y="1550"/>
                  </a:lnTo>
                  <a:lnTo>
                    <a:pt x="363648" y="6068"/>
                  </a:lnTo>
                  <a:lnTo>
                    <a:pt x="300095" y="13355"/>
                  </a:lnTo>
                  <a:lnTo>
                    <a:pt x="241490" y="23214"/>
                  </a:lnTo>
                  <a:lnTo>
                    <a:pt x="188242" y="35447"/>
                  </a:lnTo>
                  <a:lnTo>
                    <a:pt x="140762" y="49854"/>
                  </a:lnTo>
                  <a:lnTo>
                    <a:pt x="99462" y="66238"/>
                  </a:lnTo>
                  <a:lnTo>
                    <a:pt x="64750" y="84400"/>
                  </a:lnTo>
                  <a:lnTo>
                    <a:pt x="16734" y="125267"/>
                  </a:lnTo>
                  <a:lnTo>
                    <a:pt x="4252" y="147575"/>
                  </a:lnTo>
                  <a:lnTo>
                    <a:pt x="0" y="170869"/>
                  </a:lnTo>
                </a:path>
              </a:pathLst>
            </a:custGeom>
            <a:ln w="3175">
              <a:solidFill>
                <a:srgbClr val="990033"/>
              </a:solidFill>
            </a:ln>
          </p:spPr>
          <p:txBody>
            <a:bodyPr wrap="square" lIns="0" tIns="0" rIns="0" bIns="0" rtlCol="0"/>
            <a:lstStyle/>
            <a:p>
              <a:endParaRPr/>
            </a:p>
          </p:txBody>
        </p:sp>
        <p:sp>
          <p:nvSpPr>
            <p:cNvPr id="7" name="object 7"/>
            <p:cNvSpPr/>
            <p:nvPr/>
          </p:nvSpPr>
          <p:spPr>
            <a:xfrm>
              <a:off x="8307459" y="2326449"/>
              <a:ext cx="180678" cy="30539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8235209" y="2517962"/>
              <a:ext cx="400685" cy="0"/>
            </a:xfrm>
            <a:custGeom>
              <a:avLst/>
              <a:gdLst/>
              <a:ahLst/>
              <a:cxnLst/>
              <a:rect l="l" t="t" r="r" b="b"/>
              <a:pathLst>
                <a:path w="400684">
                  <a:moveTo>
                    <a:pt x="0" y="0"/>
                  </a:moveTo>
                  <a:lnTo>
                    <a:pt x="400596" y="0"/>
                  </a:lnTo>
                </a:path>
              </a:pathLst>
            </a:custGeom>
            <a:ln w="3175">
              <a:solidFill>
                <a:srgbClr val="990033"/>
              </a:solidFill>
            </a:ln>
          </p:spPr>
          <p:txBody>
            <a:bodyPr wrap="square" lIns="0" tIns="0" rIns="0" bIns="0" rtlCol="0"/>
            <a:lstStyle/>
            <a:p>
              <a:endParaRPr/>
            </a:p>
          </p:txBody>
        </p:sp>
        <p:sp>
          <p:nvSpPr>
            <p:cNvPr id="9" name="object 9"/>
            <p:cNvSpPr/>
            <p:nvPr/>
          </p:nvSpPr>
          <p:spPr>
            <a:xfrm>
              <a:off x="8161025" y="2631839"/>
              <a:ext cx="549275" cy="171450"/>
            </a:xfrm>
            <a:custGeom>
              <a:avLst/>
              <a:gdLst/>
              <a:ahLst/>
              <a:cxnLst/>
              <a:rect l="l" t="t" r="r" b="b"/>
              <a:pathLst>
                <a:path w="549275" h="171450">
                  <a:moveTo>
                    <a:pt x="0" y="170976"/>
                  </a:moveTo>
                  <a:lnTo>
                    <a:pt x="267064" y="0"/>
                  </a:lnTo>
                  <a:lnTo>
                    <a:pt x="548798" y="170976"/>
                  </a:lnTo>
                </a:path>
              </a:pathLst>
            </a:custGeom>
            <a:ln w="3175">
              <a:solidFill>
                <a:srgbClr val="990033"/>
              </a:solidFill>
            </a:ln>
          </p:spPr>
          <p:txBody>
            <a:bodyPr wrap="square" lIns="0" tIns="0" rIns="0" bIns="0" rtlCol="0"/>
            <a:lstStyle/>
            <a:p>
              <a:endParaRPr/>
            </a:p>
          </p:txBody>
        </p:sp>
        <p:sp>
          <p:nvSpPr>
            <p:cNvPr id="10" name="object 10"/>
            <p:cNvSpPr txBox="1"/>
            <p:nvPr/>
          </p:nvSpPr>
          <p:spPr>
            <a:xfrm>
              <a:off x="7923467" y="2874145"/>
              <a:ext cx="1013460" cy="170180"/>
            </a:xfrm>
            <a:prstGeom prst="rect">
              <a:avLst/>
            </a:prstGeom>
          </p:spPr>
          <p:txBody>
            <a:bodyPr vert="horz" wrap="square" lIns="0" tIns="0" rIns="0" bIns="0" rtlCol="0">
              <a:spAutoFit/>
            </a:bodyPr>
            <a:lstStyle/>
            <a:p>
              <a:pPr>
                <a:lnSpc>
                  <a:spcPts val="1320"/>
                </a:lnSpc>
              </a:pPr>
              <a:r>
                <a:rPr sz="1200" spc="530" dirty="0">
                  <a:latin typeface="Arial" panose="020B0604020202020204"/>
                  <a:cs typeface="Arial" panose="020B0604020202020204"/>
                </a:rPr>
                <a:t>C</a:t>
              </a:r>
              <a:r>
                <a:rPr sz="1200" spc="265" dirty="0">
                  <a:latin typeface="Arial" panose="020B0604020202020204"/>
                  <a:cs typeface="Arial" panose="020B0604020202020204"/>
                </a:rPr>
                <a:t>u</a:t>
              </a:r>
              <a:r>
                <a:rPr sz="1200" spc="330" dirty="0">
                  <a:latin typeface="Arial" panose="020B0604020202020204"/>
                  <a:cs typeface="Arial" panose="020B0604020202020204"/>
                </a:rPr>
                <a:t>s</a:t>
              </a:r>
              <a:r>
                <a:rPr sz="1200" spc="130" dirty="0">
                  <a:latin typeface="Arial" panose="020B0604020202020204"/>
                  <a:cs typeface="Arial" panose="020B0604020202020204"/>
                </a:rPr>
                <a:t>t</a:t>
              </a:r>
              <a:r>
                <a:rPr sz="1200" spc="380" dirty="0">
                  <a:latin typeface="Arial" panose="020B0604020202020204"/>
                  <a:cs typeface="Arial" panose="020B0604020202020204"/>
                </a:rPr>
                <a:t>o</a:t>
              </a:r>
              <a:r>
                <a:rPr sz="1200" spc="515" dirty="0">
                  <a:latin typeface="Arial" panose="020B0604020202020204"/>
                  <a:cs typeface="Arial" panose="020B0604020202020204"/>
                </a:rPr>
                <a:t>m</a:t>
              </a:r>
              <a:r>
                <a:rPr sz="1200" spc="380" dirty="0">
                  <a:latin typeface="Arial" panose="020B0604020202020204"/>
                  <a:cs typeface="Arial" panose="020B0604020202020204"/>
                </a:rPr>
                <a:t>e</a:t>
              </a:r>
              <a:r>
                <a:rPr sz="1200" spc="220" dirty="0">
                  <a:latin typeface="Arial" panose="020B0604020202020204"/>
                  <a:cs typeface="Arial" panose="020B0604020202020204"/>
                </a:rPr>
                <a:t>r</a:t>
              </a:r>
              <a:endParaRPr sz="1200">
                <a:latin typeface="Arial" panose="020B0604020202020204"/>
                <a:cs typeface="Arial" panose="020B0604020202020204"/>
              </a:endParaRPr>
            </a:p>
          </p:txBody>
        </p:sp>
        <p:sp>
          <p:nvSpPr>
            <p:cNvPr id="11" name="object 11"/>
            <p:cNvSpPr/>
            <p:nvPr/>
          </p:nvSpPr>
          <p:spPr>
            <a:xfrm>
              <a:off x="5076284" y="1606516"/>
              <a:ext cx="1023619" cy="342265"/>
            </a:xfrm>
            <a:custGeom>
              <a:avLst/>
              <a:gdLst/>
              <a:ahLst/>
              <a:cxnLst/>
              <a:rect l="l" t="t" r="r" b="b"/>
              <a:pathLst>
                <a:path w="1023620" h="342264">
                  <a:moveTo>
                    <a:pt x="504120" y="0"/>
                  </a:moveTo>
                  <a:lnTo>
                    <a:pt x="431936" y="1552"/>
                  </a:lnTo>
                  <a:lnTo>
                    <a:pt x="363860" y="6075"/>
                  </a:lnTo>
                  <a:lnTo>
                    <a:pt x="300306" y="13370"/>
                  </a:lnTo>
                  <a:lnTo>
                    <a:pt x="241687" y="23238"/>
                  </a:lnTo>
                  <a:lnTo>
                    <a:pt x="188417" y="35479"/>
                  </a:lnTo>
                  <a:lnTo>
                    <a:pt x="140908" y="49894"/>
                  </a:lnTo>
                  <a:lnTo>
                    <a:pt x="99575" y="66284"/>
                  </a:lnTo>
                  <a:lnTo>
                    <a:pt x="64830" y="84448"/>
                  </a:lnTo>
                  <a:lnTo>
                    <a:pt x="16758" y="125304"/>
                  </a:lnTo>
                  <a:lnTo>
                    <a:pt x="0" y="170869"/>
                  </a:lnTo>
                  <a:lnTo>
                    <a:pt x="4535" y="194232"/>
                  </a:lnTo>
                  <a:lnTo>
                    <a:pt x="39126" y="237746"/>
                  </a:lnTo>
                  <a:lnTo>
                    <a:pt x="103980" y="275675"/>
                  </a:lnTo>
                  <a:lnTo>
                    <a:pt x="146346" y="292056"/>
                  </a:lnTo>
                  <a:lnTo>
                    <a:pt x="194585" y="306454"/>
                  </a:lnTo>
                  <a:lnTo>
                    <a:pt x="248132" y="318672"/>
                  </a:lnTo>
                  <a:lnTo>
                    <a:pt x="306423" y="328516"/>
                  </a:lnTo>
                  <a:lnTo>
                    <a:pt x="368895" y="335790"/>
                  </a:lnTo>
                  <a:lnTo>
                    <a:pt x="434981" y="340298"/>
                  </a:lnTo>
                  <a:lnTo>
                    <a:pt x="504119" y="341844"/>
                  </a:lnTo>
                  <a:lnTo>
                    <a:pt x="573520" y="340475"/>
                  </a:lnTo>
                  <a:lnTo>
                    <a:pt x="640409" y="336435"/>
                  </a:lnTo>
                  <a:lnTo>
                    <a:pt x="704115" y="329822"/>
                  </a:lnTo>
                  <a:lnTo>
                    <a:pt x="763965" y="320736"/>
                  </a:lnTo>
                  <a:lnTo>
                    <a:pt x="819289" y="309275"/>
                  </a:lnTo>
                  <a:lnTo>
                    <a:pt x="869415" y="295538"/>
                  </a:lnTo>
                  <a:lnTo>
                    <a:pt x="913672" y="279625"/>
                  </a:lnTo>
                  <a:lnTo>
                    <a:pt x="951387" y="261634"/>
                  </a:lnTo>
                  <a:lnTo>
                    <a:pt x="1004509" y="219813"/>
                  </a:lnTo>
                  <a:lnTo>
                    <a:pt x="1023411" y="170869"/>
                  </a:lnTo>
                  <a:lnTo>
                    <a:pt x="1018860" y="145580"/>
                  </a:lnTo>
                  <a:lnTo>
                    <a:pt x="984000" y="100136"/>
                  </a:lnTo>
                  <a:lnTo>
                    <a:pt x="918230" y="62198"/>
                  </a:lnTo>
                  <a:lnTo>
                    <a:pt x="875042" y="46292"/>
                  </a:lnTo>
                  <a:lnTo>
                    <a:pt x="825671" y="32561"/>
                  </a:lnTo>
                  <a:lnTo>
                    <a:pt x="770634" y="21104"/>
                  </a:lnTo>
                  <a:lnTo>
                    <a:pt x="710446" y="12020"/>
                  </a:lnTo>
                  <a:lnTo>
                    <a:pt x="645621" y="5408"/>
                  </a:lnTo>
                  <a:lnTo>
                    <a:pt x="576674" y="1368"/>
                  </a:lnTo>
                  <a:lnTo>
                    <a:pt x="504120" y="0"/>
                  </a:lnTo>
                  <a:close/>
                </a:path>
              </a:pathLst>
            </a:custGeom>
            <a:solidFill>
              <a:srgbClr val="FFFFCC"/>
            </a:solidFill>
          </p:spPr>
          <p:txBody>
            <a:bodyPr wrap="square" lIns="0" tIns="0" rIns="0" bIns="0" rtlCol="0"/>
            <a:lstStyle/>
            <a:p>
              <a:endParaRPr/>
            </a:p>
          </p:txBody>
        </p:sp>
        <p:sp>
          <p:nvSpPr>
            <p:cNvPr id="12" name="object 12"/>
            <p:cNvSpPr/>
            <p:nvPr/>
          </p:nvSpPr>
          <p:spPr>
            <a:xfrm>
              <a:off x="5076284" y="1606517"/>
              <a:ext cx="1023619" cy="342265"/>
            </a:xfrm>
            <a:custGeom>
              <a:avLst/>
              <a:gdLst/>
              <a:ahLst/>
              <a:cxnLst/>
              <a:rect l="l" t="t" r="r" b="b"/>
              <a:pathLst>
                <a:path w="1023620" h="342264">
                  <a:moveTo>
                    <a:pt x="0" y="170869"/>
                  </a:moveTo>
                  <a:lnTo>
                    <a:pt x="4535" y="194232"/>
                  </a:lnTo>
                  <a:lnTo>
                    <a:pt x="17765" y="216589"/>
                  </a:lnTo>
                  <a:lnTo>
                    <a:pt x="39126" y="237746"/>
                  </a:lnTo>
                  <a:lnTo>
                    <a:pt x="103980" y="275675"/>
                  </a:lnTo>
                  <a:lnTo>
                    <a:pt x="146346" y="292056"/>
                  </a:lnTo>
                  <a:lnTo>
                    <a:pt x="194585" y="306454"/>
                  </a:lnTo>
                  <a:lnTo>
                    <a:pt x="248132" y="318672"/>
                  </a:lnTo>
                  <a:lnTo>
                    <a:pt x="306423" y="328516"/>
                  </a:lnTo>
                  <a:lnTo>
                    <a:pt x="368895" y="335790"/>
                  </a:lnTo>
                  <a:lnTo>
                    <a:pt x="434981" y="340298"/>
                  </a:lnTo>
                  <a:lnTo>
                    <a:pt x="504119" y="341844"/>
                  </a:lnTo>
                  <a:lnTo>
                    <a:pt x="573520" y="340475"/>
                  </a:lnTo>
                  <a:lnTo>
                    <a:pt x="640409" y="336435"/>
                  </a:lnTo>
                  <a:lnTo>
                    <a:pt x="704115" y="329822"/>
                  </a:lnTo>
                  <a:lnTo>
                    <a:pt x="763965" y="320736"/>
                  </a:lnTo>
                  <a:lnTo>
                    <a:pt x="819289" y="309275"/>
                  </a:lnTo>
                  <a:lnTo>
                    <a:pt x="869415" y="295538"/>
                  </a:lnTo>
                  <a:lnTo>
                    <a:pt x="913672" y="279625"/>
                  </a:lnTo>
                  <a:lnTo>
                    <a:pt x="951387" y="261634"/>
                  </a:lnTo>
                  <a:lnTo>
                    <a:pt x="1004509" y="219813"/>
                  </a:lnTo>
                  <a:lnTo>
                    <a:pt x="1023411" y="170869"/>
                  </a:lnTo>
                  <a:lnTo>
                    <a:pt x="1018860" y="145580"/>
                  </a:lnTo>
                  <a:lnTo>
                    <a:pt x="984000" y="100136"/>
                  </a:lnTo>
                  <a:lnTo>
                    <a:pt x="918230" y="62198"/>
                  </a:lnTo>
                  <a:lnTo>
                    <a:pt x="875042" y="46292"/>
                  </a:lnTo>
                  <a:lnTo>
                    <a:pt x="825671" y="32561"/>
                  </a:lnTo>
                  <a:lnTo>
                    <a:pt x="770634" y="21104"/>
                  </a:lnTo>
                  <a:lnTo>
                    <a:pt x="710446" y="12020"/>
                  </a:lnTo>
                  <a:lnTo>
                    <a:pt x="645621" y="5408"/>
                  </a:lnTo>
                  <a:lnTo>
                    <a:pt x="576674" y="1368"/>
                  </a:lnTo>
                  <a:lnTo>
                    <a:pt x="504121" y="0"/>
                  </a:lnTo>
                  <a:lnTo>
                    <a:pt x="431936" y="1552"/>
                  </a:lnTo>
                  <a:lnTo>
                    <a:pt x="363860" y="6075"/>
                  </a:lnTo>
                  <a:lnTo>
                    <a:pt x="300306" y="13370"/>
                  </a:lnTo>
                  <a:lnTo>
                    <a:pt x="241687" y="23238"/>
                  </a:lnTo>
                  <a:lnTo>
                    <a:pt x="188417" y="35479"/>
                  </a:lnTo>
                  <a:lnTo>
                    <a:pt x="140908" y="49894"/>
                  </a:lnTo>
                  <a:lnTo>
                    <a:pt x="99575" y="66284"/>
                  </a:lnTo>
                  <a:lnTo>
                    <a:pt x="64830" y="84448"/>
                  </a:lnTo>
                  <a:lnTo>
                    <a:pt x="16758" y="125304"/>
                  </a:lnTo>
                  <a:lnTo>
                    <a:pt x="4258" y="147598"/>
                  </a:lnTo>
                  <a:lnTo>
                    <a:pt x="0" y="170869"/>
                  </a:lnTo>
                </a:path>
              </a:pathLst>
            </a:custGeom>
            <a:ln w="3175">
              <a:solidFill>
                <a:srgbClr val="990033"/>
              </a:solidFill>
            </a:ln>
          </p:spPr>
          <p:txBody>
            <a:bodyPr wrap="square" lIns="0" tIns="0" rIns="0" bIns="0" rtlCol="0"/>
            <a:lstStyle/>
            <a:p>
              <a:endParaRPr/>
            </a:p>
          </p:txBody>
        </p:sp>
        <p:sp>
          <p:nvSpPr>
            <p:cNvPr id="13" name="object 13"/>
            <p:cNvSpPr txBox="1"/>
            <p:nvPr/>
          </p:nvSpPr>
          <p:spPr>
            <a:xfrm>
              <a:off x="5137768" y="1992825"/>
              <a:ext cx="905510" cy="207645"/>
            </a:xfrm>
            <a:prstGeom prst="rect">
              <a:avLst/>
            </a:prstGeom>
          </p:spPr>
          <p:txBody>
            <a:bodyPr vert="horz" wrap="square" lIns="0" tIns="12065" rIns="0" bIns="0" rtlCol="0">
              <a:spAutoFit/>
            </a:bodyPr>
            <a:lstStyle/>
            <a:p>
              <a:pPr marL="12700">
                <a:lnSpc>
                  <a:spcPct val="100000"/>
                </a:lnSpc>
                <a:spcBef>
                  <a:spcPts val="95"/>
                </a:spcBef>
              </a:pPr>
              <a:r>
                <a:rPr sz="1200" spc="355" dirty="0">
                  <a:latin typeface="Arial" panose="020B0604020202020204"/>
                  <a:cs typeface="Arial" panose="020B0604020202020204"/>
                </a:rPr>
                <a:t>Buy</a:t>
              </a:r>
              <a:r>
                <a:rPr sz="1200" spc="-50" dirty="0">
                  <a:latin typeface="Arial" panose="020B0604020202020204"/>
                  <a:cs typeface="Arial" panose="020B0604020202020204"/>
                </a:rPr>
                <a:t> </a:t>
              </a:r>
              <a:r>
                <a:rPr sz="1200" spc="270" dirty="0">
                  <a:latin typeface="Arial" panose="020B0604020202020204"/>
                  <a:cs typeface="Arial" panose="020B0604020202020204"/>
                </a:rPr>
                <a:t>Item</a:t>
              </a:r>
              <a:endParaRPr sz="1200">
                <a:latin typeface="Arial" panose="020B0604020202020204"/>
                <a:cs typeface="Arial" panose="020B0604020202020204"/>
              </a:endParaRPr>
            </a:p>
          </p:txBody>
        </p:sp>
        <p:sp>
          <p:nvSpPr>
            <p:cNvPr id="14" name="object 14"/>
            <p:cNvSpPr/>
            <p:nvPr/>
          </p:nvSpPr>
          <p:spPr>
            <a:xfrm>
              <a:off x="6099697" y="1910474"/>
              <a:ext cx="1023619" cy="285115"/>
            </a:xfrm>
            <a:custGeom>
              <a:avLst/>
              <a:gdLst/>
              <a:ahLst/>
              <a:cxnLst/>
              <a:rect l="l" t="t" r="r" b="b"/>
              <a:pathLst>
                <a:path w="1023620" h="285114">
                  <a:moveTo>
                    <a:pt x="1023078" y="284746"/>
                  </a:moveTo>
                  <a:lnTo>
                    <a:pt x="0" y="0"/>
                  </a:lnTo>
                </a:path>
              </a:pathLst>
            </a:custGeom>
            <a:ln w="9923">
              <a:solidFill>
                <a:srgbClr val="990033"/>
              </a:solidFill>
            </a:ln>
          </p:spPr>
          <p:txBody>
            <a:bodyPr wrap="square" lIns="0" tIns="0" rIns="0" bIns="0" rtlCol="0"/>
            <a:lstStyle/>
            <a:p>
              <a:endParaRPr/>
            </a:p>
          </p:txBody>
        </p:sp>
        <p:sp>
          <p:nvSpPr>
            <p:cNvPr id="15" name="object 15"/>
            <p:cNvSpPr/>
            <p:nvPr/>
          </p:nvSpPr>
          <p:spPr>
            <a:xfrm>
              <a:off x="7122776" y="2195221"/>
              <a:ext cx="1023619" cy="285115"/>
            </a:xfrm>
            <a:custGeom>
              <a:avLst/>
              <a:gdLst/>
              <a:ahLst/>
              <a:cxnLst/>
              <a:rect l="l" t="t" r="r" b="b"/>
              <a:pathLst>
                <a:path w="1023620" h="285114">
                  <a:moveTo>
                    <a:pt x="0" y="0"/>
                  </a:moveTo>
                  <a:lnTo>
                    <a:pt x="1023412" y="284853"/>
                  </a:lnTo>
                </a:path>
              </a:pathLst>
            </a:custGeom>
            <a:ln w="9923">
              <a:solidFill>
                <a:srgbClr val="990033"/>
              </a:solidFill>
            </a:ln>
          </p:spPr>
          <p:txBody>
            <a:bodyPr wrap="square" lIns="0" tIns="0" rIns="0" bIns="0" rtlCol="0"/>
            <a:lstStyle/>
            <a:p>
              <a:endParaRPr/>
            </a:p>
          </p:txBody>
        </p:sp>
        <p:sp>
          <p:nvSpPr>
            <p:cNvPr id="16" name="object 16"/>
            <p:cNvSpPr/>
            <p:nvPr/>
          </p:nvSpPr>
          <p:spPr>
            <a:xfrm>
              <a:off x="4794550" y="2413583"/>
              <a:ext cx="1023619" cy="342265"/>
            </a:xfrm>
            <a:custGeom>
              <a:avLst/>
              <a:gdLst/>
              <a:ahLst/>
              <a:cxnLst/>
              <a:rect l="l" t="t" r="r" b="b"/>
              <a:pathLst>
                <a:path w="1023620" h="342264">
                  <a:moveTo>
                    <a:pt x="503954" y="0"/>
                  </a:moveTo>
                  <a:lnTo>
                    <a:pt x="431808" y="1550"/>
                  </a:lnTo>
                  <a:lnTo>
                    <a:pt x="363764" y="6068"/>
                  </a:lnTo>
                  <a:lnTo>
                    <a:pt x="300236" y="13355"/>
                  </a:lnTo>
                  <a:lnTo>
                    <a:pt x="241638" y="23215"/>
                  </a:lnTo>
                  <a:lnTo>
                    <a:pt x="188384" y="35447"/>
                  </a:lnTo>
                  <a:lnTo>
                    <a:pt x="140887" y="49854"/>
                  </a:lnTo>
                  <a:lnTo>
                    <a:pt x="99563" y="66238"/>
                  </a:lnTo>
                  <a:lnTo>
                    <a:pt x="64824" y="84400"/>
                  </a:lnTo>
                  <a:lnTo>
                    <a:pt x="16757" y="125267"/>
                  </a:lnTo>
                  <a:lnTo>
                    <a:pt x="0" y="170869"/>
                  </a:lnTo>
                  <a:lnTo>
                    <a:pt x="4541" y="194162"/>
                  </a:lnTo>
                  <a:lnTo>
                    <a:pt x="39170" y="237595"/>
                  </a:lnTo>
                  <a:lnTo>
                    <a:pt x="104070" y="275499"/>
                  </a:lnTo>
                  <a:lnTo>
                    <a:pt x="146451" y="291883"/>
                  </a:lnTo>
                  <a:lnTo>
                    <a:pt x="194694" y="306290"/>
                  </a:lnTo>
                  <a:lnTo>
                    <a:pt x="248231" y="318523"/>
                  </a:lnTo>
                  <a:lnTo>
                    <a:pt x="306494" y="328382"/>
                  </a:lnTo>
                  <a:lnTo>
                    <a:pt x="368914" y="335670"/>
                  </a:lnTo>
                  <a:lnTo>
                    <a:pt x="434923" y="340188"/>
                  </a:lnTo>
                  <a:lnTo>
                    <a:pt x="503953" y="341738"/>
                  </a:lnTo>
                  <a:lnTo>
                    <a:pt x="573392" y="340369"/>
                  </a:lnTo>
                  <a:lnTo>
                    <a:pt x="640313" y="336329"/>
                  </a:lnTo>
                  <a:lnTo>
                    <a:pt x="704045" y="329718"/>
                  </a:lnTo>
                  <a:lnTo>
                    <a:pt x="763916" y="320634"/>
                  </a:lnTo>
                  <a:lnTo>
                    <a:pt x="819256" y="309177"/>
                  </a:lnTo>
                  <a:lnTo>
                    <a:pt x="869394" y="295446"/>
                  </a:lnTo>
                  <a:lnTo>
                    <a:pt x="913660" y="279540"/>
                  </a:lnTo>
                  <a:lnTo>
                    <a:pt x="951381" y="261559"/>
                  </a:lnTo>
                  <a:lnTo>
                    <a:pt x="1004509" y="219768"/>
                  </a:lnTo>
                  <a:lnTo>
                    <a:pt x="1023411" y="170868"/>
                  </a:lnTo>
                  <a:lnTo>
                    <a:pt x="1018857" y="145580"/>
                  </a:lnTo>
                  <a:lnTo>
                    <a:pt x="983974" y="100136"/>
                  </a:lnTo>
                  <a:lnTo>
                    <a:pt x="918167" y="62198"/>
                  </a:lnTo>
                  <a:lnTo>
                    <a:pt x="874959" y="46292"/>
                  </a:lnTo>
                  <a:lnTo>
                    <a:pt x="825568" y="32561"/>
                  </a:lnTo>
                  <a:lnTo>
                    <a:pt x="770512" y="21104"/>
                  </a:lnTo>
                  <a:lnTo>
                    <a:pt x="710305" y="12020"/>
                  </a:lnTo>
                  <a:lnTo>
                    <a:pt x="645466" y="5408"/>
                  </a:lnTo>
                  <a:lnTo>
                    <a:pt x="576510" y="1368"/>
                  </a:lnTo>
                  <a:lnTo>
                    <a:pt x="503954" y="0"/>
                  </a:lnTo>
                  <a:close/>
                </a:path>
              </a:pathLst>
            </a:custGeom>
            <a:solidFill>
              <a:srgbClr val="FFFFCC"/>
            </a:solidFill>
          </p:spPr>
          <p:txBody>
            <a:bodyPr wrap="square" lIns="0" tIns="0" rIns="0" bIns="0" rtlCol="0"/>
            <a:lstStyle/>
            <a:p>
              <a:endParaRPr/>
            </a:p>
          </p:txBody>
        </p:sp>
        <p:sp>
          <p:nvSpPr>
            <p:cNvPr id="17" name="object 17"/>
            <p:cNvSpPr/>
            <p:nvPr/>
          </p:nvSpPr>
          <p:spPr>
            <a:xfrm>
              <a:off x="4794550" y="2413583"/>
              <a:ext cx="1023619" cy="342265"/>
            </a:xfrm>
            <a:custGeom>
              <a:avLst/>
              <a:gdLst/>
              <a:ahLst/>
              <a:cxnLst/>
              <a:rect l="l" t="t" r="r" b="b"/>
              <a:pathLst>
                <a:path w="1023620" h="342264">
                  <a:moveTo>
                    <a:pt x="0" y="170869"/>
                  </a:moveTo>
                  <a:lnTo>
                    <a:pt x="4541" y="194162"/>
                  </a:lnTo>
                  <a:lnTo>
                    <a:pt x="17788" y="216470"/>
                  </a:lnTo>
                  <a:lnTo>
                    <a:pt x="39170" y="237595"/>
                  </a:lnTo>
                  <a:lnTo>
                    <a:pt x="68121" y="257337"/>
                  </a:lnTo>
                  <a:lnTo>
                    <a:pt x="68121" y="257337"/>
                  </a:lnTo>
                  <a:lnTo>
                    <a:pt x="78345" y="262503"/>
                  </a:lnTo>
                  <a:lnTo>
                    <a:pt x="104070" y="275499"/>
                  </a:lnTo>
                  <a:lnTo>
                    <a:pt x="146451" y="291883"/>
                  </a:lnTo>
                  <a:lnTo>
                    <a:pt x="194694" y="306290"/>
                  </a:lnTo>
                  <a:lnTo>
                    <a:pt x="248231" y="318523"/>
                  </a:lnTo>
                  <a:lnTo>
                    <a:pt x="306494" y="328382"/>
                  </a:lnTo>
                  <a:lnTo>
                    <a:pt x="368914" y="335670"/>
                  </a:lnTo>
                  <a:lnTo>
                    <a:pt x="434923" y="340188"/>
                  </a:lnTo>
                  <a:lnTo>
                    <a:pt x="503953" y="341738"/>
                  </a:lnTo>
                  <a:lnTo>
                    <a:pt x="573392" y="340369"/>
                  </a:lnTo>
                  <a:lnTo>
                    <a:pt x="640313" y="336329"/>
                  </a:lnTo>
                  <a:lnTo>
                    <a:pt x="704045" y="329718"/>
                  </a:lnTo>
                  <a:lnTo>
                    <a:pt x="763916" y="320634"/>
                  </a:lnTo>
                  <a:lnTo>
                    <a:pt x="819256" y="309177"/>
                  </a:lnTo>
                  <a:lnTo>
                    <a:pt x="869394" y="295446"/>
                  </a:lnTo>
                  <a:lnTo>
                    <a:pt x="913660" y="279540"/>
                  </a:lnTo>
                  <a:lnTo>
                    <a:pt x="951381" y="261559"/>
                  </a:lnTo>
                  <a:lnTo>
                    <a:pt x="1004509" y="219768"/>
                  </a:lnTo>
                  <a:lnTo>
                    <a:pt x="1023411" y="170868"/>
                  </a:lnTo>
                  <a:lnTo>
                    <a:pt x="1018857" y="145580"/>
                  </a:lnTo>
                  <a:lnTo>
                    <a:pt x="983974" y="100136"/>
                  </a:lnTo>
                  <a:lnTo>
                    <a:pt x="918167" y="62198"/>
                  </a:lnTo>
                  <a:lnTo>
                    <a:pt x="874959" y="46292"/>
                  </a:lnTo>
                  <a:lnTo>
                    <a:pt x="825568" y="32561"/>
                  </a:lnTo>
                  <a:lnTo>
                    <a:pt x="770512" y="21104"/>
                  </a:lnTo>
                  <a:lnTo>
                    <a:pt x="710305" y="12020"/>
                  </a:lnTo>
                  <a:lnTo>
                    <a:pt x="645466" y="5408"/>
                  </a:lnTo>
                  <a:lnTo>
                    <a:pt x="576510" y="1368"/>
                  </a:lnTo>
                  <a:lnTo>
                    <a:pt x="503954" y="0"/>
                  </a:lnTo>
                  <a:lnTo>
                    <a:pt x="431808" y="1550"/>
                  </a:lnTo>
                  <a:lnTo>
                    <a:pt x="363764" y="6068"/>
                  </a:lnTo>
                  <a:lnTo>
                    <a:pt x="300236" y="13355"/>
                  </a:lnTo>
                  <a:lnTo>
                    <a:pt x="241638" y="23215"/>
                  </a:lnTo>
                  <a:lnTo>
                    <a:pt x="188384" y="35447"/>
                  </a:lnTo>
                  <a:lnTo>
                    <a:pt x="140887" y="49854"/>
                  </a:lnTo>
                  <a:lnTo>
                    <a:pt x="99563" y="66238"/>
                  </a:lnTo>
                  <a:lnTo>
                    <a:pt x="64824" y="84400"/>
                  </a:lnTo>
                  <a:lnTo>
                    <a:pt x="16757" y="125267"/>
                  </a:lnTo>
                  <a:lnTo>
                    <a:pt x="4258" y="147575"/>
                  </a:lnTo>
                  <a:lnTo>
                    <a:pt x="0" y="170869"/>
                  </a:lnTo>
                </a:path>
              </a:pathLst>
            </a:custGeom>
            <a:ln w="3175">
              <a:solidFill>
                <a:srgbClr val="990033"/>
              </a:solidFill>
            </a:ln>
          </p:spPr>
          <p:txBody>
            <a:bodyPr wrap="square" lIns="0" tIns="0" rIns="0" bIns="0" rtlCol="0"/>
            <a:lstStyle/>
            <a:p>
              <a:endParaRPr/>
            </a:p>
          </p:txBody>
        </p:sp>
        <p:sp>
          <p:nvSpPr>
            <p:cNvPr id="18" name="object 18"/>
            <p:cNvSpPr txBox="1"/>
            <p:nvPr/>
          </p:nvSpPr>
          <p:spPr>
            <a:xfrm>
              <a:off x="4989566" y="2799571"/>
              <a:ext cx="661670" cy="207645"/>
            </a:xfrm>
            <a:prstGeom prst="rect">
              <a:avLst/>
            </a:prstGeom>
          </p:spPr>
          <p:txBody>
            <a:bodyPr vert="horz" wrap="square" lIns="0" tIns="12065" rIns="0" bIns="0" rtlCol="0">
              <a:spAutoFit/>
            </a:bodyPr>
            <a:lstStyle/>
            <a:p>
              <a:pPr marL="12700">
                <a:lnSpc>
                  <a:spcPct val="100000"/>
                </a:lnSpc>
                <a:spcBef>
                  <a:spcPts val="95"/>
                </a:spcBef>
              </a:pPr>
              <a:r>
                <a:rPr sz="1200" spc="375" dirty="0">
                  <a:latin typeface="Arial" panose="020B0604020202020204"/>
                  <a:cs typeface="Arial" panose="020B0604020202020204"/>
                </a:rPr>
                <a:t>Log</a:t>
              </a:r>
              <a:r>
                <a:rPr sz="1200" spc="75" dirty="0">
                  <a:latin typeface="Arial" panose="020B0604020202020204"/>
                  <a:cs typeface="Arial" panose="020B0604020202020204"/>
                </a:rPr>
                <a:t> </a:t>
              </a:r>
              <a:r>
                <a:rPr sz="1200" spc="190" dirty="0">
                  <a:latin typeface="Arial" panose="020B0604020202020204"/>
                  <a:cs typeface="Arial" panose="020B0604020202020204"/>
                </a:rPr>
                <a:t>In</a:t>
              </a:r>
              <a:endParaRPr sz="1200">
                <a:latin typeface="Arial" panose="020B0604020202020204"/>
                <a:cs typeface="Arial" panose="020B0604020202020204"/>
              </a:endParaRPr>
            </a:p>
          </p:txBody>
        </p:sp>
        <p:sp>
          <p:nvSpPr>
            <p:cNvPr id="19" name="object 19"/>
            <p:cNvSpPr/>
            <p:nvPr/>
          </p:nvSpPr>
          <p:spPr>
            <a:xfrm>
              <a:off x="3220003" y="2212641"/>
              <a:ext cx="222961" cy="305321"/>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3148221" y="2413583"/>
              <a:ext cx="386080" cy="0"/>
            </a:xfrm>
            <a:custGeom>
              <a:avLst/>
              <a:gdLst/>
              <a:ahLst/>
              <a:cxnLst/>
              <a:rect l="l" t="t" r="r" b="b"/>
              <a:pathLst>
                <a:path w="386079">
                  <a:moveTo>
                    <a:pt x="0" y="0"/>
                  </a:moveTo>
                  <a:lnTo>
                    <a:pt x="385709" y="0"/>
                  </a:lnTo>
                </a:path>
              </a:pathLst>
            </a:custGeom>
            <a:ln w="3175">
              <a:solidFill>
                <a:srgbClr val="990033"/>
              </a:solidFill>
            </a:ln>
          </p:spPr>
          <p:txBody>
            <a:bodyPr wrap="square" lIns="0" tIns="0" rIns="0" bIns="0" rtlCol="0"/>
            <a:lstStyle/>
            <a:p>
              <a:endParaRPr/>
            </a:p>
          </p:txBody>
        </p:sp>
        <p:sp>
          <p:nvSpPr>
            <p:cNvPr id="21" name="object 21"/>
            <p:cNvSpPr/>
            <p:nvPr/>
          </p:nvSpPr>
          <p:spPr>
            <a:xfrm>
              <a:off x="3074154" y="2517962"/>
              <a:ext cx="549275" cy="171450"/>
            </a:xfrm>
            <a:custGeom>
              <a:avLst/>
              <a:gdLst/>
              <a:ahLst/>
              <a:cxnLst/>
              <a:rect l="l" t="t" r="r" b="b"/>
              <a:pathLst>
                <a:path w="549275" h="171450">
                  <a:moveTo>
                    <a:pt x="0" y="170869"/>
                  </a:moveTo>
                  <a:lnTo>
                    <a:pt x="266930" y="0"/>
                  </a:lnTo>
                  <a:lnTo>
                    <a:pt x="548748" y="170869"/>
                  </a:lnTo>
                </a:path>
              </a:pathLst>
            </a:custGeom>
            <a:ln w="3175">
              <a:solidFill>
                <a:srgbClr val="990033"/>
              </a:solidFill>
            </a:ln>
          </p:spPr>
          <p:txBody>
            <a:bodyPr wrap="square" lIns="0" tIns="0" rIns="0" bIns="0" rtlCol="0"/>
            <a:lstStyle/>
            <a:p>
              <a:endParaRPr/>
            </a:p>
          </p:txBody>
        </p:sp>
        <p:sp>
          <p:nvSpPr>
            <p:cNvPr id="22" name="object 22"/>
            <p:cNvSpPr txBox="1"/>
            <p:nvPr/>
          </p:nvSpPr>
          <p:spPr>
            <a:xfrm>
              <a:off x="2940888" y="2760161"/>
              <a:ext cx="805815" cy="170180"/>
            </a:xfrm>
            <a:prstGeom prst="rect">
              <a:avLst/>
            </a:prstGeom>
          </p:spPr>
          <p:txBody>
            <a:bodyPr vert="horz" wrap="square" lIns="0" tIns="0" rIns="0" bIns="0" rtlCol="0">
              <a:spAutoFit/>
            </a:bodyPr>
            <a:lstStyle/>
            <a:p>
              <a:pPr>
                <a:lnSpc>
                  <a:spcPts val="1320"/>
                </a:lnSpc>
              </a:pPr>
              <a:r>
                <a:rPr sz="1200" spc="530" dirty="0">
                  <a:latin typeface="Arial" panose="020B0604020202020204"/>
                  <a:cs typeface="Arial" panose="020B0604020202020204"/>
                </a:rPr>
                <a:t>C</a:t>
              </a:r>
              <a:r>
                <a:rPr sz="1200" spc="380" dirty="0">
                  <a:latin typeface="Arial" panose="020B0604020202020204"/>
                  <a:cs typeface="Arial" panose="020B0604020202020204"/>
                </a:rPr>
                <a:t>a</a:t>
              </a:r>
              <a:r>
                <a:rPr sz="1200" spc="330" dirty="0">
                  <a:latin typeface="Arial" panose="020B0604020202020204"/>
                  <a:cs typeface="Arial" panose="020B0604020202020204"/>
                </a:rPr>
                <a:t>s</a:t>
              </a:r>
              <a:r>
                <a:rPr sz="1200" spc="265" dirty="0">
                  <a:latin typeface="Arial" panose="020B0604020202020204"/>
                  <a:cs typeface="Arial" panose="020B0604020202020204"/>
                </a:rPr>
                <a:t>h</a:t>
              </a:r>
              <a:r>
                <a:rPr sz="1200" spc="80" dirty="0">
                  <a:latin typeface="Arial" panose="020B0604020202020204"/>
                  <a:cs typeface="Arial" panose="020B0604020202020204"/>
                </a:rPr>
                <a:t>i</a:t>
              </a:r>
              <a:r>
                <a:rPr sz="1200" spc="380" dirty="0">
                  <a:latin typeface="Arial" panose="020B0604020202020204"/>
                  <a:cs typeface="Arial" panose="020B0604020202020204"/>
                </a:rPr>
                <a:t>e</a:t>
              </a:r>
              <a:r>
                <a:rPr sz="1200" spc="220" dirty="0">
                  <a:latin typeface="Arial" panose="020B0604020202020204"/>
                  <a:cs typeface="Arial" panose="020B0604020202020204"/>
                </a:rPr>
                <a:t>r</a:t>
              </a:r>
              <a:endParaRPr sz="1200">
                <a:latin typeface="Arial" panose="020B0604020202020204"/>
                <a:cs typeface="Arial" panose="020B0604020202020204"/>
              </a:endParaRPr>
            </a:p>
          </p:txBody>
        </p:sp>
        <p:sp>
          <p:nvSpPr>
            <p:cNvPr id="23" name="object 23"/>
            <p:cNvSpPr/>
            <p:nvPr/>
          </p:nvSpPr>
          <p:spPr>
            <a:xfrm>
              <a:off x="4334773" y="1919973"/>
              <a:ext cx="741680" cy="218440"/>
            </a:xfrm>
            <a:custGeom>
              <a:avLst/>
              <a:gdLst/>
              <a:ahLst/>
              <a:cxnLst/>
              <a:rect l="l" t="t" r="r" b="b"/>
              <a:pathLst>
                <a:path w="741679" h="218439">
                  <a:moveTo>
                    <a:pt x="0" y="218362"/>
                  </a:moveTo>
                  <a:lnTo>
                    <a:pt x="741511" y="0"/>
                  </a:lnTo>
                </a:path>
              </a:pathLst>
            </a:custGeom>
            <a:ln w="9965">
              <a:solidFill>
                <a:srgbClr val="990033"/>
              </a:solidFill>
            </a:ln>
          </p:spPr>
          <p:txBody>
            <a:bodyPr wrap="square" lIns="0" tIns="0" rIns="0" bIns="0" rtlCol="0"/>
            <a:lstStyle/>
            <a:p>
              <a:endParaRPr/>
            </a:p>
          </p:txBody>
        </p:sp>
        <p:sp>
          <p:nvSpPr>
            <p:cNvPr id="24" name="object 24"/>
            <p:cNvSpPr/>
            <p:nvPr/>
          </p:nvSpPr>
          <p:spPr>
            <a:xfrm>
              <a:off x="3607998" y="2138335"/>
              <a:ext cx="727075" cy="218440"/>
            </a:xfrm>
            <a:custGeom>
              <a:avLst/>
              <a:gdLst/>
              <a:ahLst/>
              <a:cxnLst/>
              <a:rect l="l" t="t" r="r" b="b"/>
              <a:pathLst>
                <a:path w="727075" h="218439">
                  <a:moveTo>
                    <a:pt x="726774" y="0"/>
                  </a:moveTo>
                  <a:lnTo>
                    <a:pt x="0" y="218255"/>
                  </a:lnTo>
                </a:path>
              </a:pathLst>
            </a:custGeom>
            <a:ln w="9981">
              <a:solidFill>
                <a:srgbClr val="990033"/>
              </a:solidFill>
            </a:ln>
          </p:spPr>
          <p:txBody>
            <a:bodyPr wrap="square" lIns="0" tIns="0" rIns="0" bIns="0" rtlCol="0"/>
            <a:lstStyle/>
            <a:p>
              <a:endParaRPr/>
            </a:p>
          </p:txBody>
        </p:sp>
        <p:sp>
          <p:nvSpPr>
            <p:cNvPr id="25" name="object 25"/>
            <p:cNvSpPr/>
            <p:nvPr/>
          </p:nvSpPr>
          <p:spPr>
            <a:xfrm>
              <a:off x="4201407" y="2499178"/>
              <a:ext cx="578485" cy="38100"/>
            </a:xfrm>
            <a:custGeom>
              <a:avLst/>
              <a:gdLst/>
              <a:ahLst/>
              <a:cxnLst/>
              <a:rect l="l" t="t" r="r" b="b"/>
              <a:pathLst>
                <a:path w="578485" h="38100">
                  <a:moveTo>
                    <a:pt x="0" y="0"/>
                  </a:moveTo>
                  <a:lnTo>
                    <a:pt x="578138" y="37887"/>
                  </a:lnTo>
                </a:path>
              </a:pathLst>
            </a:custGeom>
            <a:ln w="9560">
              <a:solidFill>
                <a:srgbClr val="990033"/>
              </a:solidFill>
            </a:ln>
          </p:spPr>
          <p:txBody>
            <a:bodyPr wrap="square" lIns="0" tIns="0" rIns="0" bIns="0" rtlCol="0"/>
            <a:lstStyle/>
            <a:p>
              <a:endParaRPr/>
            </a:p>
          </p:txBody>
        </p:sp>
        <p:sp>
          <p:nvSpPr>
            <p:cNvPr id="26" name="object 26"/>
            <p:cNvSpPr/>
            <p:nvPr/>
          </p:nvSpPr>
          <p:spPr>
            <a:xfrm>
              <a:off x="3607998" y="2460970"/>
              <a:ext cx="593725" cy="38735"/>
            </a:xfrm>
            <a:custGeom>
              <a:avLst/>
              <a:gdLst/>
              <a:ahLst/>
              <a:cxnLst/>
              <a:rect l="l" t="t" r="r" b="b"/>
              <a:pathLst>
                <a:path w="593725" h="38735">
                  <a:moveTo>
                    <a:pt x="593409" y="38208"/>
                  </a:moveTo>
                  <a:lnTo>
                    <a:pt x="0" y="0"/>
                  </a:lnTo>
                </a:path>
              </a:pathLst>
            </a:custGeom>
            <a:ln w="9560">
              <a:solidFill>
                <a:srgbClr val="990033"/>
              </a:solidFill>
            </a:ln>
          </p:spPr>
          <p:txBody>
            <a:bodyPr wrap="square" lIns="0" tIns="0" rIns="0" bIns="0" rtlCol="0"/>
            <a:lstStyle/>
            <a:p>
              <a:endParaRPr/>
            </a:p>
          </p:txBody>
        </p:sp>
        <p:sp>
          <p:nvSpPr>
            <p:cNvPr id="27" name="object 27"/>
            <p:cNvSpPr/>
            <p:nvPr/>
          </p:nvSpPr>
          <p:spPr>
            <a:xfrm>
              <a:off x="5002266" y="3211044"/>
              <a:ext cx="1022985" cy="342265"/>
            </a:xfrm>
            <a:custGeom>
              <a:avLst/>
              <a:gdLst/>
              <a:ahLst/>
              <a:cxnLst/>
              <a:rect l="l" t="t" r="r" b="b"/>
              <a:pathLst>
                <a:path w="1022985" h="342264">
                  <a:moveTo>
                    <a:pt x="503952" y="0"/>
                  </a:moveTo>
                  <a:lnTo>
                    <a:pt x="431737" y="1550"/>
                  </a:lnTo>
                  <a:lnTo>
                    <a:pt x="363648" y="6068"/>
                  </a:lnTo>
                  <a:lnTo>
                    <a:pt x="300095" y="13355"/>
                  </a:lnTo>
                  <a:lnTo>
                    <a:pt x="241489" y="23214"/>
                  </a:lnTo>
                  <a:lnTo>
                    <a:pt x="188242" y="35447"/>
                  </a:lnTo>
                  <a:lnTo>
                    <a:pt x="140762" y="49854"/>
                  </a:lnTo>
                  <a:lnTo>
                    <a:pt x="99461" y="66238"/>
                  </a:lnTo>
                  <a:lnTo>
                    <a:pt x="64750" y="84400"/>
                  </a:lnTo>
                  <a:lnTo>
                    <a:pt x="16734" y="125267"/>
                  </a:lnTo>
                  <a:lnTo>
                    <a:pt x="0" y="170869"/>
                  </a:lnTo>
                  <a:lnTo>
                    <a:pt x="4535" y="194162"/>
                  </a:lnTo>
                  <a:lnTo>
                    <a:pt x="39123" y="237595"/>
                  </a:lnTo>
                  <a:lnTo>
                    <a:pt x="103969" y="275499"/>
                  </a:lnTo>
                  <a:lnTo>
                    <a:pt x="146326" y="291883"/>
                  </a:lnTo>
                  <a:lnTo>
                    <a:pt x="194551" y="306290"/>
                  </a:lnTo>
                  <a:lnTo>
                    <a:pt x="248082" y="318523"/>
                  </a:lnTo>
                  <a:lnTo>
                    <a:pt x="306353" y="328382"/>
                  </a:lnTo>
                  <a:lnTo>
                    <a:pt x="368798" y="335669"/>
                  </a:lnTo>
                  <a:lnTo>
                    <a:pt x="434853" y="340187"/>
                  </a:lnTo>
                  <a:lnTo>
                    <a:pt x="503952" y="341737"/>
                  </a:lnTo>
                  <a:lnTo>
                    <a:pt x="573382" y="340369"/>
                  </a:lnTo>
                  <a:lnTo>
                    <a:pt x="640276" y="336329"/>
                  </a:lnTo>
                  <a:lnTo>
                    <a:pt x="703966" y="329717"/>
                  </a:lnTo>
                  <a:lnTo>
                    <a:pt x="763786" y="320633"/>
                  </a:lnTo>
                  <a:lnTo>
                    <a:pt x="819068" y="309176"/>
                  </a:lnTo>
                  <a:lnTo>
                    <a:pt x="869144" y="295445"/>
                  </a:lnTo>
                  <a:lnTo>
                    <a:pt x="913347" y="279539"/>
                  </a:lnTo>
                  <a:lnTo>
                    <a:pt x="951010" y="261558"/>
                  </a:lnTo>
                  <a:lnTo>
                    <a:pt x="1004045" y="219768"/>
                  </a:lnTo>
                  <a:lnTo>
                    <a:pt x="1022910" y="170869"/>
                  </a:lnTo>
                  <a:lnTo>
                    <a:pt x="1018366" y="145580"/>
                  </a:lnTo>
                  <a:lnTo>
                    <a:pt x="983551" y="100136"/>
                  </a:lnTo>
                  <a:lnTo>
                    <a:pt x="917855" y="62198"/>
                  </a:lnTo>
                  <a:lnTo>
                    <a:pt x="874708" y="46292"/>
                  </a:lnTo>
                  <a:lnTo>
                    <a:pt x="825379" y="32561"/>
                  </a:lnTo>
                  <a:lnTo>
                    <a:pt x="770380" y="21104"/>
                  </a:lnTo>
                  <a:lnTo>
                    <a:pt x="710226" y="12020"/>
                  </a:lnTo>
                  <a:lnTo>
                    <a:pt x="645428" y="5408"/>
                  </a:lnTo>
                  <a:lnTo>
                    <a:pt x="576499" y="1368"/>
                  </a:lnTo>
                  <a:lnTo>
                    <a:pt x="503952" y="0"/>
                  </a:lnTo>
                  <a:close/>
                </a:path>
              </a:pathLst>
            </a:custGeom>
            <a:solidFill>
              <a:srgbClr val="FFFFCC"/>
            </a:solidFill>
          </p:spPr>
          <p:txBody>
            <a:bodyPr wrap="square" lIns="0" tIns="0" rIns="0" bIns="0" rtlCol="0"/>
            <a:lstStyle/>
            <a:p>
              <a:endParaRPr/>
            </a:p>
          </p:txBody>
        </p:sp>
        <p:sp>
          <p:nvSpPr>
            <p:cNvPr id="28" name="object 28"/>
            <p:cNvSpPr/>
            <p:nvPr/>
          </p:nvSpPr>
          <p:spPr>
            <a:xfrm>
              <a:off x="5002266" y="3211045"/>
              <a:ext cx="1022985" cy="342265"/>
            </a:xfrm>
            <a:custGeom>
              <a:avLst/>
              <a:gdLst/>
              <a:ahLst/>
              <a:cxnLst/>
              <a:rect l="l" t="t" r="r" b="b"/>
              <a:pathLst>
                <a:path w="1022985" h="342264">
                  <a:moveTo>
                    <a:pt x="0" y="170869"/>
                  </a:moveTo>
                  <a:lnTo>
                    <a:pt x="17765" y="216470"/>
                  </a:lnTo>
                  <a:lnTo>
                    <a:pt x="68047" y="257337"/>
                  </a:lnTo>
                  <a:lnTo>
                    <a:pt x="103969" y="275499"/>
                  </a:lnTo>
                  <a:lnTo>
                    <a:pt x="146326" y="291883"/>
                  </a:lnTo>
                  <a:lnTo>
                    <a:pt x="194551" y="306290"/>
                  </a:lnTo>
                  <a:lnTo>
                    <a:pt x="248082" y="318523"/>
                  </a:lnTo>
                  <a:lnTo>
                    <a:pt x="306353" y="328382"/>
                  </a:lnTo>
                  <a:lnTo>
                    <a:pt x="368798" y="335669"/>
                  </a:lnTo>
                  <a:lnTo>
                    <a:pt x="434853" y="340187"/>
                  </a:lnTo>
                  <a:lnTo>
                    <a:pt x="503952" y="341737"/>
                  </a:lnTo>
                  <a:lnTo>
                    <a:pt x="573382" y="340369"/>
                  </a:lnTo>
                  <a:lnTo>
                    <a:pt x="640276" y="336329"/>
                  </a:lnTo>
                  <a:lnTo>
                    <a:pt x="703966" y="329717"/>
                  </a:lnTo>
                  <a:lnTo>
                    <a:pt x="763786" y="320633"/>
                  </a:lnTo>
                  <a:lnTo>
                    <a:pt x="819068" y="309176"/>
                  </a:lnTo>
                  <a:lnTo>
                    <a:pt x="869144" y="295445"/>
                  </a:lnTo>
                  <a:lnTo>
                    <a:pt x="913347" y="279539"/>
                  </a:lnTo>
                  <a:lnTo>
                    <a:pt x="951010" y="261558"/>
                  </a:lnTo>
                  <a:lnTo>
                    <a:pt x="1004045" y="219768"/>
                  </a:lnTo>
                  <a:lnTo>
                    <a:pt x="1022910" y="170869"/>
                  </a:lnTo>
                  <a:lnTo>
                    <a:pt x="1018366" y="145580"/>
                  </a:lnTo>
                  <a:lnTo>
                    <a:pt x="983551" y="100136"/>
                  </a:lnTo>
                  <a:lnTo>
                    <a:pt x="917855" y="62198"/>
                  </a:lnTo>
                  <a:lnTo>
                    <a:pt x="874708" y="46292"/>
                  </a:lnTo>
                  <a:lnTo>
                    <a:pt x="825379" y="32561"/>
                  </a:lnTo>
                  <a:lnTo>
                    <a:pt x="770380" y="21104"/>
                  </a:lnTo>
                  <a:lnTo>
                    <a:pt x="710226" y="12020"/>
                  </a:lnTo>
                  <a:lnTo>
                    <a:pt x="645428" y="5408"/>
                  </a:lnTo>
                  <a:lnTo>
                    <a:pt x="576499" y="1368"/>
                  </a:lnTo>
                  <a:lnTo>
                    <a:pt x="503952" y="0"/>
                  </a:lnTo>
                  <a:lnTo>
                    <a:pt x="431737" y="1550"/>
                  </a:lnTo>
                  <a:lnTo>
                    <a:pt x="363648" y="6068"/>
                  </a:lnTo>
                  <a:lnTo>
                    <a:pt x="300095" y="13355"/>
                  </a:lnTo>
                  <a:lnTo>
                    <a:pt x="241490" y="23214"/>
                  </a:lnTo>
                  <a:lnTo>
                    <a:pt x="188242" y="35447"/>
                  </a:lnTo>
                  <a:lnTo>
                    <a:pt x="140762" y="49854"/>
                  </a:lnTo>
                  <a:lnTo>
                    <a:pt x="99462" y="66238"/>
                  </a:lnTo>
                  <a:lnTo>
                    <a:pt x="64750" y="84400"/>
                  </a:lnTo>
                  <a:lnTo>
                    <a:pt x="16734" y="125267"/>
                  </a:lnTo>
                  <a:lnTo>
                    <a:pt x="4252" y="147575"/>
                  </a:lnTo>
                  <a:lnTo>
                    <a:pt x="0" y="170869"/>
                  </a:lnTo>
                </a:path>
              </a:pathLst>
            </a:custGeom>
            <a:ln w="3175">
              <a:solidFill>
                <a:srgbClr val="990033"/>
              </a:solidFill>
            </a:ln>
          </p:spPr>
          <p:txBody>
            <a:bodyPr wrap="square" lIns="0" tIns="0" rIns="0" bIns="0" rtlCol="0"/>
            <a:lstStyle/>
            <a:p>
              <a:endParaRPr/>
            </a:p>
          </p:txBody>
        </p:sp>
        <p:sp>
          <p:nvSpPr>
            <p:cNvPr id="29" name="object 29"/>
            <p:cNvSpPr txBox="1"/>
            <p:nvPr/>
          </p:nvSpPr>
          <p:spPr>
            <a:xfrm>
              <a:off x="4218215" y="3606638"/>
              <a:ext cx="2611755" cy="207645"/>
            </a:xfrm>
            <a:prstGeom prst="rect">
              <a:avLst/>
            </a:prstGeom>
          </p:spPr>
          <p:txBody>
            <a:bodyPr vert="horz" wrap="square" lIns="0" tIns="12065" rIns="0" bIns="0" rtlCol="0">
              <a:spAutoFit/>
            </a:bodyPr>
            <a:lstStyle/>
            <a:p>
              <a:pPr marL="12700">
                <a:lnSpc>
                  <a:spcPct val="100000"/>
                </a:lnSpc>
                <a:spcBef>
                  <a:spcPts val="95"/>
                </a:spcBef>
              </a:pPr>
              <a:r>
                <a:rPr sz="1200" spc="305" dirty="0">
                  <a:latin typeface="Arial" panose="020B0604020202020204"/>
                  <a:cs typeface="Arial" panose="020B0604020202020204"/>
                </a:rPr>
                <a:t>Refund</a:t>
              </a:r>
              <a:r>
                <a:rPr sz="1200" spc="120" dirty="0">
                  <a:latin typeface="Arial" panose="020B0604020202020204"/>
                  <a:cs typeface="Arial" panose="020B0604020202020204"/>
                </a:rPr>
                <a:t> </a:t>
              </a:r>
              <a:r>
                <a:rPr sz="1200" spc="370" dirty="0">
                  <a:latin typeface="Arial" panose="020B0604020202020204"/>
                  <a:cs typeface="Arial" panose="020B0604020202020204"/>
                </a:rPr>
                <a:t>a</a:t>
              </a:r>
              <a:r>
                <a:rPr sz="1200" spc="125" dirty="0">
                  <a:latin typeface="Arial" panose="020B0604020202020204"/>
                  <a:cs typeface="Arial" panose="020B0604020202020204"/>
                </a:rPr>
                <a:t> </a:t>
              </a:r>
              <a:r>
                <a:rPr sz="1200" spc="330" dirty="0">
                  <a:latin typeface="Arial" panose="020B0604020202020204"/>
                  <a:cs typeface="Arial" panose="020B0604020202020204"/>
                </a:rPr>
                <a:t>Purchased</a:t>
              </a:r>
              <a:r>
                <a:rPr sz="1200" spc="125" dirty="0">
                  <a:latin typeface="Arial" panose="020B0604020202020204"/>
                  <a:cs typeface="Arial" panose="020B0604020202020204"/>
                </a:rPr>
                <a:t> </a:t>
              </a:r>
              <a:r>
                <a:rPr sz="1200" spc="270" dirty="0">
                  <a:latin typeface="Arial" panose="020B0604020202020204"/>
                  <a:cs typeface="Arial" panose="020B0604020202020204"/>
                </a:rPr>
                <a:t>Item</a:t>
              </a:r>
              <a:endParaRPr sz="1200">
                <a:latin typeface="Arial" panose="020B0604020202020204"/>
                <a:cs typeface="Arial" panose="020B0604020202020204"/>
              </a:endParaRPr>
            </a:p>
          </p:txBody>
        </p:sp>
        <p:sp>
          <p:nvSpPr>
            <p:cNvPr id="30" name="object 30"/>
            <p:cNvSpPr/>
            <p:nvPr/>
          </p:nvSpPr>
          <p:spPr>
            <a:xfrm>
              <a:off x="6025179" y="2926191"/>
              <a:ext cx="1053465" cy="304165"/>
            </a:xfrm>
            <a:custGeom>
              <a:avLst/>
              <a:gdLst/>
              <a:ahLst/>
              <a:cxnLst/>
              <a:rect l="l" t="t" r="r" b="b"/>
              <a:pathLst>
                <a:path w="1053465" h="304164">
                  <a:moveTo>
                    <a:pt x="1053252" y="0"/>
                  </a:moveTo>
                  <a:lnTo>
                    <a:pt x="0" y="303957"/>
                  </a:lnTo>
                </a:path>
              </a:pathLst>
            </a:custGeom>
            <a:ln w="9950">
              <a:solidFill>
                <a:srgbClr val="990033"/>
              </a:solidFill>
            </a:ln>
          </p:spPr>
          <p:txBody>
            <a:bodyPr wrap="square" lIns="0" tIns="0" rIns="0" bIns="0" rtlCol="0"/>
            <a:lstStyle/>
            <a:p>
              <a:endParaRPr/>
            </a:p>
          </p:txBody>
        </p:sp>
        <p:sp>
          <p:nvSpPr>
            <p:cNvPr id="31" name="object 31"/>
            <p:cNvSpPr/>
            <p:nvPr/>
          </p:nvSpPr>
          <p:spPr>
            <a:xfrm>
              <a:off x="7078431" y="2631839"/>
              <a:ext cx="1068070" cy="294640"/>
            </a:xfrm>
            <a:custGeom>
              <a:avLst/>
              <a:gdLst/>
              <a:ahLst/>
              <a:cxnLst/>
              <a:rect l="l" t="t" r="r" b="b"/>
              <a:pathLst>
                <a:path w="1068070" h="294639">
                  <a:moveTo>
                    <a:pt x="0" y="294351"/>
                  </a:moveTo>
                  <a:lnTo>
                    <a:pt x="1067756" y="0"/>
                  </a:lnTo>
                </a:path>
              </a:pathLst>
            </a:custGeom>
            <a:ln w="9916">
              <a:solidFill>
                <a:srgbClr val="990033"/>
              </a:solidFill>
            </a:ln>
          </p:spPr>
          <p:txBody>
            <a:bodyPr wrap="square" lIns="0" tIns="0" rIns="0" bIns="0" rtlCol="0"/>
            <a:lstStyle/>
            <a:p>
              <a:endParaRPr/>
            </a:p>
          </p:txBody>
        </p:sp>
        <p:sp>
          <p:nvSpPr>
            <p:cNvPr id="32" name="object 32"/>
            <p:cNvSpPr/>
            <p:nvPr/>
          </p:nvSpPr>
          <p:spPr>
            <a:xfrm>
              <a:off x="4364447" y="2878805"/>
              <a:ext cx="756285" cy="332740"/>
            </a:xfrm>
            <a:custGeom>
              <a:avLst/>
              <a:gdLst/>
              <a:ahLst/>
              <a:cxnLst/>
              <a:rect l="l" t="t" r="r" b="b"/>
              <a:pathLst>
                <a:path w="756285" h="332739">
                  <a:moveTo>
                    <a:pt x="0" y="0"/>
                  </a:moveTo>
                  <a:lnTo>
                    <a:pt x="756181" y="332239"/>
                  </a:lnTo>
                </a:path>
              </a:pathLst>
            </a:custGeom>
            <a:ln w="10405">
              <a:solidFill>
                <a:srgbClr val="990033"/>
              </a:solidFill>
            </a:ln>
          </p:spPr>
          <p:txBody>
            <a:bodyPr wrap="square" lIns="0" tIns="0" rIns="0" bIns="0" rtlCol="0"/>
            <a:lstStyle/>
            <a:p>
              <a:endParaRPr/>
            </a:p>
          </p:txBody>
        </p:sp>
        <p:sp>
          <p:nvSpPr>
            <p:cNvPr id="33" name="object 33"/>
            <p:cNvSpPr/>
            <p:nvPr/>
          </p:nvSpPr>
          <p:spPr>
            <a:xfrm>
              <a:off x="3607998" y="2555850"/>
              <a:ext cx="756920" cy="323215"/>
            </a:xfrm>
            <a:custGeom>
              <a:avLst/>
              <a:gdLst/>
              <a:ahLst/>
              <a:cxnLst/>
              <a:rect l="l" t="t" r="r" b="b"/>
              <a:pathLst>
                <a:path w="756920" h="323214">
                  <a:moveTo>
                    <a:pt x="756448" y="322954"/>
                  </a:moveTo>
                  <a:lnTo>
                    <a:pt x="0" y="0"/>
                  </a:lnTo>
                </a:path>
              </a:pathLst>
            </a:custGeom>
            <a:ln w="10364">
              <a:solidFill>
                <a:srgbClr val="990033"/>
              </a:solidFill>
            </a:ln>
          </p:spPr>
          <p:txBody>
            <a:bodyPr wrap="square" lIns="0" tIns="0" rIns="0" bIns="0" rtlCol="0"/>
            <a:lstStyle/>
            <a:p>
              <a:endParaRPr/>
            </a:p>
          </p:txBody>
        </p:sp>
        <p:sp>
          <p:nvSpPr>
            <p:cNvPr id="34" name="object 34"/>
            <p:cNvSpPr/>
            <p:nvPr/>
          </p:nvSpPr>
          <p:spPr>
            <a:xfrm>
              <a:off x="8470173" y="3993826"/>
              <a:ext cx="122914" cy="299532"/>
            </a:xfrm>
            <a:prstGeom prst="rect">
              <a:avLst/>
            </a:prstGeom>
            <a:blipFill>
              <a:blip r:embed="rId5" cstate="print"/>
              <a:stretch>
                <a:fillRect/>
              </a:stretch>
            </a:blipFill>
          </p:spPr>
          <p:txBody>
            <a:bodyPr wrap="square" lIns="0" tIns="0" rIns="0" bIns="0" rtlCol="0"/>
            <a:lstStyle/>
            <a:p>
              <a:endParaRPr/>
            </a:p>
          </p:txBody>
        </p:sp>
        <p:sp>
          <p:nvSpPr>
            <p:cNvPr id="35" name="object 35"/>
            <p:cNvSpPr/>
            <p:nvPr/>
          </p:nvSpPr>
          <p:spPr>
            <a:xfrm>
              <a:off x="8398248" y="4188980"/>
              <a:ext cx="386080" cy="0"/>
            </a:xfrm>
            <a:custGeom>
              <a:avLst/>
              <a:gdLst/>
              <a:ahLst/>
              <a:cxnLst/>
              <a:rect l="l" t="t" r="r" b="b"/>
              <a:pathLst>
                <a:path w="386079">
                  <a:moveTo>
                    <a:pt x="0" y="0"/>
                  </a:moveTo>
                  <a:lnTo>
                    <a:pt x="385592" y="0"/>
                  </a:lnTo>
                </a:path>
              </a:pathLst>
            </a:custGeom>
            <a:ln w="3175">
              <a:solidFill>
                <a:srgbClr val="990033"/>
              </a:solidFill>
            </a:ln>
          </p:spPr>
          <p:txBody>
            <a:bodyPr wrap="square" lIns="0" tIns="0" rIns="0" bIns="0" rtlCol="0"/>
            <a:lstStyle/>
            <a:p>
              <a:endParaRPr/>
            </a:p>
          </p:txBody>
        </p:sp>
        <p:sp>
          <p:nvSpPr>
            <p:cNvPr id="36" name="object 36"/>
            <p:cNvSpPr/>
            <p:nvPr/>
          </p:nvSpPr>
          <p:spPr>
            <a:xfrm>
              <a:off x="8324064" y="4293359"/>
              <a:ext cx="549275" cy="171450"/>
            </a:xfrm>
            <a:custGeom>
              <a:avLst/>
              <a:gdLst/>
              <a:ahLst/>
              <a:cxnLst/>
              <a:rect l="l" t="t" r="r" b="b"/>
              <a:pathLst>
                <a:path w="549275" h="171450">
                  <a:moveTo>
                    <a:pt x="0" y="170869"/>
                  </a:moveTo>
                  <a:lnTo>
                    <a:pt x="267064" y="0"/>
                  </a:lnTo>
                  <a:lnTo>
                    <a:pt x="548798" y="170869"/>
                  </a:lnTo>
                </a:path>
              </a:pathLst>
            </a:custGeom>
            <a:ln w="3175">
              <a:solidFill>
                <a:srgbClr val="990033"/>
              </a:solidFill>
            </a:ln>
          </p:spPr>
          <p:txBody>
            <a:bodyPr wrap="square" lIns="0" tIns="0" rIns="0" bIns="0" rtlCol="0"/>
            <a:lstStyle/>
            <a:p>
              <a:endParaRPr/>
            </a:p>
          </p:txBody>
        </p:sp>
        <p:sp>
          <p:nvSpPr>
            <p:cNvPr id="37" name="object 37"/>
            <p:cNvSpPr txBox="1"/>
            <p:nvPr/>
          </p:nvSpPr>
          <p:spPr>
            <a:xfrm>
              <a:off x="8131350" y="4535558"/>
              <a:ext cx="925194" cy="170180"/>
            </a:xfrm>
            <a:prstGeom prst="rect">
              <a:avLst/>
            </a:prstGeom>
          </p:spPr>
          <p:txBody>
            <a:bodyPr vert="horz" wrap="square" lIns="0" tIns="0" rIns="0" bIns="0" rtlCol="0">
              <a:spAutoFit/>
            </a:bodyPr>
            <a:lstStyle/>
            <a:p>
              <a:pPr>
                <a:lnSpc>
                  <a:spcPts val="1320"/>
                </a:lnSpc>
              </a:pPr>
              <a:r>
                <a:rPr sz="1200" spc="515" dirty="0">
                  <a:latin typeface="Arial" panose="020B0604020202020204"/>
                  <a:cs typeface="Arial" panose="020B0604020202020204"/>
                </a:rPr>
                <a:t>M</a:t>
              </a:r>
              <a:r>
                <a:rPr sz="1200" spc="380" dirty="0">
                  <a:latin typeface="Arial" panose="020B0604020202020204"/>
                  <a:cs typeface="Arial" panose="020B0604020202020204"/>
                </a:rPr>
                <a:t>a</a:t>
              </a:r>
              <a:r>
                <a:rPr sz="1200" spc="265" dirty="0">
                  <a:latin typeface="Arial" panose="020B0604020202020204"/>
                  <a:cs typeface="Arial" panose="020B0604020202020204"/>
                </a:rPr>
                <a:t>n</a:t>
              </a:r>
              <a:r>
                <a:rPr sz="1200" spc="380" dirty="0">
                  <a:latin typeface="Arial" panose="020B0604020202020204"/>
                  <a:cs typeface="Arial" panose="020B0604020202020204"/>
                </a:rPr>
                <a:t>age</a:t>
              </a:r>
              <a:r>
                <a:rPr sz="1200" spc="220" dirty="0">
                  <a:latin typeface="Arial" panose="020B0604020202020204"/>
                  <a:cs typeface="Arial" panose="020B0604020202020204"/>
                </a:rPr>
                <a:t>r</a:t>
              </a:r>
              <a:endParaRPr sz="1200">
                <a:latin typeface="Arial" panose="020B0604020202020204"/>
                <a:cs typeface="Arial" panose="020B0604020202020204"/>
              </a:endParaRPr>
            </a:p>
          </p:txBody>
        </p:sp>
        <p:sp>
          <p:nvSpPr>
            <p:cNvPr id="38" name="object 38"/>
            <p:cNvSpPr/>
            <p:nvPr/>
          </p:nvSpPr>
          <p:spPr>
            <a:xfrm>
              <a:off x="4868567" y="4055892"/>
              <a:ext cx="1023619" cy="342265"/>
            </a:xfrm>
            <a:custGeom>
              <a:avLst/>
              <a:gdLst/>
              <a:ahLst/>
              <a:cxnLst/>
              <a:rect l="l" t="t" r="r" b="b"/>
              <a:pathLst>
                <a:path w="1023620" h="342264">
                  <a:moveTo>
                    <a:pt x="504454" y="0"/>
                  </a:moveTo>
                  <a:lnTo>
                    <a:pt x="432193" y="1552"/>
                  </a:lnTo>
                  <a:lnTo>
                    <a:pt x="364053" y="6076"/>
                  </a:lnTo>
                  <a:lnTo>
                    <a:pt x="300447" y="13372"/>
                  </a:lnTo>
                  <a:lnTo>
                    <a:pt x="241786" y="23242"/>
                  </a:lnTo>
                  <a:lnTo>
                    <a:pt x="188483" y="35487"/>
                  </a:lnTo>
                  <a:lnTo>
                    <a:pt x="140950" y="49908"/>
                  </a:lnTo>
                  <a:lnTo>
                    <a:pt x="99599" y="66305"/>
                  </a:lnTo>
                  <a:lnTo>
                    <a:pt x="64842" y="84480"/>
                  </a:lnTo>
                  <a:lnTo>
                    <a:pt x="16760" y="125366"/>
                  </a:lnTo>
                  <a:lnTo>
                    <a:pt x="0" y="170976"/>
                  </a:lnTo>
                  <a:lnTo>
                    <a:pt x="4545" y="194247"/>
                  </a:lnTo>
                  <a:lnTo>
                    <a:pt x="39202" y="237656"/>
                  </a:lnTo>
                  <a:lnTo>
                    <a:pt x="104157" y="275561"/>
                  </a:lnTo>
                  <a:lnTo>
                    <a:pt x="146576" y="291950"/>
                  </a:lnTo>
                  <a:lnTo>
                    <a:pt x="194865" y="306365"/>
                  </a:lnTo>
                  <a:lnTo>
                    <a:pt x="248454" y="318606"/>
                  </a:lnTo>
                  <a:lnTo>
                    <a:pt x="306776" y="328474"/>
                  </a:lnTo>
                  <a:lnTo>
                    <a:pt x="369263" y="335769"/>
                  </a:lnTo>
                  <a:lnTo>
                    <a:pt x="435345" y="340293"/>
                  </a:lnTo>
                  <a:lnTo>
                    <a:pt x="504453" y="341845"/>
                  </a:lnTo>
                  <a:lnTo>
                    <a:pt x="573777" y="340476"/>
                  </a:lnTo>
                  <a:lnTo>
                    <a:pt x="640602" y="336436"/>
                  </a:lnTo>
                  <a:lnTo>
                    <a:pt x="704256" y="329825"/>
                  </a:lnTo>
                  <a:lnTo>
                    <a:pt x="764064" y="320741"/>
                  </a:lnTo>
                  <a:lnTo>
                    <a:pt x="819356" y="309283"/>
                  </a:lnTo>
                  <a:lnTo>
                    <a:pt x="869457" y="295552"/>
                  </a:lnTo>
                  <a:lnTo>
                    <a:pt x="913696" y="279646"/>
                  </a:lnTo>
                  <a:lnTo>
                    <a:pt x="951400" y="261665"/>
                  </a:lnTo>
                  <a:lnTo>
                    <a:pt x="1004511" y="219875"/>
                  </a:lnTo>
                  <a:lnTo>
                    <a:pt x="1023411" y="170975"/>
                  </a:lnTo>
                  <a:lnTo>
                    <a:pt x="1018860" y="145684"/>
                  </a:lnTo>
                  <a:lnTo>
                    <a:pt x="984005" y="100225"/>
                  </a:lnTo>
                  <a:lnTo>
                    <a:pt x="918254" y="62264"/>
                  </a:lnTo>
                  <a:lnTo>
                    <a:pt x="875084" y="46345"/>
                  </a:lnTo>
                  <a:lnTo>
                    <a:pt x="825739" y="32601"/>
                  </a:lnTo>
                  <a:lnTo>
                    <a:pt x="770734" y="21131"/>
                  </a:lnTo>
                  <a:lnTo>
                    <a:pt x="710587" y="12036"/>
                  </a:lnTo>
                  <a:lnTo>
                    <a:pt x="645813" y="5416"/>
                  </a:lnTo>
                  <a:lnTo>
                    <a:pt x="576930" y="1370"/>
                  </a:lnTo>
                  <a:lnTo>
                    <a:pt x="504454" y="0"/>
                  </a:lnTo>
                  <a:close/>
                </a:path>
              </a:pathLst>
            </a:custGeom>
            <a:solidFill>
              <a:srgbClr val="FFFFCC"/>
            </a:solidFill>
          </p:spPr>
          <p:txBody>
            <a:bodyPr wrap="square" lIns="0" tIns="0" rIns="0" bIns="0" rtlCol="0"/>
            <a:lstStyle/>
            <a:p>
              <a:endParaRPr/>
            </a:p>
          </p:txBody>
        </p:sp>
        <p:sp>
          <p:nvSpPr>
            <p:cNvPr id="39" name="object 39"/>
            <p:cNvSpPr/>
            <p:nvPr/>
          </p:nvSpPr>
          <p:spPr>
            <a:xfrm>
              <a:off x="4868567" y="4055892"/>
              <a:ext cx="1023619" cy="342265"/>
            </a:xfrm>
            <a:custGeom>
              <a:avLst/>
              <a:gdLst/>
              <a:ahLst/>
              <a:cxnLst/>
              <a:rect l="l" t="t" r="r" b="b"/>
              <a:pathLst>
                <a:path w="1023620" h="342264">
                  <a:moveTo>
                    <a:pt x="0" y="170976"/>
                  </a:moveTo>
                  <a:lnTo>
                    <a:pt x="17802" y="216540"/>
                  </a:lnTo>
                  <a:lnTo>
                    <a:pt x="68176" y="257396"/>
                  </a:lnTo>
                  <a:lnTo>
                    <a:pt x="104157" y="275561"/>
                  </a:lnTo>
                  <a:lnTo>
                    <a:pt x="146576" y="291950"/>
                  </a:lnTo>
                  <a:lnTo>
                    <a:pt x="194865" y="306365"/>
                  </a:lnTo>
                  <a:lnTo>
                    <a:pt x="248454" y="318606"/>
                  </a:lnTo>
                  <a:lnTo>
                    <a:pt x="306776" y="328474"/>
                  </a:lnTo>
                  <a:lnTo>
                    <a:pt x="369263" y="335769"/>
                  </a:lnTo>
                  <a:lnTo>
                    <a:pt x="435345" y="340293"/>
                  </a:lnTo>
                  <a:lnTo>
                    <a:pt x="504453" y="341845"/>
                  </a:lnTo>
                  <a:lnTo>
                    <a:pt x="573777" y="340476"/>
                  </a:lnTo>
                  <a:lnTo>
                    <a:pt x="640602" y="336436"/>
                  </a:lnTo>
                  <a:lnTo>
                    <a:pt x="704256" y="329825"/>
                  </a:lnTo>
                  <a:lnTo>
                    <a:pt x="764064" y="320741"/>
                  </a:lnTo>
                  <a:lnTo>
                    <a:pt x="819356" y="309283"/>
                  </a:lnTo>
                  <a:lnTo>
                    <a:pt x="869457" y="295552"/>
                  </a:lnTo>
                  <a:lnTo>
                    <a:pt x="913696" y="279646"/>
                  </a:lnTo>
                  <a:lnTo>
                    <a:pt x="951400" y="261665"/>
                  </a:lnTo>
                  <a:lnTo>
                    <a:pt x="1004511" y="219875"/>
                  </a:lnTo>
                  <a:lnTo>
                    <a:pt x="1023411" y="170975"/>
                  </a:lnTo>
                  <a:lnTo>
                    <a:pt x="1018860" y="145684"/>
                  </a:lnTo>
                  <a:lnTo>
                    <a:pt x="984005" y="100225"/>
                  </a:lnTo>
                  <a:lnTo>
                    <a:pt x="918254" y="62264"/>
                  </a:lnTo>
                  <a:lnTo>
                    <a:pt x="875084" y="46345"/>
                  </a:lnTo>
                  <a:lnTo>
                    <a:pt x="825739" y="32601"/>
                  </a:lnTo>
                  <a:lnTo>
                    <a:pt x="770734" y="21131"/>
                  </a:lnTo>
                  <a:lnTo>
                    <a:pt x="710587" y="12036"/>
                  </a:lnTo>
                  <a:lnTo>
                    <a:pt x="645813" y="5416"/>
                  </a:lnTo>
                  <a:lnTo>
                    <a:pt x="576930" y="1370"/>
                  </a:lnTo>
                  <a:lnTo>
                    <a:pt x="504454" y="0"/>
                  </a:lnTo>
                  <a:lnTo>
                    <a:pt x="432193" y="1552"/>
                  </a:lnTo>
                  <a:lnTo>
                    <a:pt x="364053" y="6076"/>
                  </a:lnTo>
                  <a:lnTo>
                    <a:pt x="300447" y="13372"/>
                  </a:lnTo>
                  <a:lnTo>
                    <a:pt x="241786" y="23242"/>
                  </a:lnTo>
                  <a:lnTo>
                    <a:pt x="188483" y="35487"/>
                  </a:lnTo>
                  <a:lnTo>
                    <a:pt x="140950" y="49908"/>
                  </a:lnTo>
                  <a:lnTo>
                    <a:pt x="99599" y="66305"/>
                  </a:lnTo>
                  <a:lnTo>
                    <a:pt x="64842" y="84480"/>
                  </a:lnTo>
                  <a:lnTo>
                    <a:pt x="16760" y="125366"/>
                  </a:lnTo>
                  <a:lnTo>
                    <a:pt x="4258" y="147680"/>
                  </a:lnTo>
                  <a:lnTo>
                    <a:pt x="0" y="170976"/>
                  </a:lnTo>
                </a:path>
              </a:pathLst>
            </a:custGeom>
            <a:ln w="3175">
              <a:solidFill>
                <a:srgbClr val="990033"/>
              </a:solidFill>
            </a:ln>
          </p:spPr>
          <p:txBody>
            <a:bodyPr wrap="square" lIns="0" tIns="0" rIns="0" bIns="0" rtlCol="0"/>
            <a:lstStyle/>
            <a:p>
              <a:endParaRPr/>
            </a:p>
          </p:txBody>
        </p:sp>
        <p:sp>
          <p:nvSpPr>
            <p:cNvPr id="40" name="object 40"/>
            <p:cNvSpPr txBox="1"/>
            <p:nvPr/>
          </p:nvSpPr>
          <p:spPr>
            <a:xfrm>
              <a:off x="4944889" y="4441987"/>
              <a:ext cx="868680" cy="207645"/>
            </a:xfrm>
            <a:prstGeom prst="rect">
              <a:avLst/>
            </a:prstGeom>
          </p:spPr>
          <p:txBody>
            <a:bodyPr vert="horz" wrap="square" lIns="0" tIns="12065" rIns="0" bIns="0" rtlCol="0">
              <a:spAutoFit/>
            </a:bodyPr>
            <a:lstStyle/>
            <a:p>
              <a:pPr marL="12700">
                <a:lnSpc>
                  <a:spcPct val="100000"/>
                </a:lnSpc>
                <a:spcBef>
                  <a:spcPts val="95"/>
                </a:spcBef>
              </a:pPr>
              <a:r>
                <a:rPr sz="1200" spc="270" dirty="0">
                  <a:latin typeface="Arial" panose="020B0604020202020204"/>
                  <a:cs typeface="Arial" panose="020B0604020202020204"/>
                </a:rPr>
                <a:t>Start</a:t>
              </a:r>
              <a:r>
                <a:rPr sz="1200" spc="10" dirty="0">
                  <a:latin typeface="Arial" panose="020B0604020202020204"/>
                  <a:cs typeface="Arial" panose="020B0604020202020204"/>
                </a:rPr>
                <a:t> </a:t>
              </a:r>
              <a:r>
                <a:rPr sz="1200" spc="390" dirty="0">
                  <a:latin typeface="Arial" panose="020B0604020202020204"/>
                  <a:cs typeface="Arial" panose="020B0604020202020204"/>
                </a:rPr>
                <a:t>Up</a:t>
              </a:r>
              <a:endParaRPr sz="1200">
                <a:latin typeface="Arial" panose="020B0604020202020204"/>
                <a:cs typeface="Arial" panose="020B0604020202020204"/>
              </a:endParaRPr>
            </a:p>
          </p:txBody>
        </p:sp>
        <p:sp>
          <p:nvSpPr>
            <p:cNvPr id="41" name="object 41"/>
            <p:cNvSpPr/>
            <p:nvPr/>
          </p:nvSpPr>
          <p:spPr>
            <a:xfrm>
              <a:off x="5891980" y="4226868"/>
              <a:ext cx="1216025" cy="0"/>
            </a:xfrm>
            <a:custGeom>
              <a:avLst/>
              <a:gdLst/>
              <a:ahLst/>
              <a:cxnLst/>
              <a:rect l="l" t="t" r="r" b="b"/>
              <a:pathLst>
                <a:path w="1216025">
                  <a:moveTo>
                    <a:pt x="1215958" y="0"/>
                  </a:moveTo>
                  <a:lnTo>
                    <a:pt x="0" y="0"/>
                  </a:lnTo>
                </a:path>
              </a:pathLst>
            </a:custGeom>
            <a:ln w="9537">
              <a:solidFill>
                <a:srgbClr val="990033"/>
              </a:solidFill>
            </a:ln>
          </p:spPr>
          <p:txBody>
            <a:bodyPr wrap="square" lIns="0" tIns="0" rIns="0" bIns="0" rtlCol="0"/>
            <a:lstStyle/>
            <a:p>
              <a:endParaRPr/>
            </a:p>
          </p:txBody>
        </p:sp>
        <p:sp>
          <p:nvSpPr>
            <p:cNvPr id="42" name="object 42"/>
            <p:cNvSpPr/>
            <p:nvPr/>
          </p:nvSpPr>
          <p:spPr>
            <a:xfrm>
              <a:off x="7107939" y="4226868"/>
              <a:ext cx="1201420" cy="0"/>
            </a:xfrm>
            <a:custGeom>
              <a:avLst/>
              <a:gdLst/>
              <a:ahLst/>
              <a:cxnLst/>
              <a:rect l="l" t="t" r="r" b="b"/>
              <a:pathLst>
                <a:path w="1201420">
                  <a:moveTo>
                    <a:pt x="0" y="0"/>
                  </a:moveTo>
                  <a:lnTo>
                    <a:pt x="1201288" y="0"/>
                  </a:lnTo>
                </a:path>
              </a:pathLst>
            </a:custGeom>
            <a:ln w="9537">
              <a:solidFill>
                <a:srgbClr val="990033"/>
              </a:solidFill>
            </a:ln>
          </p:spPr>
          <p:txBody>
            <a:bodyPr wrap="square" lIns="0" tIns="0" rIns="0" bIns="0" rtlCol="0"/>
            <a:lstStyle/>
            <a:p>
              <a:endParaRPr/>
            </a:p>
          </p:txBody>
        </p:sp>
        <p:sp>
          <p:nvSpPr>
            <p:cNvPr id="43" name="object 43"/>
            <p:cNvSpPr/>
            <p:nvPr/>
          </p:nvSpPr>
          <p:spPr>
            <a:xfrm>
              <a:off x="3044346" y="4786970"/>
              <a:ext cx="75565" cy="79375"/>
            </a:xfrm>
            <a:custGeom>
              <a:avLst/>
              <a:gdLst/>
              <a:ahLst/>
              <a:cxnLst/>
              <a:rect l="l" t="t" r="r" b="b"/>
              <a:pathLst>
                <a:path w="75564" h="79375">
                  <a:moveTo>
                    <a:pt x="0" y="0"/>
                  </a:moveTo>
                  <a:lnTo>
                    <a:pt x="10236" y="33348"/>
                  </a:lnTo>
                  <a:lnTo>
                    <a:pt x="37196" y="60513"/>
                  </a:lnTo>
                  <a:lnTo>
                    <a:pt x="75251" y="78793"/>
                  </a:lnTo>
                </a:path>
              </a:pathLst>
            </a:custGeom>
            <a:ln w="3866">
              <a:solidFill>
                <a:srgbClr val="990033"/>
              </a:solidFill>
            </a:ln>
          </p:spPr>
          <p:txBody>
            <a:bodyPr wrap="square" lIns="0" tIns="0" rIns="0" bIns="0" rtlCol="0"/>
            <a:lstStyle/>
            <a:p>
              <a:endParaRPr/>
            </a:p>
          </p:txBody>
        </p:sp>
        <p:sp>
          <p:nvSpPr>
            <p:cNvPr id="44" name="object 44"/>
            <p:cNvSpPr/>
            <p:nvPr/>
          </p:nvSpPr>
          <p:spPr>
            <a:xfrm>
              <a:off x="3044346" y="4734714"/>
              <a:ext cx="31750" cy="52705"/>
            </a:xfrm>
            <a:custGeom>
              <a:avLst/>
              <a:gdLst/>
              <a:ahLst/>
              <a:cxnLst/>
              <a:rect l="l" t="t" r="r" b="b"/>
              <a:pathLst>
                <a:path w="31750" h="52704">
                  <a:moveTo>
                    <a:pt x="31613" y="0"/>
                  </a:moveTo>
                  <a:lnTo>
                    <a:pt x="8143" y="24381"/>
                  </a:lnTo>
                  <a:lnTo>
                    <a:pt x="0" y="52255"/>
                  </a:lnTo>
                </a:path>
              </a:pathLst>
            </a:custGeom>
            <a:ln w="4217">
              <a:solidFill>
                <a:srgbClr val="990033"/>
              </a:solidFill>
            </a:ln>
          </p:spPr>
          <p:txBody>
            <a:bodyPr wrap="square" lIns="0" tIns="0" rIns="0" bIns="0" rtlCol="0"/>
            <a:lstStyle/>
            <a:p>
              <a:endParaRPr/>
            </a:p>
          </p:txBody>
        </p:sp>
        <p:sp>
          <p:nvSpPr>
            <p:cNvPr id="45" name="object 45"/>
            <p:cNvSpPr/>
            <p:nvPr/>
          </p:nvSpPr>
          <p:spPr>
            <a:xfrm>
              <a:off x="3178028" y="4872458"/>
              <a:ext cx="0" cy="142875"/>
            </a:xfrm>
            <a:custGeom>
              <a:avLst/>
              <a:gdLst/>
              <a:ahLst/>
              <a:cxnLst/>
              <a:rect l="l" t="t" r="r" b="b"/>
              <a:pathLst>
                <a:path h="142875">
                  <a:moveTo>
                    <a:pt x="0" y="0"/>
                  </a:moveTo>
                  <a:lnTo>
                    <a:pt x="0" y="142266"/>
                  </a:lnTo>
                </a:path>
              </a:pathLst>
            </a:custGeom>
            <a:ln w="3175">
              <a:solidFill>
                <a:srgbClr val="990033"/>
              </a:solidFill>
            </a:ln>
          </p:spPr>
          <p:txBody>
            <a:bodyPr wrap="square" lIns="0" tIns="0" rIns="0" bIns="0" rtlCol="0"/>
            <a:lstStyle/>
            <a:p>
              <a:endParaRPr/>
            </a:p>
          </p:txBody>
        </p:sp>
        <p:sp>
          <p:nvSpPr>
            <p:cNvPr id="46" name="object 46"/>
            <p:cNvSpPr/>
            <p:nvPr/>
          </p:nvSpPr>
          <p:spPr>
            <a:xfrm>
              <a:off x="2970279" y="4910346"/>
              <a:ext cx="400685" cy="0"/>
            </a:xfrm>
            <a:custGeom>
              <a:avLst/>
              <a:gdLst/>
              <a:ahLst/>
              <a:cxnLst/>
              <a:rect l="l" t="t" r="r" b="b"/>
              <a:pathLst>
                <a:path w="400685">
                  <a:moveTo>
                    <a:pt x="0" y="0"/>
                  </a:moveTo>
                  <a:lnTo>
                    <a:pt x="400596" y="0"/>
                  </a:lnTo>
                </a:path>
              </a:pathLst>
            </a:custGeom>
            <a:ln w="3175">
              <a:solidFill>
                <a:srgbClr val="990033"/>
              </a:solidFill>
            </a:ln>
          </p:spPr>
          <p:txBody>
            <a:bodyPr wrap="square" lIns="0" tIns="0" rIns="0" bIns="0" rtlCol="0"/>
            <a:lstStyle/>
            <a:p>
              <a:endParaRPr/>
            </a:p>
          </p:txBody>
        </p:sp>
        <p:sp>
          <p:nvSpPr>
            <p:cNvPr id="47" name="object 47"/>
            <p:cNvSpPr/>
            <p:nvPr/>
          </p:nvSpPr>
          <p:spPr>
            <a:xfrm>
              <a:off x="2896194" y="5014724"/>
              <a:ext cx="549275" cy="171450"/>
            </a:xfrm>
            <a:custGeom>
              <a:avLst/>
              <a:gdLst/>
              <a:ahLst/>
              <a:cxnLst/>
              <a:rect l="l" t="t" r="r" b="b"/>
              <a:pathLst>
                <a:path w="549275" h="171450">
                  <a:moveTo>
                    <a:pt x="0" y="170976"/>
                  </a:moveTo>
                  <a:lnTo>
                    <a:pt x="281834" y="0"/>
                  </a:lnTo>
                  <a:lnTo>
                    <a:pt x="548765" y="170976"/>
                  </a:lnTo>
                </a:path>
              </a:pathLst>
            </a:custGeom>
            <a:ln w="3175">
              <a:solidFill>
                <a:srgbClr val="990033"/>
              </a:solidFill>
            </a:ln>
          </p:spPr>
          <p:txBody>
            <a:bodyPr wrap="square" lIns="0" tIns="0" rIns="0" bIns="0" rtlCol="0"/>
            <a:lstStyle/>
            <a:p>
              <a:endParaRPr/>
            </a:p>
          </p:txBody>
        </p:sp>
        <p:sp>
          <p:nvSpPr>
            <p:cNvPr id="48" name="object 48"/>
            <p:cNvSpPr txBox="1"/>
            <p:nvPr/>
          </p:nvSpPr>
          <p:spPr>
            <a:xfrm>
              <a:off x="2540292" y="5257030"/>
              <a:ext cx="1264920" cy="340995"/>
            </a:xfrm>
            <a:prstGeom prst="rect">
              <a:avLst/>
            </a:prstGeom>
          </p:spPr>
          <p:txBody>
            <a:bodyPr vert="horz" wrap="square" lIns="0" tIns="0" rIns="0" bIns="0" rtlCol="0">
              <a:spAutoFit/>
            </a:bodyPr>
            <a:lstStyle/>
            <a:p>
              <a:pPr marR="36830" algn="ctr">
                <a:lnSpc>
                  <a:spcPts val="1275"/>
                </a:lnSpc>
              </a:pPr>
              <a:r>
                <a:rPr sz="1200" spc="345" dirty="0">
                  <a:latin typeface="Arial" panose="020B0604020202020204"/>
                  <a:cs typeface="Arial" panose="020B0604020202020204"/>
                </a:rPr>
                <a:t>System</a:t>
              </a:r>
              <a:endParaRPr sz="1200">
                <a:latin typeface="Arial" panose="020B0604020202020204"/>
                <a:cs typeface="Arial" panose="020B0604020202020204"/>
              </a:endParaRPr>
            </a:p>
            <a:p>
              <a:pPr algn="ctr">
                <a:lnSpc>
                  <a:spcPts val="1395"/>
                </a:lnSpc>
              </a:pPr>
              <a:r>
                <a:rPr sz="1200" spc="480" dirty="0">
                  <a:latin typeface="Arial" panose="020B0604020202020204"/>
                  <a:cs typeface="Arial" panose="020B0604020202020204"/>
                </a:rPr>
                <a:t>A</a:t>
              </a:r>
              <a:r>
                <a:rPr sz="1200" spc="380" dirty="0">
                  <a:latin typeface="Arial" panose="020B0604020202020204"/>
                  <a:cs typeface="Arial" panose="020B0604020202020204"/>
                </a:rPr>
                <a:t>d</a:t>
              </a:r>
              <a:r>
                <a:rPr sz="1200" spc="515" dirty="0">
                  <a:latin typeface="Arial" panose="020B0604020202020204"/>
                  <a:cs typeface="Arial" panose="020B0604020202020204"/>
                </a:rPr>
                <a:t>m</a:t>
              </a:r>
              <a:r>
                <a:rPr sz="1200" spc="195" dirty="0">
                  <a:latin typeface="Arial" panose="020B0604020202020204"/>
                  <a:cs typeface="Arial" panose="020B0604020202020204"/>
                </a:rPr>
                <a:t>i</a:t>
              </a:r>
              <a:r>
                <a:rPr sz="1200" spc="265" dirty="0">
                  <a:latin typeface="Arial" panose="020B0604020202020204"/>
                  <a:cs typeface="Arial" panose="020B0604020202020204"/>
                </a:rPr>
                <a:t>n</a:t>
              </a:r>
              <a:r>
                <a:rPr sz="1200" spc="195" dirty="0">
                  <a:latin typeface="Arial" panose="020B0604020202020204"/>
                  <a:cs typeface="Arial" panose="020B0604020202020204"/>
                </a:rPr>
                <a:t>i</a:t>
              </a:r>
              <a:r>
                <a:rPr sz="1200" spc="130" dirty="0">
                  <a:latin typeface="Arial" panose="020B0604020202020204"/>
                  <a:cs typeface="Arial" panose="020B0604020202020204"/>
                </a:rPr>
                <a:t>t</a:t>
              </a:r>
              <a:r>
                <a:rPr sz="1200" spc="180" dirty="0">
                  <a:latin typeface="Arial" panose="020B0604020202020204"/>
                  <a:cs typeface="Arial" panose="020B0604020202020204"/>
                </a:rPr>
                <a:t>r</a:t>
              </a:r>
              <a:r>
                <a:rPr sz="1200" spc="380" dirty="0">
                  <a:latin typeface="Arial" panose="020B0604020202020204"/>
                  <a:cs typeface="Arial" panose="020B0604020202020204"/>
                </a:rPr>
                <a:t>a</a:t>
              </a:r>
              <a:r>
                <a:rPr sz="1200" spc="130" dirty="0">
                  <a:latin typeface="Arial" panose="020B0604020202020204"/>
                  <a:cs typeface="Arial" panose="020B0604020202020204"/>
                </a:rPr>
                <a:t>t</a:t>
              </a:r>
              <a:r>
                <a:rPr sz="1200" spc="380" dirty="0">
                  <a:latin typeface="Arial" panose="020B0604020202020204"/>
                  <a:cs typeface="Arial" panose="020B0604020202020204"/>
                </a:rPr>
                <a:t>o</a:t>
              </a:r>
              <a:r>
                <a:rPr sz="1200" spc="220" dirty="0">
                  <a:latin typeface="Arial" panose="020B0604020202020204"/>
                  <a:cs typeface="Arial" panose="020B0604020202020204"/>
                </a:rPr>
                <a:t>r</a:t>
              </a:r>
              <a:endParaRPr sz="1200">
                <a:latin typeface="Arial" panose="020B0604020202020204"/>
                <a:cs typeface="Arial" panose="020B0604020202020204"/>
              </a:endParaRPr>
            </a:p>
          </p:txBody>
        </p:sp>
        <p:sp>
          <p:nvSpPr>
            <p:cNvPr id="49" name="object 49"/>
            <p:cNvSpPr/>
            <p:nvPr/>
          </p:nvSpPr>
          <p:spPr>
            <a:xfrm>
              <a:off x="4913245" y="4796468"/>
              <a:ext cx="1023619" cy="342265"/>
            </a:xfrm>
            <a:custGeom>
              <a:avLst/>
              <a:gdLst/>
              <a:ahLst/>
              <a:cxnLst/>
              <a:rect l="l" t="t" r="r" b="b"/>
              <a:pathLst>
                <a:path w="1023620" h="342264">
                  <a:moveTo>
                    <a:pt x="504120" y="0"/>
                  </a:moveTo>
                  <a:lnTo>
                    <a:pt x="431866" y="1550"/>
                  </a:lnTo>
                  <a:lnTo>
                    <a:pt x="363744" y="6068"/>
                  </a:lnTo>
                  <a:lnTo>
                    <a:pt x="300165" y="13355"/>
                  </a:lnTo>
                  <a:lnTo>
                    <a:pt x="241539" y="23215"/>
                  </a:lnTo>
                  <a:lnTo>
                    <a:pt x="188275" y="35447"/>
                  </a:lnTo>
                  <a:lnTo>
                    <a:pt x="140783" y="49854"/>
                  </a:lnTo>
                  <a:lnTo>
                    <a:pt x="99474" y="66238"/>
                  </a:lnTo>
                  <a:lnTo>
                    <a:pt x="64756" y="84400"/>
                  </a:lnTo>
                  <a:lnTo>
                    <a:pt x="16735" y="125267"/>
                  </a:lnTo>
                  <a:lnTo>
                    <a:pt x="0" y="170869"/>
                  </a:lnTo>
                  <a:lnTo>
                    <a:pt x="4535" y="194162"/>
                  </a:lnTo>
                  <a:lnTo>
                    <a:pt x="39126" y="237595"/>
                  </a:lnTo>
                  <a:lnTo>
                    <a:pt x="103981" y="275499"/>
                  </a:lnTo>
                  <a:lnTo>
                    <a:pt x="146347" y="291883"/>
                  </a:lnTo>
                  <a:lnTo>
                    <a:pt x="194586" y="306291"/>
                  </a:lnTo>
                  <a:lnTo>
                    <a:pt x="248133" y="318523"/>
                  </a:lnTo>
                  <a:lnTo>
                    <a:pt x="306425" y="328382"/>
                  </a:lnTo>
                  <a:lnTo>
                    <a:pt x="368896" y="335670"/>
                  </a:lnTo>
                  <a:lnTo>
                    <a:pt x="434983" y="340188"/>
                  </a:lnTo>
                  <a:lnTo>
                    <a:pt x="504120" y="341738"/>
                  </a:lnTo>
                  <a:lnTo>
                    <a:pt x="573515" y="340369"/>
                  </a:lnTo>
                  <a:lnTo>
                    <a:pt x="640386" y="336330"/>
                  </a:lnTo>
                  <a:lnTo>
                    <a:pt x="704064" y="329718"/>
                  </a:lnTo>
                  <a:lnTo>
                    <a:pt x="763880" y="320634"/>
                  </a:lnTo>
                  <a:lnTo>
                    <a:pt x="819165" y="309177"/>
                  </a:lnTo>
                  <a:lnTo>
                    <a:pt x="869249" y="295446"/>
                  </a:lnTo>
                  <a:lnTo>
                    <a:pt x="913463" y="279540"/>
                  </a:lnTo>
                  <a:lnTo>
                    <a:pt x="951140" y="261559"/>
                  </a:lnTo>
                  <a:lnTo>
                    <a:pt x="1004200" y="219769"/>
                  </a:lnTo>
                  <a:lnTo>
                    <a:pt x="1023077" y="170869"/>
                  </a:lnTo>
                  <a:lnTo>
                    <a:pt x="1018533" y="145580"/>
                  </a:lnTo>
                  <a:lnTo>
                    <a:pt x="983719" y="100136"/>
                  </a:lnTo>
                  <a:lnTo>
                    <a:pt x="918022" y="62198"/>
                  </a:lnTo>
                  <a:lnTo>
                    <a:pt x="874875" y="46292"/>
                  </a:lnTo>
                  <a:lnTo>
                    <a:pt x="825546" y="32561"/>
                  </a:lnTo>
                  <a:lnTo>
                    <a:pt x="770547" y="21104"/>
                  </a:lnTo>
                  <a:lnTo>
                    <a:pt x="710393" y="12019"/>
                  </a:lnTo>
                  <a:lnTo>
                    <a:pt x="645596" y="5408"/>
                  </a:lnTo>
                  <a:lnTo>
                    <a:pt x="576667" y="1368"/>
                  </a:lnTo>
                  <a:lnTo>
                    <a:pt x="504120" y="0"/>
                  </a:lnTo>
                  <a:close/>
                </a:path>
              </a:pathLst>
            </a:custGeom>
            <a:solidFill>
              <a:srgbClr val="FFFFCC"/>
            </a:solidFill>
          </p:spPr>
          <p:txBody>
            <a:bodyPr wrap="square" lIns="0" tIns="0" rIns="0" bIns="0" rtlCol="0"/>
            <a:lstStyle/>
            <a:p>
              <a:endParaRPr/>
            </a:p>
          </p:txBody>
        </p:sp>
        <p:sp>
          <p:nvSpPr>
            <p:cNvPr id="50" name="object 50"/>
            <p:cNvSpPr/>
            <p:nvPr/>
          </p:nvSpPr>
          <p:spPr>
            <a:xfrm>
              <a:off x="4913245" y="4796468"/>
              <a:ext cx="1023619" cy="342265"/>
            </a:xfrm>
            <a:custGeom>
              <a:avLst/>
              <a:gdLst/>
              <a:ahLst/>
              <a:cxnLst/>
              <a:rect l="l" t="t" r="r" b="b"/>
              <a:pathLst>
                <a:path w="1023620" h="342264">
                  <a:moveTo>
                    <a:pt x="0" y="170869"/>
                  </a:moveTo>
                  <a:lnTo>
                    <a:pt x="17765" y="216470"/>
                  </a:lnTo>
                  <a:lnTo>
                    <a:pt x="68053" y="257337"/>
                  </a:lnTo>
                  <a:lnTo>
                    <a:pt x="103981" y="275499"/>
                  </a:lnTo>
                  <a:lnTo>
                    <a:pt x="146347" y="291883"/>
                  </a:lnTo>
                  <a:lnTo>
                    <a:pt x="194586" y="306291"/>
                  </a:lnTo>
                  <a:lnTo>
                    <a:pt x="248133" y="318523"/>
                  </a:lnTo>
                  <a:lnTo>
                    <a:pt x="306425" y="328382"/>
                  </a:lnTo>
                  <a:lnTo>
                    <a:pt x="368896" y="335670"/>
                  </a:lnTo>
                  <a:lnTo>
                    <a:pt x="434983" y="340188"/>
                  </a:lnTo>
                  <a:lnTo>
                    <a:pt x="504121" y="341738"/>
                  </a:lnTo>
                  <a:lnTo>
                    <a:pt x="573515" y="340369"/>
                  </a:lnTo>
                  <a:lnTo>
                    <a:pt x="640386" y="336330"/>
                  </a:lnTo>
                  <a:lnTo>
                    <a:pt x="704064" y="329718"/>
                  </a:lnTo>
                  <a:lnTo>
                    <a:pt x="763880" y="320634"/>
                  </a:lnTo>
                  <a:lnTo>
                    <a:pt x="819165" y="309177"/>
                  </a:lnTo>
                  <a:lnTo>
                    <a:pt x="869249" y="295446"/>
                  </a:lnTo>
                  <a:lnTo>
                    <a:pt x="913464" y="279540"/>
                  </a:lnTo>
                  <a:lnTo>
                    <a:pt x="951140" y="261559"/>
                  </a:lnTo>
                  <a:lnTo>
                    <a:pt x="1004200" y="219769"/>
                  </a:lnTo>
                  <a:lnTo>
                    <a:pt x="1023077" y="170869"/>
                  </a:lnTo>
                  <a:lnTo>
                    <a:pt x="1018533" y="145580"/>
                  </a:lnTo>
                  <a:lnTo>
                    <a:pt x="983719" y="100136"/>
                  </a:lnTo>
                  <a:lnTo>
                    <a:pt x="918022" y="62198"/>
                  </a:lnTo>
                  <a:lnTo>
                    <a:pt x="874875" y="46292"/>
                  </a:lnTo>
                  <a:lnTo>
                    <a:pt x="825546" y="32561"/>
                  </a:lnTo>
                  <a:lnTo>
                    <a:pt x="770547" y="21104"/>
                  </a:lnTo>
                  <a:lnTo>
                    <a:pt x="710393" y="12019"/>
                  </a:lnTo>
                  <a:lnTo>
                    <a:pt x="653934" y="6259"/>
                  </a:lnTo>
                  <a:lnTo>
                    <a:pt x="645596" y="5408"/>
                  </a:lnTo>
                  <a:lnTo>
                    <a:pt x="576667" y="1368"/>
                  </a:lnTo>
                  <a:lnTo>
                    <a:pt x="504121" y="0"/>
                  </a:lnTo>
                  <a:lnTo>
                    <a:pt x="431866" y="1550"/>
                  </a:lnTo>
                  <a:lnTo>
                    <a:pt x="363744" y="6068"/>
                  </a:lnTo>
                  <a:lnTo>
                    <a:pt x="300165" y="13355"/>
                  </a:lnTo>
                  <a:lnTo>
                    <a:pt x="241539" y="23215"/>
                  </a:lnTo>
                  <a:lnTo>
                    <a:pt x="188275" y="35447"/>
                  </a:lnTo>
                  <a:lnTo>
                    <a:pt x="140783" y="49854"/>
                  </a:lnTo>
                  <a:lnTo>
                    <a:pt x="99474" y="66238"/>
                  </a:lnTo>
                  <a:lnTo>
                    <a:pt x="64756" y="84400"/>
                  </a:lnTo>
                  <a:lnTo>
                    <a:pt x="16735" y="125267"/>
                  </a:lnTo>
                  <a:lnTo>
                    <a:pt x="4252" y="147575"/>
                  </a:lnTo>
                  <a:lnTo>
                    <a:pt x="0" y="170869"/>
                  </a:lnTo>
                </a:path>
              </a:pathLst>
            </a:custGeom>
            <a:ln w="3175">
              <a:solidFill>
                <a:srgbClr val="990033"/>
              </a:solidFill>
            </a:ln>
          </p:spPr>
          <p:txBody>
            <a:bodyPr wrap="square" lIns="0" tIns="0" rIns="0" bIns="0" rtlCol="0"/>
            <a:lstStyle/>
            <a:p>
              <a:endParaRPr/>
            </a:p>
          </p:txBody>
        </p:sp>
        <p:sp>
          <p:nvSpPr>
            <p:cNvPr id="51" name="object 51"/>
            <p:cNvSpPr txBox="1"/>
            <p:nvPr/>
          </p:nvSpPr>
          <p:spPr>
            <a:xfrm>
              <a:off x="4648151" y="5182456"/>
              <a:ext cx="1538605" cy="207645"/>
            </a:xfrm>
            <a:prstGeom prst="rect">
              <a:avLst/>
            </a:prstGeom>
          </p:spPr>
          <p:txBody>
            <a:bodyPr vert="horz" wrap="square" lIns="0" tIns="12065" rIns="0" bIns="0" rtlCol="0">
              <a:spAutoFit/>
            </a:bodyPr>
            <a:lstStyle/>
            <a:p>
              <a:pPr marL="12700">
                <a:lnSpc>
                  <a:spcPct val="100000"/>
                </a:lnSpc>
                <a:spcBef>
                  <a:spcPts val="95"/>
                </a:spcBef>
              </a:pPr>
              <a:r>
                <a:rPr sz="1200" spc="380" dirty="0">
                  <a:latin typeface="Arial" panose="020B0604020202020204"/>
                  <a:cs typeface="Arial" panose="020B0604020202020204"/>
                </a:rPr>
                <a:t>Manage</a:t>
              </a:r>
              <a:r>
                <a:rPr sz="1200" spc="95" dirty="0">
                  <a:latin typeface="Arial" panose="020B0604020202020204"/>
                  <a:cs typeface="Arial" panose="020B0604020202020204"/>
                </a:rPr>
                <a:t> </a:t>
              </a:r>
              <a:r>
                <a:rPr sz="1200" spc="325" dirty="0">
                  <a:latin typeface="Arial" panose="020B0604020202020204"/>
                  <a:cs typeface="Arial" panose="020B0604020202020204"/>
                </a:rPr>
                <a:t>Users</a:t>
              </a:r>
              <a:endParaRPr sz="1200">
                <a:latin typeface="Arial" panose="020B0604020202020204"/>
                <a:cs typeface="Arial" panose="020B0604020202020204"/>
              </a:endParaRPr>
            </a:p>
          </p:txBody>
        </p:sp>
        <p:sp>
          <p:nvSpPr>
            <p:cNvPr id="52" name="object 52"/>
            <p:cNvSpPr/>
            <p:nvPr/>
          </p:nvSpPr>
          <p:spPr>
            <a:xfrm>
              <a:off x="4171734" y="4957839"/>
              <a:ext cx="727075" cy="0"/>
            </a:xfrm>
            <a:custGeom>
              <a:avLst/>
              <a:gdLst/>
              <a:ahLst/>
              <a:cxnLst/>
              <a:rect l="l" t="t" r="r" b="b"/>
              <a:pathLst>
                <a:path w="727075">
                  <a:moveTo>
                    <a:pt x="0" y="0"/>
                  </a:moveTo>
                  <a:lnTo>
                    <a:pt x="726674" y="0"/>
                  </a:lnTo>
                </a:path>
              </a:pathLst>
            </a:custGeom>
            <a:ln w="9537">
              <a:solidFill>
                <a:srgbClr val="990033"/>
              </a:solidFill>
            </a:ln>
          </p:spPr>
          <p:txBody>
            <a:bodyPr wrap="square" lIns="0" tIns="0" rIns="0" bIns="0" rtlCol="0"/>
            <a:lstStyle/>
            <a:p>
              <a:endParaRPr/>
            </a:p>
          </p:txBody>
        </p:sp>
        <p:sp>
          <p:nvSpPr>
            <p:cNvPr id="53" name="object 53"/>
            <p:cNvSpPr/>
            <p:nvPr/>
          </p:nvSpPr>
          <p:spPr>
            <a:xfrm>
              <a:off x="3444959" y="4948234"/>
              <a:ext cx="727075" cy="10160"/>
            </a:xfrm>
            <a:custGeom>
              <a:avLst/>
              <a:gdLst/>
              <a:ahLst/>
              <a:cxnLst/>
              <a:rect l="l" t="t" r="r" b="b"/>
              <a:pathLst>
                <a:path w="727075" h="10160">
                  <a:moveTo>
                    <a:pt x="726774" y="9605"/>
                  </a:moveTo>
                  <a:lnTo>
                    <a:pt x="0" y="0"/>
                  </a:lnTo>
                </a:path>
              </a:pathLst>
            </a:custGeom>
            <a:ln w="9538">
              <a:solidFill>
                <a:srgbClr val="990033"/>
              </a:solidFill>
            </a:ln>
          </p:spPr>
          <p:txBody>
            <a:bodyPr wrap="square" lIns="0" tIns="0" rIns="0" bIns="0" rtlCol="0"/>
            <a:lstStyle/>
            <a:p>
              <a:endParaRPr/>
            </a:p>
          </p:txBody>
        </p:sp>
        <p:sp>
          <p:nvSpPr>
            <p:cNvPr id="54" name="object 54"/>
            <p:cNvSpPr/>
            <p:nvPr/>
          </p:nvSpPr>
          <p:spPr>
            <a:xfrm>
              <a:off x="4913245" y="5755289"/>
              <a:ext cx="1023619" cy="342265"/>
            </a:xfrm>
            <a:custGeom>
              <a:avLst/>
              <a:gdLst/>
              <a:ahLst/>
              <a:cxnLst/>
              <a:rect l="l" t="t" r="r" b="b"/>
              <a:pathLst>
                <a:path w="1023620" h="342264">
                  <a:moveTo>
                    <a:pt x="504120" y="0"/>
                  </a:moveTo>
                  <a:lnTo>
                    <a:pt x="431866" y="1551"/>
                  </a:lnTo>
                  <a:lnTo>
                    <a:pt x="363744" y="6071"/>
                  </a:lnTo>
                  <a:lnTo>
                    <a:pt x="300165" y="13363"/>
                  </a:lnTo>
                  <a:lnTo>
                    <a:pt x="241539" y="23227"/>
                  </a:lnTo>
                  <a:lnTo>
                    <a:pt x="188275" y="35465"/>
                  </a:lnTo>
                  <a:lnTo>
                    <a:pt x="140783" y="49877"/>
                  </a:lnTo>
                  <a:lnTo>
                    <a:pt x="99474" y="66265"/>
                  </a:lnTo>
                  <a:lnTo>
                    <a:pt x="64756" y="84431"/>
                  </a:lnTo>
                  <a:lnTo>
                    <a:pt x="16735" y="125298"/>
                  </a:lnTo>
                  <a:lnTo>
                    <a:pt x="0" y="170890"/>
                  </a:lnTo>
                  <a:lnTo>
                    <a:pt x="4535" y="194177"/>
                  </a:lnTo>
                  <a:lnTo>
                    <a:pt x="39126" y="237606"/>
                  </a:lnTo>
                  <a:lnTo>
                    <a:pt x="103981" y="275515"/>
                  </a:lnTo>
                  <a:lnTo>
                    <a:pt x="146347" y="291904"/>
                  </a:lnTo>
                  <a:lnTo>
                    <a:pt x="194586" y="306316"/>
                  </a:lnTo>
                  <a:lnTo>
                    <a:pt x="248133" y="318553"/>
                  </a:lnTo>
                  <a:lnTo>
                    <a:pt x="306425" y="328417"/>
                  </a:lnTo>
                  <a:lnTo>
                    <a:pt x="368896" y="335709"/>
                  </a:lnTo>
                  <a:lnTo>
                    <a:pt x="434982" y="340230"/>
                  </a:lnTo>
                  <a:lnTo>
                    <a:pt x="504119" y="341781"/>
                  </a:lnTo>
                  <a:lnTo>
                    <a:pt x="573514" y="340412"/>
                  </a:lnTo>
                  <a:lnTo>
                    <a:pt x="640385" y="336372"/>
                  </a:lnTo>
                  <a:lnTo>
                    <a:pt x="704063" y="329759"/>
                  </a:lnTo>
                  <a:lnTo>
                    <a:pt x="763879" y="320674"/>
                  </a:lnTo>
                  <a:lnTo>
                    <a:pt x="819164" y="309215"/>
                  </a:lnTo>
                  <a:lnTo>
                    <a:pt x="869248" y="295482"/>
                  </a:lnTo>
                  <a:lnTo>
                    <a:pt x="913464" y="279574"/>
                  </a:lnTo>
                  <a:lnTo>
                    <a:pt x="951140" y="261590"/>
                  </a:lnTo>
                  <a:lnTo>
                    <a:pt x="1004200" y="219795"/>
                  </a:lnTo>
                  <a:lnTo>
                    <a:pt x="1023077" y="170890"/>
                  </a:lnTo>
                  <a:lnTo>
                    <a:pt x="1018533" y="145599"/>
                  </a:lnTo>
                  <a:lnTo>
                    <a:pt x="983719" y="100149"/>
                  </a:lnTo>
                  <a:lnTo>
                    <a:pt x="918022" y="62207"/>
                  </a:lnTo>
                  <a:lnTo>
                    <a:pt x="874875" y="46299"/>
                  </a:lnTo>
                  <a:lnTo>
                    <a:pt x="825546" y="32566"/>
                  </a:lnTo>
                  <a:lnTo>
                    <a:pt x="770547" y="21107"/>
                  </a:lnTo>
                  <a:lnTo>
                    <a:pt x="710393" y="12021"/>
                  </a:lnTo>
                  <a:lnTo>
                    <a:pt x="645596" y="5409"/>
                  </a:lnTo>
                  <a:lnTo>
                    <a:pt x="576667" y="1368"/>
                  </a:lnTo>
                  <a:lnTo>
                    <a:pt x="504120" y="0"/>
                  </a:lnTo>
                  <a:close/>
                </a:path>
              </a:pathLst>
            </a:custGeom>
            <a:solidFill>
              <a:srgbClr val="FFFFCC"/>
            </a:solidFill>
          </p:spPr>
          <p:txBody>
            <a:bodyPr wrap="square" lIns="0" tIns="0" rIns="0" bIns="0" rtlCol="0"/>
            <a:lstStyle/>
            <a:p>
              <a:endParaRPr/>
            </a:p>
          </p:txBody>
        </p:sp>
        <p:sp>
          <p:nvSpPr>
            <p:cNvPr id="55" name="object 55"/>
            <p:cNvSpPr/>
            <p:nvPr/>
          </p:nvSpPr>
          <p:spPr>
            <a:xfrm>
              <a:off x="4913245" y="5755289"/>
              <a:ext cx="1023619" cy="342265"/>
            </a:xfrm>
            <a:custGeom>
              <a:avLst/>
              <a:gdLst/>
              <a:ahLst/>
              <a:cxnLst/>
              <a:rect l="l" t="t" r="r" b="b"/>
              <a:pathLst>
                <a:path w="1023620" h="342264">
                  <a:moveTo>
                    <a:pt x="0" y="170890"/>
                  </a:moveTo>
                  <a:lnTo>
                    <a:pt x="17765" y="216482"/>
                  </a:lnTo>
                  <a:lnTo>
                    <a:pt x="68053" y="257350"/>
                  </a:lnTo>
                  <a:lnTo>
                    <a:pt x="103981" y="275515"/>
                  </a:lnTo>
                  <a:lnTo>
                    <a:pt x="146347" y="291904"/>
                  </a:lnTo>
                  <a:lnTo>
                    <a:pt x="194586" y="306316"/>
                  </a:lnTo>
                  <a:lnTo>
                    <a:pt x="248133" y="318553"/>
                  </a:lnTo>
                  <a:lnTo>
                    <a:pt x="306425" y="328417"/>
                  </a:lnTo>
                  <a:lnTo>
                    <a:pt x="368896" y="335709"/>
                  </a:lnTo>
                  <a:lnTo>
                    <a:pt x="434982" y="340230"/>
                  </a:lnTo>
                  <a:lnTo>
                    <a:pt x="504119" y="341781"/>
                  </a:lnTo>
                  <a:lnTo>
                    <a:pt x="573514" y="340412"/>
                  </a:lnTo>
                  <a:lnTo>
                    <a:pt x="640385" y="336372"/>
                  </a:lnTo>
                  <a:lnTo>
                    <a:pt x="704063" y="329759"/>
                  </a:lnTo>
                  <a:lnTo>
                    <a:pt x="763879" y="320674"/>
                  </a:lnTo>
                  <a:lnTo>
                    <a:pt x="819164" y="309215"/>
                  </a:lnTo>
                  <a:lnTo>
                    <a:pt x="869248" y="295482"/>
                  </a:lnTo>
                  <a:lnTo>
                    <a:pt x="913464" y="279574"/>
                  </a:lnTo>
                  <a:lnTo>
                    <a:pt x="951140" y="261590"/>
                  </a:lnTo>
                  <a:lnTo>
                    <a:pt x="1004200" y="219795"/>
                  </a:lnTo>
                  <a:lnTo>
                    <a:pt x="1023077" y="170890"/>
                  </a:lnTo>
                  <a:lnTo>
                    <a:pt x="1018533" y="145599"/>
                  </a:lnTo>
                  <a:lnTo>
                    <a:pt x="983719" y="100149"/>
                  </a:lnTo>
                  <a:lnTo>
                    <a:pt x="918022" y="62207"/>
                  </a:lnTo>
                  <a:lnTo>
                    <a:pt x="874875" y="46299"/>
                  </a:lnTo>
                  <a:lnTo>
                    <a:pt x="825546" y="32566"/>
                  </a:lnTo>
                  <a:lnTo>
                    <a:pt x="770547" y="21107"/>
                  </a:lnTo>
                  <a:lnTo>
                    <a:pt x="710393" y="12021"/>
                  </a:lnTo>
                  <a:lnTo>
                    <a:pt x="645596" y="5409"/>
                  </a:lnTo>
                  <a:lnTo>
                    <a:pt x="576667" y="1368"/>
                  </a:lnTo>
                  <a:lnTo>
                    <a:pt x="504121" y="0"/>
                  </a:lnTo>
                  <a:lnTo>
                    <a:pt x="431866" y="1551"/>
                  </a:lnTo>
                  <a:lnTo>
                    <a:pt x="363744" y="6071"/>
                  </a:lnTo>
                  <a:lnTo>
                    <a:pt x="300165" y="13363"/>
                  </a:lnTo>
                  <a:lnTo>
                    <a:pt x="241539" y="23227"/>
                  </a:lnTo>
                  <a:lnTo>
                    <a:pt x="188275" y="35465"/>
                  </a:lnTo>
                  <a:lnTo>
                    <a:pt x="140783" y="49877"/>
                  </a:lnTo>
                  <a:lnTo>
                    <a:pt x="99474" y="66265"/>
                  </a:lnTo>
                  <a:lnTo>
                    <a:pt x="64756" y="84431"/>
                  </a:lnTo>
                  <a:lnTo>
                    <a:pt x="16735" y="125298"/>
                  </a:lnTo>
                  <a:lnTo>
                    <a:pt x="4252" y="147603"/>
                  </a:lnTo>
                  <a:lnTo>
                    <a:pt x="0" y="170890"/>
                  </a:lnTo>
                </a:path>
              </a:pathLst>
            </a:custGeom>
            <a:ln w="3175">
              <a:solidFill>
                <a:srgbClr val="990033"/>
              </a:solidFill>
            </a:ln>
          </p:spPr>
          <p:txBody>
            <a:bodyPr wrap="square" lIns="0" tIns="0" rIns="0" bIns="0" rtlCol="0"/>
            <a:lstStyle/>
            <a:p>
              <a:endParaRPr/>
            </a:p>
          </p:txBody>
        </p:sp>
        <p:sp>
          <p:nvSpPr>
            <p:cNvPr id="56" name="object 56"/>
            <p:cNvSpPr txBox="1"/>
            <p:nvPr/>
          </p:nvSpPr>
          <p:spPr>
            <a:xfrm>
              <a:off x="4514786" y="6141331"/>
              <a:ext cx="1811655" cy="207645"/>
            </a:xfrm>
            <a:prstGeom prst="rect">
              <a:avLst/>
            </a:prstGeom>
          </p:spPr>
          <p:txBody>
            <a:bodyPr vert="horz" wrap="square" lIns="0" tIns="12065" rIns="0" bIns="0" rtlCol="0">
              <a:spAutoFit/>
            </a:bodyPr>
            <a:lstStyle/>
            <a:p>
              <a:pPr marL="12700">
                <a:lnSpc>
                  <a:spcPct val="100000"/>
                </a:lnSpc>
                <a:spcBef>
                  <a:spcPts val="95"/>
                </a:spcBef>
              </a:pPr>
              <a:r>
                <a:rPr sz="1200" spc="409" dirty="0">
                  <a:latin typeface="Arial" panose="020B0604020202020204"/>
                  <a:cs typeface="Arial" panose="020B0604020202020204"/>
                </a:rPr>
                <a:t>Add</a:t>
              </a:r>
              <a:r>
                <a:rPr sz="1200" spc="120" dirty="0">
                  <a:latin typeface="Arial" panose="020B0604020202020204"/>
                  <a:cs typeface="Arial" panose="020B0604020202020204"/>
                </a:rPr>
                <a:t> </a:t>
              </a:r>
              <a:r>
                <a:rPr sz="1200" spc="370" dirty="0">
                  <a:latin typeface="Arial" panose="020B0604020202020204"/>
                  <a:cs typeface="Arial" panose="020B0604020202020204"/>
                </a:rPr>
                <a:t>a</a:t>
              </a:r>
              <a:r>
                <a:rPr sz="1200" spc="120" dirty="0">
                  <a:latin typeface="Arial" panose="020B0604020202020204"/>
                  <a:cs typeface="Arial" panose="020B0604020202020204"/>
                </a:rPr>
                <a:t> </a:t>
              </a:r>
              <a:r>
                <a:rPr sz="1200" spc="315" dirty="0">
                  <a:latin typeface="Arial" panose="020B0604020202020204"/>
                  <a:cs typeface="Arial" panose="020B0604020202020204"/>
                </a:rPr>
                <a:t>Lot</a:t>
              </a:r>
              <a:r>
                <a:rPr sz="1200" spc="55" dirty="0">
                  <a:latin typeface="Arial" panose="020B0604020202020204"/>
                  <a:cs typeface="Arial" panose="020B0604020202020204"/>
                </a:rPr>
                <a:t> </a:t>
              </a:r>
              <a:r>
                <a:rPr sz="1200" spc="270" dirty="0">
                  <a:latin typeface="Arial" panose="020B0604020202020204"/>
                  <a:cs typeface="Arial" panose="020B0604020202020204"/>
                </a:rPr>
                <a:t>more...</a:t>
              </a:r>
              <a:endParaRPr sz="1200">
                <a:latin typeface="Arial" panose="020B0604020202020204"/>
                <a:cs typeface="Arial" panose="020B0604020202020204"/>
              </a:endParaRPr>
            </a:p>
          </p:txBody>
        </p:sp>
        <p:sp>
          <p:nvSpPr>
            <p:cNvPr id="57" name="object 57"/>
            <p:cNvSpPr/>
            <p:nvPr/>
          </p:nvSpPr>
          <p:spPr>
            <a:xfrm>
              <a:off x="3863751" y="1484785"/>
              <a:ext cx="4320540" cy="5056505"/>
            </a:xfrm>
            <a:custGeom>
              <a:avLst/>
              <a:gdLst/>
              <a:ahLst/>
              <a:cxnLst/>
              <a:rect l="l" t="t" r="r" b="b"/>
              <a:pathLst>
                <a:path w="4320540" h="5056505">
                  <a:moveTo>
                    <a:pt x="0" y="0"/>
                  </a:moveTo>
                  <a:lnTo>
                    <a:pt x="4320114" y="0"/>
                  </a:lnTo>
                  <a:lnTo>
                    <a:pt x="4320114" y="5056185"/>
                  </a:lnTo>
                  <a:lnTo>
                    <a:pt x="0" y="5056185"/>
                  </a:lnTo>
                  <a:lnTo>
                    <a:pt x="0" y="0"/>
                  </a:lnTo>
                  <a:close/>
                </a:path>
              </a:pathLst>
            </a:custGeom>
            <a:ln w="22224">
              <a:solidFill>
                <a:srgbClr val="ECEBEB"/>
              </a:solidFill>
            </a:ln>
          </p:spPr>
          <p:txBody>
            <a:bodyPr wrap="square" lIns="0" tIns="0" rIns="0" bIns="0" rtlCol="0"/>
            <a:lstStyle/>
            <a:p>
              <a:endParaRPr/>
            </a:p>
          </p:txBody>
        </p:sp>
        <p:sp>
          <p:nvSpPr>
            <p:cNvPr id="58" name="object 58"/>
            <p:cNvSpPr/>
            <p:nvPr/>
          </p:nvSpPr>
          <p:spPr>
            <a:xfrm>
              <a:off x="3119967" y="2063751"/>
              <a:ext cx="760095" cy="107950"/>
            </a:xfrm>
            <a:custGeom>
              <a:avLst/>
              <a:gdLst/>
              <a:ahLst/>
              <a:cxnLst/>
              <a:rect l="l" t="t" r="r" b="b"/>
              <a:pathLst>
                <a:path w="760095" h="107950">
                  <a:moveTo>
                    <a:pt x="0" y="0"/>
                  </a:moveTo>
                  <a:lnTo>
                    <a:pt x="759869" y="107564"/>
                  </a:lnTo>
                </a:path>
              </a:pathLst>
            </a:custGeom>
            <a:ln w="9524">
              <a:solidFill>
                <a:srgbClr val="ECEBEB"/>
              </a:solidFill>
            </a:ln>
          </p:spPr>
          <p:txBody>
            <a:bodyPr wrap="square" lIns="0" tIns="0" rIns="0" bIns="0" rtlCol="0"/>
            <a:lstStyle/>
            <a:p>
              <a:endParaRPr/>
            </a:p>
          </p:txBody>
        </p:sp>
        <p:sp>
          <p:nvSpPr>
            <p:cNvPr id="59" name="object 59"/>
            <p:cNvSpPr/>
            <p:nvPr/>
          </p:nvSpPr>
          <p:spPr>
            <a:xfrm>
              <a:off x="3824197" y="2126472"/>
              <a:ext cx="81280" cy="75565"/>
            </a:xfrm>
            <a:custGeom>
              <a:avLst/>
              <a:gdLst/>
              <a:ahLst/>
              <a:cxnLst/>
              <a:rect l="l" t="t" r="r" b="b"/>
              <a:pathLst>
                <a:path w="81279" h="75564">
                  <a:moveTo>
                    <a:pt x="10680" y="0"/>
                  </a:moveTo>
                  <a:lnTo>
                    <a:pt x="0" y="75446"/>
                  </a:lnTo>
                  <a:lnTo>
                    <a:pt x="80788" y="48403"/>
                  </a:lnTo>
                  <a:lnTo>
                    <a:pt x="10680" y="0"/>
                  </a:lnTo>
                  <a:close/>
                </a:path>
              </a:pathLst>
            </a:custGeom>
            <a:solidFill>
              <a:srgbClr val="ECEBEB"/>
            </a:solidFill>
          </p:spPr>
          <p:txBody>
            <a:bodyPr wrap="square" lIns="0" tIns="0" rIns="0" bIns="0" rtlCol="0"/>
            <a:lstStyle/>
            <a:p>
              <a:endParaRPr/>
            </a:p>
          </p:txBody>
        </p:sp>
        <p:sp>
          <p:nvSpPr>
            <p:cNvPr id="60" name="object 60"/>
            <p:cNvSpPr/>
            <p:nvPr/>
          </p:nvSpPr>
          <p:spPr>
            <a:xfrm>
              <a:off x="2862558" y="2123700"/>
              <a:ext cx="891321" cy="905469"/>
            </a:xfrm>
            <a:prstGeom prst="rect">
              <a:avLst/>
            </a:prstGeom>
            <a:blipFill>
              <a:blip r:embed="rId6" cstate="print"/>
              <a:stretch>
                <a:fillRect/>
              </a:stretch>
            </a:blipFill>
          </p:spPr>
          <p:txBody>
            <a:bodyPr wrap="square" lIns="0" tIns="0" rIns="0" bIns="0" rtlCol="0"/>
            <a:lstStyle/>
            <a:p>
              <a:endParaRPr/>
            </a:p>
          </p:txBody>
        </p:sp>
        <p:sp>
          <p:nvSpPr>
            <p:cNvPr id="61" name="object 61"/>
            <p:cNvSpPr/>
            <p:nvPr/>
          </p:nvSpPr>
          <p:spPr>
            <a:xfrm>
              <a:off x="7867655" y="1213203"/>
              <a:ext cx="1904998" cy="1904998"/>
            </a:xfrm>
            <a:prstGeom prst="rect">
              <a:avLst/>
            </a:prstGeom>
            <a:blipFill>
              <a:blip r:embed="rId7" cstate="print"/>
              <a:stretch>
                <a:fillRect/>
              </a:stretch>
            </a:blipFill>
          </p:spPr>
          <p:txBody>
            <a:bodyPr wrap="square" lIns="0" tIns="0" rIns="0" bIns="0" rtlCol="0"/>
            <a:lstStyle/>
            <a:p>
              <a:endParaRPr/>
            </a:p>
          </p:txBody>
        </p:sp>
        <p:sp>
          <p:nvSpPr>
            <p:cNvPr id="62" name="object 62"/>
            <p:cNvSpPr/>
            <p:nvPr/>
          </p:nvSpPr>
          <p:spPr>
            <a:xfrm>
              <a:off x="2294951" y="4313510"/>
              <a:ext cx="1511298" cy="1905000"/>
            </a:xfrm>
            <a:prstGeom prst="rect">
              <a:avLst/>
            </a:prstGeom>
            <a:blipFill>
              <a:blip r:embed="rId8" cstate="print"/>
              <a:stretch>
                <a:fillRect/>
              </a:stretch>
            </a:blipFill>
          </p:spPr>
          <p:txBody>
            <a:bodyPr wrap="square" lIns="0" tIns="0" rIns="0" bIns="0" rtlCol="0"/>
            <a:lstStyle/>
            <a:p>
              <a:endParaRPr/>
            </a:p>
          </p:txBody>
        </p:sp>
        <p:sp>
          <p:nvSpPr>
            <p:cNvPr id="63" name="object 63"/>
            <p:cNvSpPr/>
            <p:nvPr/>
          </p:nvSpPr>
          <p:spPr>
            <a:xfrm>
              <a:off x="8035921" y="3977494"/>
              <a:ext cx="1904998" cy="1904999"/>
            </a:xfrm>
            <a:prstGeom prst="rect">
              <a:avLst/>
            </a:prstGeom>
            <a:blipFill>
              <a:blip r:embed="rId9" cstate="print"/>
              <a:stretch>
                <a:fillRect/>
              </a:stretch>
            </a:blipFill>
          </p:spPr>
          <p:txBody>
            <a:bodyPr wrap="square" lIns="0" tIns="0" rIns="0" bIns="0" rtlCol="0"/>
            <a:lstStyle/>
            <a:p>
              <a:endParaRPr/>
            </a:p>
          </p:txBody>
        </p:sp>
        <p:sp>
          <p:nvSpPr>
            <p:cNvPr id="64" name="object 64"/>
            <p:cNvSpPr txBox="1"/>
            <p:nvPr/>
          </p:nvSpPr>
          <p:spPr>
            <a:xfrm>
              <a:off x="8872632" y="6054307"/>
              <a:ext cx="86106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Manager</a:t>
              </a:r>
              <a:endParaRPr sz="1800">
                <a:latin typeface="Calibri" panose="020F0502020204030204"/>
                <a:cs typeface="Calibri" panose="020F0502020204030204"/>
              </a:endParaRPr>
            </a:p>
          </p:txBody>
        </p:sp>
        <p:sp>
          <p:nvSpPr>
            <p:cNvPr id="65" name="object 65"/>
            <p:cNvSpPr txBox="1"/>
            <p:nvPr/>
          </p:nvSpPr>
          <p:spPr>
            <a:xfrm>
              <a:off x="4819436" y="1203664"/>
              <a:ext cx="993775"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Arial" panose="020B0604020202020204"/>
                  <a:cs typeface="Arial" panose="020B0604020202020204"/>
                </a:rPr>
                <a:t>P</a:t>
              </a:r>
              <a:r>
                <a:rPr sz="2800" spc="-5" dirty="0">
                  <a:latin typeface="Arial" panose="020B0604020202020204"/>
                  <a:cs typeface="Arial" panose="020B0604020202020204"/>
                </a:rPr>
                <a:t>O</a:t>
              </a:r>
              <a:r>
                <a:rPr sz="2800" dirty="0">
                  <a:latin typeface="Arial" panose="020B0604020202020204"/>
                  <a:cs typeface="Arial" panose="020B0604020202020204"/>
                </a:rPr>
                <a:t>ST</a:t>
              </a:r>
              <a:endParaRPr sz="2800">
                <a:latin typeface="Arial" panose="020B0604020202020204"/>
                <a:cs typeface="Arial" panose="020B0604020202020204"/>
              </a:endParaRPr>
            </a:p>
          </p:txBody>
        </p:sp>
        <p:sp>
          <p:nvSpPr>
            <p:cNvPr id="66" name="object 66"/>
            <p:cNvSpPr txBox="1"/>
            <p:nvPr/>
          </p:nvSpPr>
          <p:spPr>
            <a:xfrm>
              <a:off x="1494219" y="1069150"/>
              <a:ext cx="14478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系统边界</a:t>
              </a:r>
              <a:endParaRPr sz="2800">
                <a:latin typeface="华文新魏" panose="02010800040101010101" charset="-122"/>
                <a:cs typeface="华文新魏" panose="02010800040101010101" charset="-122"/>
              </a:endParaRPr>
            </a:p>
          </p:txBody>
        </p:sp>
        <p:sp>
          <p:nvSpPr>
            <p:cNvPr id="67" name="object 67"/>
            <p:cNvSpPr/>
            <p:nvPr/>
          </p:nvSpPr>
          <p:spPr>
            <a:xfrm>
              <a:off x="3276596" y="1364926"/>
              <a:ext cx="666750" cy="398145"/>
            </a:xfrm>
            <a:custGeom>
              <a:avLst/>
              <a:gdLst/>
              <a:ahLst/>
              <a:cxnLst/>
              <a:rect l="l" t="t" r="r" b="b"/>
              <a:pathLst>
                <a:path w="666750" h="398144">
                  <a:moveTo>
                    <a:pt x="0" y="0"/>
                  </a:moveTo>
                  <a:lnTo>
                    <a:pt x="666396" y="397524"/>
                  </a:lnTo>
                </a:path>
              </a:pathLst>
            </a:custGeom>
            <a:ln w="76199">
              <a:solidFill>
                <a:srgbClr val="000000"/>
              </a:solidFill>
            </a:ln>
          </p:spPr>
          <p:txBody>
            <a:bodyPr wrap="square" lIns="0" tIns="0" rIns="0" bIns="0" rtlCol="0"/>
            <a:lstStyle/>
            <a:p>
              <a:endParaRPr/>
            </a:p>
          </p:txBody>
        </p:sp>
        <p:sp>
          <p:nvSpPr>
            <p:cNvPr id="68" name="object 68"/>
            <p:cNvSpPr/>
            <p:nvPr/>
          </p:nvSpPr>
          <p:spPr>
            <a:xfrm>
              <a:off x="3753554" y="1586214"/>
              <a:ext cx="255270" cy="215900"/>
            </a:xfrm>
            <a:custGeom>
              <a:avLst/>
              <a:gdLst/>
              <a:ahLst/>
              <a:cxnLst/>
              <a:rect l="l" t="t" r="r" b="b"/>
              <a:pathLst>
                <a:path w="255270" h="215900">
                  <a:moveTo>
                    <a:pt x="117111" y="0"/>
                  </a:moveTo>
                  <a:lnTo>
                    <a:pt x="0" y="196322"/>
                  </a:lnTo>
                  <a:lnTo>
                    <a:pt x="254878" y="215273"/>
                  </a:lnTo>
                  <a:lnTo>
                    <a:pt x="117111" y="0"/>
                  </a:lnTo>
                  <a:close/>
                </a:path>
              </a:pathLst>
            </a:custGeom>
            <a:solidFill>
              <a:srgbClr val="000000"/>
            </a:solidFill>
          </p:spPr>
          <p:txBody>
            <a:bodyPr wrap="square" lIns="0" tIns="0" rIns="0" bIns="0" rtlCol="0"/>
            <a:lstStyle/>
            <a:p>
              <a:endParaRPr/>
            </a:p>
          </p:txBody>
        </p:sp>
      </p:grpSp>
      <p:sp>
        <p:nvSpPr>
          <p:cNvPr id="70" name="标题 69"/>
          <p:cNvSpPr>
            <a:spLocks noGrp="1"/>
          </p:cNvSpPr>
          <p:nvPr>
            <p:ph type="title"/>
          </p:nvPr>
        </p:nvSpPr>
        <p:spPr/>
        <p:txBody>
          <a:bodyPr/>
          <a:lstStyle/>
          <a:p>
            <a:r>
              <a:rPr lang="zh-CN" altLang="en-US" dirty="0"/>
              <a:t>系统边界定义之三</a:t>
            </a:r>
          </a:p>
        </p:txBody>
      </p:sp>
      <p:sp>
        <p:nvSpPr>
          <p:cNvPr id="72" name="灯片编号占位符 71"/>
          <p:cNvSpPr>
            <a:spLocks noGrp="1"/>
          </p:cNvSpPr>
          <p:nvPr>
            <p:ph type="sldNum" sz="quarter" idx="12"/>
          </p:nvPr>
        </p:nvSpPr>
        <p:spPr/>
        <p:txBody>
          <a:bodyPr/>
          <a:lstStyle/>
          <a:p>
            <a:fld id="{74D2AB8B-5816-41F2-8B4B-CA5C3E4E6A65}" type="slidenum">
              <a:rPr lang="zh-CN" altLang="en-US" smtClean="0"/>
              <a:t>52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652"/>
    </mc:Choice>
    <mc:Fallback xmlns="">
      <p:transition spd="slow" advTm="30652"/>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80439" y="1353277"/>
            <a:ext cx="9829165" cy="4953000"/>
          </a:xfrm>
          <a:prstGeom prst="rect">
            <a:avLst/>
          </a:prstGeom>
        </p:spPr>
        <p:txBody>
          <a:bodyPr vert="horz" wrap="square" lIns="0" tIns="226060" rIns="0" bIns="0" rtlCol="0">
            <a:spAutoFit/>
          </a:bodyPr>
          <a:lstStyle/>
          <a:p>
            <a:pPr marL="241300" indent="-228600">
              <a:lnSpc>
                <a:spcPct val="100000"/>
              </a:lnSpc>
              <a:spcBef>
                <a:spcPts val="1780"/>
              </a:spcBef>
              <a:buFont typeface="Arial" panose="020B0604020202020204"/>
              <a:buChar char="•"/>
              <a:tabLst>
                <a:tab pos="241300" algn="l"/>
              </a:tabLst>
            </a:pPr>
            <a:r>
              <a:rPr sz="2600" u="heavy" dirty="0">
                <a:solidFill>
                  <a:srgbClr val="990000"/>
                </a:solidFill>
                <a:uFill>
                  <a:solidFill>
                    <a:srgbClr val="AB1500"/>
                  </a:solidFill>
                </a:uFill>
                <a:latin typeface="微软雅黑" panose="020B0503020204020204" pitchFamily="34" charset="-122"/>
                <a:ea typeface="微软雅黑" panose="020B0503020204020204" pitchFamily="34" charset="-122"/>
                <a:cs typeface="华文新魏" panose="02010800040101010101" charset="-122"/>
              </a:rPr>
              <a:t>功能分解</a:t>
            </a:r>
            <a:r>
              <a:rPr sz="2600" dirty="0">
                <a:latin typeface="微软雅黑" panose="020B0503020204020204" pitchFamily="34" charset="-122"/>
                <a:ea typeface="微软雅黑" panose="020B0503020204020204" pitchFamily="34" charset="-122"/>
                <a:cs typeface="华文新魏" panose="02010800040101010101" charset="-122"/>
              </a:rPr>
              <a:t>：将问题分解为粒度小，独立的部分。</a:t>
            </a:r>
            <a:endParaRPr sz="260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6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新魏" panose="02010800040101010101" charset="-122"/>
              </a:rPr>
              <a:t>不同的模块协同工作，体现系统的功能。</a:t>
            </a:r>
            <a:endParaRPr sz="2600">
              <a:latin typeface="微软雅黑" panose="020B0503020204020204" pitchFamily="34" charset="-122"/>
              <a:ea typeface="微软雅黑" panose="020B0503020204020204" pitchFamily="34" charset="-122"/>
              <a:cs typeface="华文新魏" panose="02010800040101010101" charset="-122"/>
            </a:endParaRPr>
          </a:p>
          <a:p>
            <a:pPr marL="1155700" marR="5080" lvl="2" indent="-228600">
              <a:lnSpc>
                <a:spcPct val="141000"/>
              </a:lnSpc>
              <a:spcBef>
                <a:spcPts val="500"/>
              </a:spcBef>
              <a:buFont typeface="Arial" panose="020B0604020202020204"/>
              <a:buChar char="•"/>
              <a:tabLst>
                <a:tab pos="1155700" algn="l"/>
              </a:tabLst>
            </a:pPr>
            <a:r>
              <a:rPr sz="2600" dirty="0">
                <a:latin typeface="微软雅黑" panose="020B0503020204020204" pitchFamily="34" charset="-122"/>
                <a:ea typeface="微软雅黑" panose="020B0503020204020204" pitchFamily="34" charset="-122"/>
                <a:cs typeface="华文新魏" panose="02010800040101010101" charset="-122"/>
              </a:rPr>
              <a:t>通常，一些功能分解并没有实际的意义。</a:t>
            </a:r>
            <a:r>
              <a:rPr sz="2600" spc="-5" dirty="0">
                <a:latin typeface="微软雅黑" panose="020B0503020204020204" pitchFamily="34" charset="-122"/>
                <a:ea typeface="微软雅黑" panose="020B0503020204020204" pitchFamily="34" charset="-122"/>
                <a:cs typeface="Arial" panose="020B0604020202020204"/>
              </a:rPr>
              <a:t>Often</a:t>
            </a:r>
            <a:r>
              <a:rPr sz="2600" spc="-30" dirty="0">
                <a:latin typeface="微软雅黑" panose="020B0503020204020204" pitchFamily="34" charset="-122"/>
                <a:ea typeface="微软雅黑" panose="020B0503020204020204" pitchFamily="34" charset="-122"/>
                <a:cs typeface="Arial" panose="020B0604020202020204"/>
              </a:rPr>
              <a:t> </a:t>
            </a:r>
            <a:r>
              <a:rPr sz="2600" dirty="0">
                <a:latin typeface="微软雅黑" panose="020B0503020204020204" pitchFamily="34" charset="-122"/>
                <a:ea typeface="微软雅黑" panose="020B0503020204020204" pitchFamily="34" charset="-122"/>
                <a:cs typeface="Arial" panose="020B0604020202020204"/>
              </a:rPr>
              <a:t>do</a:t>
            </a:r>
            <a:r>
              <a:rPr sz="2600" spc="-30" dirty="0">
                <a:latin typeface="微软雅黑" panose="020B0503020204020204" pitchFamily="34" charset="-122"/>
                <a:ea typeface="微软雅黑" panose="020B0503020204020204" pitchFamily="34" charset="-122"/>
                <a:cs typeface="Arial" panose="020B0604020202020204"/>
              </a:rPr>
              <a:t> </a:t>
            </a:r>
            <a:r>
              <a:rPr sz="2600" dirty="0">
                <a:latin typeface="微软雅黑" panose="020B0503020204020204" pitchFamily="34" charset="-122"/>
                <a:ea typeface="微软雅黑" panose="020B0503020204020204" pitchFamily="34" charset="-122"/>
                <a:cs typeface="Arial" panose="020B0604020202020204"/>
              </a:rPr>
              <a:t>not</a:t>
            </a:r>
            <a:r>
              <a:rPr sz="2600" spc="-35" dirty="0">
                <a:latin typeface="微软雅黑" panose="020B0503020204020204" pitchFamily="34" charset="-122"/>
                <a:ea typeface="微软雅黑" panose="020B0503020204020204" pitchFamily="34" charset="-122"/>
                <a:cs typeface="Arial" panose="020B0604020202020204"/>
              </a:rPr>
              <a:t> </a:t>
            </a:r>
            <a:r>
              <a:rPr sz="2600" dirty="0">
                <a:latin typeface="微软雅黑" panose="020B0503020204020204" pitchFamily="34" charset="-122"/>
                <a:ea typeface="微软雅黑" panose="020B0503020204020204" pitchFamily="34" charset="-122"/>
                <a:cs typeface="Arial" panose="020B0604020202020204"/>
              </a:rPr>
              <a:t>make  sense in</a:t>
            </a:r>
            <a:r>
              <a:rPr sz="2600" spc="-5" dirty="0">
                <a:latin typeface="微软雅黑" panose="020B0503020204020204" pitchFamily="34" charset="-122"/>
                <a:ea typeface="微软雅黑" panose="020B0503020204020204" pitchFamily="34" charset="-122"/>
                <a:cs typeface="Arial" panose="020B0604020202020204"/>
              </a:rPr>
              <a:t> isolation.</a:t>
            </a:r>
            <a:endParaRPr sz="2600">
              <a:latin typeface="微软雅黑" panose="020B0503020204020204" pitchFamily="34" charset="-122"/>
              <a:ea typeface="微软雅黑" panose="020B0503020204020204" pitchFamily="34" charset="-122"/>
              <a:cs typeface="Arial" panose="020B0604020202020204"/>
            </a:endParaRPr>
          </a:p>
          <a:p>
            <a:pPr marL="241300" indent="-228600">
              <a:lnSpc>
                <a:spcPct val="100000"/>
              </a:lnSpc>
              <a:spcBef>
                <a:spcPts val="2180"/>
              </a:spcBef>
              <a:buFont typeface="Arial" panose="020B0604020202020204"/>
              <a:buChar char="•"/>
              <a:tabLst>
                <a:tab pos="241300" algn="l"/>
              </a:tabLst>
            </a:pPr>
            <a:r>
              <a:rPr sz="2600" u="heavy" dirty="0">
                <a:solidFill>
                  <a:srgbClr val="990000"/>
                </a:solidFill>
                <a:uFill>
                  <a:solidFill>
                    <a:srgbClr val="AB1500"/>
                  </a:solidFill>
                </a:uFill>
                <a:latin typeface="微软雅黑" panose="020B0503020204020204" pitchFamily="34" charset="-122"/>
                <a:ea typeface="微软雅黑" panose="020B0503020204020204" pitchFamily="34" charset="-122"/>
                <a:cs typeface="华文新魏" panose="02010800040101010101" charset="-122"/>
              </a:rPr>
              <a:t>用例</a:t>
            </a:r>
            <a:r>
              <a:rPr sz="2600" dirty="0">
                <a:latin typeface="微软雅黑" panose="020B0503020204020204" pitchFamily="34" charset="-122"/>
                <a:ea typeface="微软雅黑" panose="020B0503020204020204" pitchFamily="34" charset="-122"/>
                <a:cs typeface="Arial" panose="020B0604020202020204"/>
              </a:rPr>
              <a:t>:</a:t>
            </a:r>
            <a:endParaRPr sz="2600">
              <a:latin typeface="微软雅黑" panose="020B0503020204020204" pitchFamily="34" charset="-122"/>
              <a:ea typeface="微软雅黑" panose="020B0503020204020204" pitchFamily="34" charset="-122"/>
              <a:cs typeface="Arial" panose="020B0604020202020204"/>
            </a:endParaRPr>
          </a:p>
          <a:p>
            <a:pPr marL="698500" lvl="1" indent="-228600">
              <a:lnSpc>
                <a:spcPct val="100000"/>
              </a:lnSpc>
              <a:spcBef>
                <a:spcPts val="1780"/>
              </a:spcBef>
              <a:buClr>
                <a:srgbClr val="FF0000"/>
              </a:buClr>
              <a:buFont typeface="Arial" panose="020B0604020202020204"/>
              <a:buChar char="•"/>
              <a:tabLst>
                <a:tab pos="698500" algn="l"/>
              </a:tabLst>
            </a:pPr>
            <a:r>
              <a:rPr sz="2600" b="1" i="1" spc="-5" dirty="0">
                <a:solidFill>
                  <a:srgbClr val="FF2600"/>
                </a:solidFill>
                <a:latin typeface="微软雅黑" panose="020B0503020204020204" pitchFamily="34" charset="-122"/>
                <a:ea typeface="微软雅黑" panose="020B0503020204020204" pitchFamily="34" charset="-122"/>
                <a:cs typeface="华文新魏" panose="02010800040101010101" charset="-122"/>
              </a:rPr>
              <a:t>不是</a:t>
            </a:r>
            <a:r>
              <a:rPr sz="2600" dirty="0">
                <a:latin typeface="微软雅黑" panose="020B0503020204020204" pitchFamily="34" charset="-122"/>
                <a:ea typeface="微软雅黑" panose="020B0503020204020204" pitchFamily="34" charset="-122"/>
                <a:cs typeface="华文新魏" panose="02010800040101010101" charset="-122"/>
              </a:rPr>
              <a:t>功能分解的过程！</a:t>
            </a:r>
            <a:endParaRPr sz="260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7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新魏" panose="02010800040101010101" charset="-122"/>
              </a:rPr>
              <a:t>综合所有功能一起描述系统如何使用。</a:t>
            </a:r>
            <a:endParaRPr sz="260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6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新魏" panose="02010800040101010101" charset="-122"/>
              </a:rPr>
              <a:t>需要包含语境信息</a:t>
            </a:r>
            <a:endParaRPr sz="2600">
              <a:latin typeface="微软雅黑" panose="020B0503020204020204" pitchFamily="34" charset="-122"/>
              <a:ea typeface="微软雅黑" panose="020B0503020204020204" pitchFamily="34" charset="-122"/>
              <a:cs typeface="华文新魏" panose="02010800040101010101" charset="-122"/>
            </a:endParaRPr>
          </a:p>
        </p:txBody>
      </p:sp>
      <p:sp>
        <p:nvSpPr>
          <p:cNvPr id="5" name="标题 4"/>
          <p:cNvSpPr>
            <a:spLocks noGrp="1"/>
          </p:cNvSpPr>
          <p:nvPr>
            <p:ph type="title"/>
          </p:nvPr>
        </p:nvSpPr>
        <p:spPr/>
        <p:txBody>
          <a:bodyPr/>
          <a:lstStyle/>
          <a:p>
            <a:r>
              <a:rPr lang="zh-CN" altLang="en-US" dirty="0"/>
              <a:t>二、不要把用例定义成功能分解</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53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6388"/>
    </mc:Choice>
    <mc:Fallback xmlns="">
      <p:transition spd="slow" advTm="106388"/>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778932" y="1420814"/>
            <a:ext cx="10905279" cy="5030786"/>
            <a:chOff x="778932" y="1420814"/>
            <a:chExt cx="10905279" cy="5030786"/>
          </a:xfrm>
        </p:grpSpPr>
        <p:sp>
          <p:nvSpPr>
            <p:cNvPr id="3" name="object 3"/>
            <p:cNvSpPr/>
            <p:nvPr/>
          </p:nvSpPr>
          <p:spPr>
            <a:xfrm>
              <a:off x="863599" y="2668588"/>
              <a:ext cx="2142490" cy="590550"/>
            </a:xfrm>
            <a:custGeom>
              <a:avLst/>
              <a:gdLst/>
              <a:ahLst/>
              <a:cxnLst/>
              <a:rect l="l" t="t" r="r" b="b"/>
              <a:pathLst>
                <a:path w="2142490" h="590550">
                  <a:moveTo>
                    <a:pt x="1071034" y="0"/>
                  </a:moveTo>
                  <a:lnTo>
                    <a:pt x="1000613" y="628"/>
                  </a:lnTo>
                  <a:lnTo>
                    <a:pt x="931408" y="2486"/>
                  </a:lnTo>
                  <a:lnTo>
                    <a:pt x="863561" y="5535"/>
                  </a:lnTo>
                  <a:lnTo>
                    <a:pt x="797213" y="9737"/>
                  </a:lnTo>
                  <a:lnTo>
                    <a:pt x="732504" y="15053"/>
                  </a:lnTo>
                  <a:lnTo>
                    <a:pt x="669576" y="21443"/>
                  </a:lnTo>
                  <a:lnTo>
                    <a:pt x="608570" y="28869"/>
                  </a:lnTo>
                  <a:lnTo>
                    <a:pt x="549627" y="37291"/>
                  </a:lnTo>
                  <a:lnTo>
                    <a:pt x="492888" y="46671"/>
                  </a:lnTo>
                  <a:lnTo>
                    <a:pt x="438495" y="56971"/>
                  </a:lnTo>
                  <a:lnTo>
                    <a:pt x="386588" y="68150"/>
                  </a:lnTo>
                  <a:lnTo>
                    <a:pt x="337308" y="80170"/>
                  </a:lnTo>
                  <a:lnTo>
                    <a:pt x="290798" y="92993"/>
                  </a:lnTo>
                  <a:lnTo>
                    <a:pt x="247197" y="106579"/>
                  </a:lnTo>
                  <a:lnTo>
                    <a:pt x="206647" y="120889"/>
                  </a:lnTo>
                  <a:lnTo>
                    <a:pt x="169289" y="135885"/>
                  </a:lnTo>
                  <a:lnTo>
                    <a:pt x="104714" y="167777"/>
                  </a:lnTo>
                  <a:lnTo>
                    <a:pt x="54601" y="201945"/>
                  </a:lnTo>
                  <a:lnTo>
                    <a:pt x="20080" y="238076"/>
                  </a:lnTo>
                  <a:lnTo>
                    <a:pt x="2278" y="275860"/>
                  </a:lnTo>
                  <a:lnTo>
                    <a:pt x="0" y="295275"/>
                  </a:lnTo>
                  <a:lnTo>
                    <a:pt x="2278" y="314689"/>
                  </a:lnTo>
                  <a:lnTo>
                    <a:pt x="20080" y="352473"/>
                  </a:lnTo>
                  <a:lnTo>
                    <a:pt x="54601" y="388604"/>
                  </a:lnTo>
                  <a:lnTo>
                    <a:pt x="104714" y="422772"/>
                  </a:lnTo>
                  <a:lnTo>
                    <a:pt x="169289" y="454664"/>
                  </a:lnTo>
                  <a:lnTo>
                    <a:pt x="206647" y="469660"/>
                  </a:lnTo>
                  <a:lnTo>
                    <a:pt x="247197" y="483970"/>
                  </a:lnTo>
                  <a:lnTo>
                    <a:pt x="290798" y="497556"/>
                  </a:lnTo>
                  <a:lnTo>
                    <a:pt x="337308" y="510379"/>
                  </a:lnTo>
                  <a:lnTo>
                    <a:pt x="386588" y="522399"/>
                  </a:lnTo>
                  <a:lnTo>
                    <a:pt x="438495" y="533578"/>
                  </a:lnTo>
                  <a:lnTo>
                    <a:pt x="492888" y="543878"/>
                  </a:lnTo>
                  <a:lnTo>
                    <a:pt x="549627" y="553258"/>
                  </a:lnTo>
                  <a:lnTo>
                    <a:pt x="608570" y="561680"/>
                  </a:lnTo>
                  <a:lnTo>
                    <a:pt x="669576" y="569106"/>
                  </a:lnTo>
                  <a:lnTo>
                    <a:pt x="732504" y="575496"/>
                  </a:lnTo>
                  <a:lnTo>
                    <a:pt x="797213" y="580812"/>
                  </a:lnTo>
                  <a:lnTo>
                    <a:pt x="863561" y="585014"/>
                  </a:lnTo>
                  <a:lnTo>
                    <a:pt x="931408" y="588063"/>
                  </a:lnTo>
                  <a:lnTo>
                    <a:pt x="1000613" y="589921"/>
                  </a:lnTo>
                  <a:lnTo>
                    <a:pt x="1071034" y="590550"/>
                  </a:lnTo>
                  <a:lnTo>
                    <a:pt x="1141455" y="589921"/>
                  </a:lnTo>
                  <a:lnTo>
                    <a:pt x="1210659" y="588063"/>
                  </a:lnTo>
                  <a:lnTo>
                    <a:pt x="1278506" y="585014"/>
                  </a:lnTo>
                  <a:lnTo>
                    <a:pt x="1344854" y="580812"/>
                  </a:lnTo>
                  <a:lnTo>
                    <a:pt x="1409563" y="575496"/>
                  </a:lnTo>
                  <a:lnTo>
                    <a:pt x="1472491" y="569106"/>
                  </a:lnTo>
                  <a:lnTo>
                    <a:pt x="1533497" y="561680"/>
                  </a:lnTo>
                  <a:lnTo>
                    <a:pt x="1592440" y="553258"/>
                  </a:lnTo>
                  <a:lnTo>
                    <a:pt x="1649179" y="543878"/>
                  </a:lnTo>
                  <a:lnTo>
                    <a:pt x="1703572" y="533578"/>
                  </a:lnTo>
                  <a:lnTo>
                    <a:pt x="1755479" y="522399"/>
                  </a:lnTo>
                  <a:lnTo>
                    <a:pt x="1804758" y="510379"/>
                  </a:lnTo>
                  <a:lnTo>
                    <a:pt x="1851269" y="497556"/>
                  </a:lnTo>
                  <a:lnTo>
                    <a:pt x="1894870" y="483970"/>
                  </a:lnTo>
                  <a:lnTo>
                    <a:pt x="1935420" y="469660"/>
                  </a:lnTo>
                  <a:lnTo>
                    <a:pt x="1972777" y="454664"/>
                  </a:lnTo>
                  <a:lnTo>
                    <a:pt x="2037352" y="422772"/>
                  </a:lnTo>
                  <a:lnTo>
                    <a:pt x="2087465" y="388604"/>
                  </a:lnTo>
                  <a:lnTo>
                    <a:pt x="2121987" y="352473"/>
                  </a:lnTo>
                  <a:lnTo>
                    <a:pt x="2139789" y="314689"/>
                  </a:lnTo>
                  <a:lnTo>
                    <a:pt x="2142067" y="295275"/>
                  </a:lnTo>
                  <a:lnTo>
                    <a:pt x="2139789" y="275860"/>
                  </a:lnTo>
                  <a:lnTo>
                    <a:pt x="2121987" y="238076"/>
                  </a:lnTo>
                  <a:lnTo>
                    <a:pt x="2087465" y="201945"/>
                  </a:lnTo>
                  <a:lnTo>
                    <a:pt x="2037352" y="167777"/>
                  </a:lnTo>
                  <a:lnTo>
                    <a:pt x="1972777" y="135885"/>
                  </a:lnTo>
                  <a:lnTo>
                    <a:pt x="1935420" y="120889"/>
                  </a:lnTo>
                  <a:lnTo>
                    <a:pt x="1894870" y="106579"/>
                  </a:lnTo>
                  <a:lnTo>
                    <a:pt x="1851269" y="92993"/>
                  </a:lnTo>
                  <a:lnTo>
                    <a:pt x="1804758" y="80170"/>
                  </a:lnTo>
                  <a:lnTo>
                    <a:pt x="1755479" y="68150"/>
                  </a:lnTo>
                  <a:lnTo>
                    <a:pt x="1703572" y="56971"/>
                  </a:lnTo>
                  <a:lnTo>
                    <a:pt x="1649179" y="46671"/>
                  </a:lnTo>
                  <a:lnTo>
                    <a:pt x="1592440" y="37291"/>
                  </a:lnTo>
                  <a:lnTo>
                    <a:pt x="1533497" y="28869"/>
                  </a:lnTo>
                  <a:lnTo>
                    <a:pt x="1472491" y="21443"/>
                  </a:lnTo>
                  <a:lnTo>
                    <a:pt x="1409563" y="15053"/>
                  </a:lnTo>
                  <a:lnTo>
                    <a:pt x="1344854" y="9737"/>
                  </a:lnTo>
                  <a:lnTo>
                    <a:pt x="1278506" y="5535"/>
                  </a:lnTo>
                  <a:lnTo>
                    <a:pt x="1210659" y="2486"/>
                  </a:lnTo>
                  <a:lnTo>
                    <a:pt x="1141455" y="628"/>
                  </a:lnTo>
                  <a:lnTo>
                    <a:pt x="1071034" y="0"/>
                  </a:lnTo>
                  <a:close/>
                </a:path>
              </a:pathLst>
            </a:custGeom>
            <a:solidFill>
              <a:srgbClr val="7A4779"/>
            </a:solidFill>
          </p:spPr>
          <p:txBody>
            <a:bodyPr wrap="square" lIns="0" tIns="0" rIns="0" bIns="0" rtlCol="0"/>
            <a:lstStyle/>
            <a:p>
              <a:endParaRPr/>
            </a:p>
          </p:txBody>
        </p:sp>
        <p:sp>
          <p:nvSpPr>
            <p:cNvPr id="4" name="object 4"/>
            <p:cNvSpPr/>
            <p:nvPr/>
          </p:nvSpPr>
          <p:spPr>
            <a:xfrm>
              <a:off x="863599" y="2668588"/>
              <a:ext cx="2142490" cy="590550"/>
            </a:xfrm>
            <a:custGeom>
              <a:avLst/>
              <a:gdLst/>
              <a:ahLst/>
              <a:cxnLst/>
              <a:rect l="l" t="t" r="r" b="b"/>
              <a:pathLst>
                <a:path w="2142490" h="590550">
                  <a:moveTo>
                    <a:pt x="0" y="295274"/>
                  </a:moveTo>
                  <a:lnTo>
                    <a:pt x="9018" y="256781"/>
                  </a:lnTo>
                  <a:lnTo>
                    <a:pt x="35321" y="219784"/>
                  </a:lnTo>
                  <a:lnTo>
                    <a:pt x="77780" y="184596"/>
                  </a:lnTo>
                  <a:lnTo>
                    <a:pt x="135265" y="151527"/>
                  </a:lnTo>
                  <a:lnTo>
                    <a:pt x="206647" y="120889"/>
                  </a:lnTo>
                  <a:lnTo>
                    <a:pt x="247197" y="106579"/>
                  </a:lnTo>
                  <a:lnTo>
                    <a:pt x="290798" y="92993"/>
                  </a:lnTo>
                  <a:lnTo>
                    <a:pt x="337308" y="80170"/>
                  </a:lnTo>
                  <a:lnTo>
                    <a:pt x="386588" y="68150"/>
                  </a:lnTo>
                  <a:lnTo>
                    <a:pt x="438495" y="56970"/>
                  </a:lnTo>
                  <a:lnTo>
                    <a:pt x="492888" y="46671"/>
                  </a:lnTo>
                  <a:lnTo>
                    <a:pt x="549627" y="37291"/>
                  </a:lnTo>
                  <a:lnTo>
                    <a:pt x="608570" y="28869"/>
                  </a:lnTo>
                  <a:lnTo>
                    <a:pt x="669576" y="21443"/>
                  </a:lnTo>
                  <a:lnTo>
                    <a:pt x="732504" y="15053"/>
                  </a:lnTo>
                  <a:lnTo>
                    <a:pt x="797213" y="9737"/>
                  </a:lnTo>
                  <a:lnTo>
                    <a:pt x="863561" y="5535"/>
                  </a:lnTo>
                  <a:lnTo>
                    <a:pt x="931408" y="2486"/>
                  </a:lnTo>
                  <a:lnTo>
                    <a:pt x="1000612" y="628"/>
                  </a:lnTo>
                  <a:lnTo>
                    <a:pt x="1071033" y="0"/>
                  </a:lnTo>
                  <a:lnTo>
                    <a:pt x="1141454" y="628"/>
                  </a:lnTo>
                  <a:lnTo>
                    <a:pt x="1210659" y="2486"/>
                  </a:lnTo>
                  <a:lnTo>
                    <a:pt x="1278506" y="5535"/>
                  </a:lnTo>
                  <a:lnTo>
                    <a:pt x="1344854" y="9737"/>
                  </a:lnTo>
                  <a:lnTo>
                    <a:pt x="1409563" y="15053"/>
                  </a:lnTo>
                  <a:lnTo>
                    <a:pt x="1472491" y="21443"/>
                  </a:lnTo>
                  <a:lnTo>
                    <a:pt x="1533497" y="28869"/>
                  </a:lnTo>
                  <a:lnTo>
                    <a:pt x="1592440" y="37291"/>
                  </a:lnTo>
                  <a:lnTo>
                    <a:pt x="1649179" y="46671"/>
                  </a:lnTo>
                  <a:lnTo>
                    <a:pt x="1703572" y="56970"/>
                  </a:lnTo>
                  <a:lnTo>
                    <a:pt x="1755479" y="68150"/>
                  </a:lnTo>
                  <a:lnTo>
                    <a:pt x="1804758" y="80170"/>
                  </a:lnTo>
                  <a:lnTo>
                    <a:pt x="1851269" y="92993"/>
                  </a:lnTo>
                  <a:lnTo>
                    <a:pt x="1894870" y="106579"/>
                  </a:lnTo>
                  <a:lnTo>
                    <a:pt x="1935420" y="120889"/>
                  </a:lnTo>
                  <a:lnTo>
                    <a:pt x="1972777" y="135885"/>
                  </a:lnTo>
                  <a:lnTo>
                    <a:pt x="2037352" y="167777"/>
                  </a:lnTo>
                  <a:lnTo>
                    <a:pt x="2087465" y="201945"/>
                  </a:lnTo>
                  <a:lnTo>
                    <a:pt x="2121987" y="238076"/>
                  </a:lnTo>
                  <a:lnTo>
                    <a:pt x="2139789" y="275860"/>
                  </a:lnTo>
                  <a:lnTo>
                    <a:pt x="2142067" y="295274"/>
                  </a:lnTo>
                  <a:lnTo>
                    <a:pt x="2139789" y="314689"/>
                  </a:lnTo>
                  <a:lnTo>
                    <a:pt x="2121987" y="352473"/>
                  </a:lnTo>
                  <a:lnTo>
                    <a:pt x="2087465" y="388604"/>
                  </a:lnTo>
                  <a:lnTo>
                    <a:pt x="2037352" y="422772"/>
                  </a:lnTo>
                  <a:lnTo>
                    <a:pt x="1972777" y="454664"/>
                  </a:lnTo>
                  <a:lnTo>
                    <a:pt x="1935420" y="469660"/>
                  </a:lnTo>
                  <a:lnTo>
                    <a:pt x="1894870" y="483970"/>
                  </a:lnTo>
                  <a:lnTo>
                    <a:pt x="1851269" y="497556"/>
                  </a:lnTo>
                  <a:lnTo>
                    <a:pt x="1804758" y="510379"/>
                  </a:lnTo>
                  <a:lnTo>
                    <a:pt x="1755479" y="522399"/>
                  </a:lnTo>
                  <a:lnTo>
                    <a:pt x="1703572" y="533578"/>
                  </a:lnTo>
                  <a:lnTo>
                    <a:pt x="1649179" y="543878"/>
                  </a:lnTo>
                  <a:lnTo>
                    <a:pt x="1592440" y="553258"/>
                  </a:lnTo>
                  <a:lnTo>
                    <a:pt x="1533497" y="561680"/>
                  </a:lnTo>
                  <a:lnTo>
                    <a:pt x="1472491" y="569106"/>
                  </a:lnTo>
                  <a:lnTo>
                    <a:pt x="1409563" y="575496"/>
                  </a:lnTo>
                  <a:lnTo>
                    <a:pt x="1344854" y="580812"/>
                  </a:lnTo>
                  <a:lnTo>
                    <a:pt x="1278506" y="585014"/>
                  </a:lnTo>
                  <a:lnTo>
                    <a:pt x="1210659" y="588063"/>
                  </a:lnTo>
                  <a:lnTo>
                    <a:pt x="1141454" y="589921"/>
                  </a:lnTo>
                  <a:lnTo>
                    <a:pt x="1071033" y="590549"/>
                  </a:lnTo>
                  <a:lnTo>
                    <a:pt x="1000612" y="589921"/>
                  </a:lnTo>
                  <a:lnTo>
                    <a:pt x="931408" y="588063"/>
                  </a:lnTo>
                  <a:lnTo>
                    <a:pt x="863561" y="585014"/>
                  </a:lnTo>
                  <a:lnTo>
                    <a:pt x="797213" y="580812"/>
                  </a:lnTo>
                  <a:lnTo>
                    <a:pt x="732504" y="575496"/>
                  </a:lnTo>
                  <a:lnTo>
                    <a:pt x="669576" y="569106"/>
                  </a:lnTo>
                  <a:lnTo>
                    <a:pt x="608570" y="561680"/>
                  </a:lnTo>
                  <a:lnTo>
                    <a:pt x="549627" y="553258"/>
                  </a:lnTo>
                  <a:lnTo>
                    <a:pt x="492888" y="543878"/>
                  </a:lnTo>
                  <a:lnTo>
                    <a:pt x="438495" y="533578"/>
                  </a:lnTo>
                  <a:lnTo>
                    <a:pt x="386588" y="522399"/>
                  </a:lnTo>
                  <a:lnTo>
                    <a:pt x="337308" y="510379"/>
                  </a:lnTo>
                  <a:lnTo>
                    <a:pt x="290798" y="497556"/>
                  </a:lnTo>
                  <a:lnTo>
                    <a:pt x="247197" y="483970"/>
                  </a:lnTo>
                  <a:lnTo>
                    <a:pt x="206647" y="469660"/>
                  </a:lnTo>
                  <a:lnTo>
                    <a:pt x="169289" y="454664"/>
                  </a:lnTo>
                  <a:lnTo>
                    <a:pt x="104714" y="422772"/>
                  </a:lnTo>
                  <a:lnTo>
                    <a:pt x="54602" y="388604"/>
                  </a:lnTo>
                  <a:lnTo>
                    <a:pt x="20080" y="352473"/>
                  </a:lnTo>
                  <a:lnTo>
                    <a:pt x="2278" y="314689"/>
                  </a:lnTo>
                  <a:lnTo>
                    <a:pt x="0" y="295274"/>
                  </a:lnTo>
                  <a:close/>
                </a:path>
              </a:pathLst>
            </a:custGeom>
            <a:ln w="28574">
              <a:solidFill>
                <a:srgbClr val="000000"/>
              </a:solidFill>
            </a:ln>
          </p:spPr>
          <p:txBody>
            <a:bodyPr wrap="square" lIns="0" tIns="0" rIns="0" bIns="0" rtlCol="0"/>
            <a:lstStyle/>
            <a:p>
              <a:endParaRPr/>
            </a:p>
          </p:txBody>
        </p:sp>
        <p:sp>
          <p:nvSpPr>
            <p:cNvPr id="5" name="object 5"/>
            <p:cNvSpPr txBox="1"/>
            <p:nvPr/>
          </p:nvSpPr>
          <p:spPr>
            <a:xfrm>
              <a:off x="1205872" y="2692242"/>
              <a:ext cx="1447800" cy="452120"/>
            </a:xfrm>
            <a:prstGeom prst="rect">
              <a:avLst/>
            </a:prstGeom>
          </p:spPr>
          <p:txBody>
            <a:bodyPr vert="horz" wrap="square" lIns="0" tIns="12700" rIns="0" bIns="0" rtlCol="0">
              <a:spAutoFit/>
            </a:bodyPr>
            <a:lstStyle/>
            <a:p>
              <a:pPr marL="12700">
                <a:lnSpc>
                  <a:spcPct val="100000"/>
                </a:lnSpc>
                <a:spcBef>
                  <a:spcPts val="100"/>
                </a:spcBef>
              </a:pPr>
              <a:r>
                <a:rPr sz="2800" b="1" i="1" spc="-5" dirty="0">
                  <a:solidFill>
                    <a:srgbClr val="FFFFFF"/>
                  </a:solidFill>
                  <a:latin typeface="华文新魏" panose="02010800040101010101" charset="-122"/>
                  <a:cs typeface="华文新魏" panose="02010800040101010101" charset="-122"/>
                </a:rPr>
                <a:t>输入密码</a:t>
              </a:r>
              <a:endParaRPr sz="2800">
                <a:latin typeface="华文新魏" panose="02010800040101010101" charset="-122"/>
                <a:cs typeface="华文新魏" panose="02010800040101010101" charset="-122"/>
              </a:endParaRPr>
            </a:p>
          </p:txBody>
        </p:sp>
        <p:sp>
          <p:nvSpPr>
            <p:cNvPr id="6" name="object 6"/>
            <p:cNvSpPr/>
            <p:nvPr/>
          </p:nvSpPr>
          <p:spPr>
            <a:xfrm>
              <a:off x="856191" y="1709974"/>
              <a:ext cx="2404745" cy="590550"/>
            </a:xfrm>
            <a:custGeom>
              <a:avLst/>
              <a:gdLst/>
              <a:ahLst/>
              <a:cxnLst/>
              <a:rect l="l" t="t" r="r" b="b"/>
              <a:pathLst>
                <a:path w="2404745" h="590550">
                  <a:moveTo>
                    <a:pt x="1202267" y="0"/>
                  </a:moveTo>
                  <a:lnTo>
                    <a:pt x="1129028" y="538"/>
                  </a:lnTo>
                  <a:lnTo>
                    <a:pt x="1056950" y="2134"/>
                  </a:lnTo>
                  <a:lnTo>
                    <a:pt x="986158" y="4757"/>
                  </a:lnTo>
                  <a:lnTo>
                    <a:pt x="916778" y="8375"/>
                  </a:lnTo>
                  <a:lnTo>
                    <a:pt x="848935" y="12957"/>
                  </a:lnTo>
                  <a:lnTo>
                    <a:pt x="782757" y="18473"/>
                  </a:lnTo>
                  <a:lnTo>
                    <a:pt x="718367" y="24891"/>
                  </a:lnTo>
                  <a:lnTo>
                    <a:pt x="655893" y="32182"/>
                  </a:lnTo>
                  <a:lnTo>
                    <a:pt x="595459" y="40313"/>
                  </a:lnTo>
                  <a:lnTo>
                    <a:pt x="537192" y="49255"/>
                  </a:lnTo>
                  <a:lnTo>
                    <a:pt x="481218" y="58976"/>
                  </a:lnTo>
                  <a:lnTo>
                    <a:pt x="427661" y="69445"/>
                  </a:lnTo>
                  <a:lnTo>
                    <a:pt x="376649" y="80631"/>
                  </a:lnTo>
                  <a:lnTo>
                    <a:pt x="328305" y="92504"/>
                  </a:lnTo>
                  <a:lnTo>
                    <a:pt x="282758" y="105033"/>
                  </a:lnTo>
                  <a:lnTo>
                    <a:pt x="240131" y="118186"/>
                  </a:lnTo>
                  <a:lnTo>
                    <a:pt x="200551" y="131933"/>
                  </a:lnTo>
                  <a:lnTo>
                    <a:pt x="164144" y="146244"/>
                  </a:lnTo>
                  <a:lnTo>
                    <a:pt x="101351" y="176430"/>
                  </a:lnTo>
                  <a:lnTo>
                    <a:pt x="52757" y="208497"/>
                  </a:lnTo>
                  <a:lnTo>
                    <a:pt x="19370" y="242199"/>
                  </a:lnTo>
                  <a:lnTo>
                    <a:pt x="2194" y="277287"/>
                  </a:lnTo>
                  <a:lnTo>
                    <a:pt x="0" y="295275"/>
                  </a:lnTo>
                  <a:lnTo>
                    <a:pt x="2194" y="313262"/>
                  </a:lnTo>
                  <a:lnTo>
                    <a:pt x="19370" y="348350"/>
                  </a:lnTo>
                  <a:lnTo>
                    <a:pt x="52757" y="382052"/>
                  </a:lnTo>
                  <a:lnTo>
                    <a:pt x="101351" y="414119"/>
                  </a:lnTo>
                  <a:lnTo>
                    <a:pt x="164144" y="444305"/>
                  </a:lnTo>
                  <a:lnTo>
                    <a:pt x="200551" y="458616"/>
                  </a:lnTo>
                  <a:lnTo>
                    <a:pt x="240131" y="472363"/>
                  </a:lnTo>
                  <a:lnTo>
                    <a:pt x="282758" y="485516"/>
                  </a:lnTo>
                  <a:lnTo>
                    <a:pt x="328305" y="498045"/>
                  </a:lnTo>
                  <a:lnTo>
                    <a:pt x="376649" y="509918"/>
                  </a:lnTo>
                  <a:lnTo>
                    <a:pt x="427661" y="521104"/>
                  </a:lnTo>
                  <a:lnTo>
                    <a:pt x="481218" y="531573"/>
                  </a:lnTo>
                  <a:lnTo>
                    <a:pt x="537192" y="541294"/>
                  </a:lnTo>
                  <a:lnTo>
                    <a:pt x="595459" y="550236"/>
                  </a:lnTo>
                  <a:lnTo>
                    <a:pt x="655893" y="558367"/>
                  </a:lnTo>
                  <a:lnTo>
                    <a:pt x="718367" y="565658"/>
                  </a:lnTo>
                  <a:lnTo>
                    <a:pt x="782757" y="572076"/>
                  </a:lnTo>
                  <a:lnTo>
                    <a:pt x="848935" y="577592"/>
                  </a:lnTo>
                  <a:lnTo>
                    <a:pt x="916778" y="582174"/>
                  </a:lnTo>
                  <a:lnTo>
                    <a:pt x="986158" y="585792"/>
                  </a:lnTo>
                  <a:lnTo>
                    <a:pt x="1056950" y="588415"/>
                  </a:lnTo>
                  <a:lnTo>
                    <a:pt x="1129028" y="590011"/>
                  </a:lnTo>
                  <a:lnTo>
                    <a:pt x="1202267" y="590550"/>
                  </a:lnTo>
                  <a:lnTo>
                    <a:pt x="1275505" y="590011"/>
                  </a:lnTo>
                  <a:lnTo>
                    <a:pt x="1347584" y="588415"/>
                  </a:lnTo>
                  <a:lnTo>
                    <a:pt x="1418376" y="585792"/>
                  </a:lnTo>
                  <a:lnTo>
                    <a:pt x="1487755" y="582174"/>
                  </a:lnTo>
                  <a:lnTo>
                    <a:pt x="1555598" y="577592"/>
                  </a:lnTo>
                  <a:lnTo>
                    <a:pt x="1621776" y="572076"/>
                  </a:lnTo>
                  <a:lnTo>
                    <a:pt x="1686166" y="565658"/>
                  </a:lnTo>
                  <a:lnTo>
                    <a:pt x="1748640" y="558367"/>
                  </a:lnTo>
                  <a:lnTo>
                    <a:pt x="1809073" y="550236"/>
                  </a:lnTo>
                  <a:lnTo>
                    <a:pt x="1867340" y="541294"/>
                  </a:lnTo>
                  <a:lnTo>
                    <a:pt x="1923315" y="531573"/>
                  </a:lnTo>
                  <a:lnTo>
                    <a:pt x="1976871" y="521104"/>
                  </a:lnTo>
                  <a:lnTo>
                    <a:pt x="2027884" y="509918"/>
                  </a:lnTo>
                  <a:lnTo>
                    <a:pt x="2076227" y="498045"/>
                  </a:lnTo>
                  <a:lnTo>
                    <a:pt x="2121775" y="485516"/>
                  </a:lnTo>
                  <a:lnTo>
                    <a:pt x="2164401" y="472363"/>
                  </a:lnTo>
                  <a:lnTo>
                    <a:pt x="2203981" y="458616"/>
                  </a:lnTo>
                  <a:lnTo>
                    <a:pt x="2240388" y="444305"/>
                  </a:lnTo>
                  <a:lnTo>
                    <a:pt x="2303181" y="414119"/>
                  </a:lnTo>
                  <a:lnTo>
                    <a:pt x="2351775" y="382052"/>
                  </a:lnTo>
                  <a:lnTo>
                    <a:pt x="2385163" y="348350"/>
                  </a:lnTo>
                  <a:lnTo>
                    <a:pt x="2402339" y="313262"/>
                  </a:lnTo>
                  <a:lnTo>
                    <a:pt x="2404533" y="295275"/>
                  </a:lnTo>
                  <a:lnTo>
                    <a:pt x="2402339" y="277287"/>
                  </a:lnTo>
                  <a:lnTo>
                    <a:pt x="2385163" y="242199"/>
                  </a:lnTo>
                  <a:lnTo>
                    <a:pt x="2351775" y="208497"/>
                  </a:lnTo>
                  <a:lnTo>
                    <a:pt x="2303181" y="176430"/>
                  </a:lnTo>
                  <a:lnTo>
                    <a:pt x="2240388" y="146244"/>
                  </a:lnTo>
                  <a:lnTo>
                    <a:pt x="2203981" y="131933"/>
                  </a:lnTo>
                  <a:lnTo>
                    <a:pt x="2164401" y="118186"/>
                  </a:lnTo>
                  <a:lnTo>
                    <a:pt x="2121775" y="105033"/>
                  </a:lnTo>
                  <a:lnTo>
                    <a:pt x="2076227" y="92504"/>
                  </a:lnTo>
                  <a:lnTo>
                    <a:pt x="2027884" y="80631"/>
                  </a:lnTo>
                  <a:lnTo>
                    <a:pt x="1976871" y="69445"/>
                  </a:lnTo>
                  <a:lnTo>
                    <a:pt x="1923315" y="58976"/>
                  </a:lnTo>
                  <a:lnTo>
                    <a:pt x="1867340" y="49255"/>
                  </a:lnTo>
                  <a:lnTo>
                    <a:pt x="1809073" y="40313"/>
                  </a:lnTo>
                  <a:lnTo>
                    <a:pt x="1748640" y="32182"/>
                  </a:lnTo>
                  <a:lnTo>
                    <a:pt x="1686166" y="24891"/>
                  </a:lnTo>
                  <a:lnTo>
                    <a:pt x="1621776" y="18473"/>
                  </a:lnTo>
                  <a:lnTo>
                    <a:pt x="1555598" y="12957"/>
                  </a:lnTo>
                  <a:lnTo>
                    <a:pt x="1487755" y="8375"/>
                  </a:lnTo>
                  <a:lnTo>
                    <a:pt x="1418376" y="4757"/>
                  </a:lnTo>
                  <a:lnTo>
                    <a:pt x="1347584" y="2134"/>
                  </a:lnTo>
                  <a:lnTo>
                    <a:pt x="1275505" y="538"/>
                  </a:lnTo>
                  <a:lnTo>
                    <a:pt x="1202267" y="0"/>
                  </a:lnTo>
                  <a:close/>
                </a:path>
              </a:pathLst>
            </a:custGeom>
            <a:solidFill>
              <a:srgbClr val="7A4779"/>
            </a:solidFill>
          </p:spPr>
          <p:txBody>
            <a:bodyPr wrap="square" lIns="0" tIns="0" rIns="0" bIns="0" rtlCol="0"/>
            <a:lstStyle/>
            <a:p>
              <a:endParaRPr/>
            </a:p>
          </p:txBody>
        </p:sp>
        <p:sp>
          <p:nvSpPr>
            <p:cNvPr id="7" name="object 7"/>
            <p:cNvSpPr/>
            <p:nvPr/>
          </p:nvSpPr>
          <p:spPr>
            <a:xfrm>
              <a:off x="856191" y="1709974"/>
              <a:ext cx="2404745" cy="590550"/>
            </a:xfrm>
            <a:custGeom>
              <a:avLst/>
              <a:gdLst/>
              <a:ahLst/>
              <a:cxnLst/>
              <a:rect l="l" t="t" r="r" b="b"/>
              <a:pathLst>
                <a:path w="2404745" h="590550">
                  <a:moveTo>
                    <a:pt x="0" y="295274"/>
                  </a:moveTo>
                  <a:lnTo>
                    <a:pt x="19370" y="242198"/>
                  </a:lnTo>
                  <a:lnTo>
                    <a:pt x="52757" y="208497"/>
                  </a:lnTo>
                  <a:lnTo>
                    <a:pt x="101351" y="176430"/>
                  </a:lnTo>
                  <a:lnTo>
                    <a:pt x="164144" y="146244"/>
                  </a:lnTo>
                  <a:lnTo>
                    <a:pt x="200551" y="131933"/>
                  </a:lnTo>
                  <a:lnTo>
                    <a:pt x="240131" y="118186"/>
                  </a:lnTo>
                  <a:lnTo>
                    <a:pt x="282758" y="105033"/>
                  </a:lnTo>
                  <a:lnTo>
                    <a:pt x="328305" y="92504"/>
                  </a:lnTo>
                  <a:lnTo>
                    <a:pt x="376648" y="80631"/>
                  </a:lnTo>
                  <a:lnTo>
                    <a:pt x="427661" y="69445"/>
                  </a:lnTo>
                  <a:lnTo>
                    <a:pt x="481218" y="58976"/>
                  </a:lnTo>
                  <a:lnTo>
                    <a:pt x="537192" y="49255"/>
                  </a:lnTo>
                  <a:lnTo>
                    <a:pt x="595459" y="40313"/>
                  </a:lnTo>
                  <a:lnTo>
                    <a:pt x="655893" y="32182"/>
                  </a:lnTo>
                  <a:lnTo>
                    <a:pt x="718367" y="24891"/>
                  </a:lnTo>
                  <a:lnTo>
                    <a:pt x="782756" y="18473"/>
                  </a:lnTo>
                  <a:lnTo>
                    <a:pt x="848935" y="12957"/>
                  </a:lnTo>
                  <a:lnTo>
                    <a:pt x="916777" y="8375"/>
                  </a:lnTo>
                  <a:lnTo>
                    <a:pt x="986157" y="4757"/>
                  </a:lnTo>
                  <a:lnTo>
                    <a:pt x="1056949" y="2134"/>
                  </a:lnTo>
                  <a:lnTo>
                    <a:pt x="1129027" y="538"/>
                  </a:lnTo>
                  <a:lnTo>
                    <a:pt x="1202266" y="0"/>
                  </a:lnTo>
                  <a:lnTo>
                    <a:pt x="1275505" y="538"/>
                  </a:lnTo>
                  <a:lnTo>
                    <a:pt x="1347583" y="2134"/>
                  </a:lnTo>
                  <a:lnTo>
                    <a:pt x="1418375" y="4757"/>
                  </a:lnTo>
                  <a:lnTo>
                    <a:pt x="1487755" y="8375"/>
                  </a:lnTo>
                  <a:lnTo>
                    <a:pt x="1555597" y="12957"/>
                  </a:lnTo>
                  <a:lnTo>
                    <a:pt x="1621776" y="18473"/>
                  </a:lnTo>
                  <a:lnTo>
                    <a:pt x="1686165" y="24891"/>
                  </a:lnTo>
                  <a:lnTo>
                    <a:pt x="1748640" y="32182"/>
                  </a:lnTo>
                  <a:lnTo>
                    <a:pt x="1809073" y="40313"/>
                  </a:lnTo>
                  <a:lnTo>
                    <a:pt x="1867340" y="49255"/>
                  </a:lnTo>
                  <a:lnTo>
                    <a:pt x="1923315" y="58976"/>
                  </a:lnTo>
                  <a:lnTo>
                    <a:pt x="1976871" y="69445"/>
                  </a:lnTo>
                  <a:lnTo>
                    <a:pt x="2027884" y="80631"/>
                  </a:lnTo>
                  <a:lnTo>
                    <a:pt x="2076227" y="92504"/>
                  </a:lnTo>
                  <a:lnTo>
                    <a:pt x="2121775" y="105033"/>
                  </a:lnTo>
                  <a:lnTo>
                    <a:pt x="2164402" y="118186"/>
                  </a:lnTo>
                  <a:lnTo>
                    <a:pt x="2203981" y="131933"/>
                  </a:lnTo>
                  <a:lnTo>
                    <a:pt x="2240388" y="146244"/>
                  </a:lnTo>
                  <a:lnTo>
                    <a:pt x="2303181" y="176430"/>
                  </a:lnTo>
                  <a:lnTo>
                    <a:pt x="2351775" y="208497"/>
                  </a:lnTo>
                  <a:lnTo>
                    <a:pt x="2385163" y="242198"/>
                  </a:lnTo>
                  <a:lnTo>
                    <a:pt x="2402339" y="277287"/>
                  </a:lnTo>
                  <a:lnTo>
                    <a:pt x="2404533" y="295274"/>
                  </a:lnTo>
                  <a:lnTo>
                    <a:pt x="2402339" y="313262"/>
                  </a:lnTo>
                  <a:lnTo>
                    <a:pt x="2385163" y="348350"/>
                  </a:lnTo>
                  <a:lnTo>
                    <a:pt x="2351775" y="382052"/>
                  </a:lnTo>
                  <a:lnTo>
                    <a:pt x="2303181" y="414119"/>
                  </a:lnTo>
                  <a:lnTo>
                    <a:pt x="2240388" y="444305"/>
                  </a:lnTo>
                  <a:lnTo>
                    <a:pt x="2203981" y="458616"/>
                  </a:lnTo>
                  <a:lnTo>
                    <a:pt x="2164402" y="472363"/>
                  </a:lnTo>
                  <a:lnTo>
                    <a:pt x="2121775" y="485516"/>
                  </a:lnTo>
                  <a:lnTo>
                    <a:pt x="2076227" y="498045"/>
                  </a:lnTo>
                  <a:lnTo>
                    <a:pt x="2027884" y="509918"/>
                  </a:lnTo>
                  <a:lnTo>
                    <a:pt x="1976871" y="521104"/>
                  </a:lnTo>
                  <a:lnTo>
                    <a:pt x="1923315" y="531573"/>
                  </a:lnTo>
                  <a:lnTo>
                    <a:pt x="1867340" y="541294"/>
                  </a:lnTo>
                  <a:lnTo>
                    <a:pt x="1809073" y="550236"/>
                  </a:lnTo>
                  <a:lnTo>
                    <a:pt x="1748640" y="558367"/>
                  </a:lnTo>
                  <a:lnTo>
                    <a:pt x="1686165" y="565658"/>
                  </a:lnTo>
                  <a:lnTo>
                    <a:pt x="1621776" y="572076"/>
                  </a:lnTo>
                  <a:lnTo>
                    <a:pt x="1555597" y="577592"/>
                  </a:lnTo>
                  <a:lnTo>
                    <a:pt x="1487755" y="582174"/>
                  </a:lnTo>
                  <a:lnTo>
                    <a:pt x="1418375" y="585792"/>
                  </a:lnTo>
                  <a:lnTo>
                    <a:pt x="1347583" y="588414"/>
                  </a:lnTo>
                  <a:lnTo>
                    <a:pt x="1275505" y="590011"/>
                  </a:lnTo>
                  <a:lnTo>
                    <a:pt x="1202266" y="590549"/>
                  </a:lnTo>
                  <a:lnTo>
                    <a:pt x="1129027" y="590011"/>
                  </a:lnTo>
                  <a:lnTo>
                    <a:pt x="1056949" y="588414"/>
                  </a:lnTo>
                  <a:lnTo>
                    <a:pt x="986157" y="585792"/>
                  </a:lnTo>
                  <a:lnTo>
                    <a:pt x="916777" y="582174"/>
                  </a:lnTo>
                  <a:lnTo>
                    <a:pt x="848935" y="577592"/>
                  </a:lnTo>
                  <a:lnTo>
                    <a:pt x="782756" y="572076"/>
                  </a:lnTo>
                  <a:lnTo>
                    <a:pt x="718367" y="565658"/>
                  </a:lnTo>
                  <a:lnTo>
                    <a:pt x="655893" y="558367"/>
                  </a:lnTo>
                  <a:lnTo>
                    <a:pt x="595459" y="550236"/>
                  </a:lnTo>
                  <a:lnTo>
                    <a:pt x="537192" y="541294"/>
                  </a:lnTo>
                  <a:lnTo>
                    <a:pt x="481218" y="531573"/>
                  </a:lnTo>
                  <a:lnTo>
                    <a:pt x="427661" y="521104"/>
                  </a:lnTo>
                  <a:lnTo>
                    <a:pt x="376648" y="509918"/>
                  </a:lnTo>
                  <a:lnTo>
                    <a:pt x="328305" y="498045"/>
                  </a:lnTo>
                  <a:lnTo>
                    <a:pt x="282758" y="485516"/>
                  </a:lnTo>
                  <a:lnTo>
                    <a:pt x="240131" y="472363"/>
                  </a:lnTo>
                  <a:lnTo>
                    <a:pt x="200551" y="458616"/>
                  </a:lnTo>
                  <a:lnTo>
                    <a:pt x="164144" y="444305"/>
                  </a:lnTo>
                  <a:lnTo>
                    <a:pt x="101351" y="414119"/>
                  </a:lnTo>
                  <a:lnTo>
                    <a:pt x="52757" y="382052"/>
                  </a:lnTo>
                  <a:lnTo>
                    <a:pt x="19370" y="348350"/>
                  </a:lnTo>
                  <a:lnTo>
                    <a:pt x="2194" y="313262"/>
                  </a:lnTo>
                  <a:lnTo>
                    <a:pt x="0" y="295274"/>
                  </a:lnTo>
                  <a:close/>
                </a:path>
              </a:pathLst>
            </a:custGeom>
            <a:ln w="28574">
              <a:solidFill>
                <a:srgbClr val="000000"/>
              </a:solidFill>
            </a:ln>
          </p:spPr>
          <p:txBody>
            <a:bodyPr wrap="square" lIns="0" tIns="0" rIns="0" bIns="0" rtlCol="0"/>
            <a:lstStyle/>
            <a:p>
              <a:endParaRPr/>
            </a:p>
          </p:txBody>
        </p:sp>
        <p:sp>
          <p:nvSpPr>
            <p:cNvPr id="8" name="object 8"/>
            <p:cNvSpPr txBox="1"/>
            <p:nvPr/>
          </p:nvSpPr>
          <p:spPr>
            <a:xfrm>
              <a:off x="1694102" y="1733628"/>
              <a:ext cx="736600" cy="452120"/>
            </a:xfrm>
            <a:prstGeom prst="rect">
              <a:avLst/>
            </a:prstGeom>
          </p:spPr>
          <p:txBody>
            <a:bodyPr vert="horz" wrap="square" lIns="0" tIns="12700" rIns="0" bIns="0" rtlCol="0">
              <a:spAutoFit/>
            </a:bodyPr>
            <a:lstStyle/>
            <a:p>
              <a:pPr marL="12700">
                <a:lnSpc>
                  <a:spcPct val="100000"/>
                </a:lnSpc>
                <a:spcBef>
                  <a:spcPts val="100"/>
                </a:spcBef>
              </a:pPr>
              <a:r>
                <a:rPr sz="2800" b="1" i="1" spc="-5" dirty="0">
                  <a:solidFill>
                    <a:srgbClr val="FFFFFF"/>
                  </a:solidFill>
                  <a:latin typeface="华文新魏" panose="02010800040101010101" charset="-122"/>
                  <a:cs typeface="华文新魏" panose="02010800040101010101" charset="-122"/>
                </a:rPr>
                <a:t>插卡</a:t>
              </a:r>
              <a:endParaRPr sz="2800">
                <a:latin typeface="华文新魏" panose="02010800040101010101" charset="-122"/>
                <a:cs typeface="华文新魏" panose="02010800040101010101" charset="-122"/>
              </a:endParaRPr>
            </a:p>
          </p:txBody>
        </p:sp>
        <p:sp>
          <p:nvSpPr>
            <p:cNvPr id="9" name="object 9"/>
            <p:cNvSpPr/>
            <p:nvPr/>
          </p:nvSpPr>
          <p:spPr>
            <a:xfrm>
              <a:off x="7759698" y="4679951"/>
              <a:ext cx="3911600" cy="746125"/>
            </a:xfrm>
            <a:custGeom>
              <a:avLst/>
              <a:gdLst/>
              <a:ahLst/>
              <a:cxnLst/>
              <a:rect l="l" t="t" r="r" b="b"/>
              <a:pathLst>
                <a:path w="3911600" h="746125">
                  <a:moveTo>
                    <a:pt x="1955800" y="0"/>
                  </a:moveTo>
                  <a:lnTo>
                    <a:pt x="1880780" y="269"/>
                  </a:lnTo>
                  <a:lnTo>
                    <a:pt x="1732934" y="2395"/>
                  </a:lnTo>
                  <a:lnTo>
                    <a:pt x="1588351" y="6573"/>
                  </a:lnTo>
                  <a:lnTo>
                    <a:pt x="1447435" y="12726"/>
                  </a:lnTo>
                  <a:lnTo>
                    <a:pt x="1310592" y="20777"/>
                  </a:lnTo>
                  <a:lnTo>
                    <a:pt x="1178227" y="30647"/>
                  </a:lnTo>
                  <a:lnTo>
                    <a:pt x="1050745" y="42261"/>
                  </a:lnTo>
                  <a:lnTo>
                    <a:pt x="928551" y="55540"/>
                  </a:lnTo>
                  <a:lnTo>
                    <a:pt x="812051" y="70408"/>
                  </a:lnTo>
                  <a:lnTo>
                    <a:pt x="756062" y="78413"/>
                  </a:lnTo>
                  <a:lnTo>
                    <a:pt x="701649" y="86786"/>
                  </a:lnTo>
                  <a:lnTo>
                    <a:pt x="648862" y="95518"/>
                  </a:lnTo>
                  <a:lnTo>
                    <a:pt x="597751" y="104599"/>
                  </a:lnTo>
                  <a:lnTo>
                    <a:pt x="548368" y="114018"/>
                  </a:lnTo>
                  <a:lnTo>
                    <a:pt x="500762" y="123768"/>
                  </a:lnTo>
                  <a:lnTo>
                    <a:pt x="454985" y="133837"/>
                  </a:lnTo>
                  <a:lnTo>
                    <a:pt x="411087" y="144216"/>
                  </a:lnTo>
                  <a:lnTo>
                    <a:pt x="369119" y="154895"/>
                  </a:lnTo>
                  <a:lnTo>
                    <a:pt x="329131" y="165866"/>
                  </a:lnTo>
                  <a:lnTo>
                    <a:pt x="291175" y="177118"/>
                  </a:lnTo>
                  <a:lnTo>
                    <a:pt x="221557" y="200426"/>
                  </a:lnTo>
                  <a:lnTo>
                    <a:pt x="160673" y="224742"/>
                  </a:lnTo>
                  <a:lnTo>
                    <a:pt x="108925" y="249991"/>
                  </a:lnTo>
                  <a:lnTo>
                    <a:pt x="66720" y="276093"/>
                  </a:lnTo>
                  <a:lnTo>
                    <a:pt x="34463" y="302972"/>
                  </a:lnTo>
                  <a:lnTo>
                    <a:pt x="5615" y="344579"/>
                  </a:lnTo>
                  <a:lnTo>
                    <a:pt x="0" y="373062"/>
                  </a:lnTo>
                  <a:lnTo>
                    <a:pt x="1412" y="387372"/>
                  </a:lnTo>
                  <a:lnTo>
                    <a:pt x="22191" y="429445"/>
                  </a:lnTo>
                  <a:lnTo>
                    <a:pt x="49322" y="456684"/>
                  </a:lnTo>
                  <a:lnTo>
                    <a:pt x="86604" y="483184"/>
                  </a:lnTo>
                  <a:lnTo>
                    <a:pt x="133631" y="508869"/>
                  </a:lnTo>
                  <a:lnTo>
                    <a:pt x="189998" y="533662"/>
                  </a:lnTo>
                  <a:lnTo>
                    <a:pt x="255300" y="557484"/>
                  </a:lnTo>
                  <a:lnTo>
                    <a:pt x="329131" y="580259"/>
                  </a:lnTo>
                  <a:lnTo>
                    <a:pt x="369119" y="591229"/>
                  </a:lnTo>
                  <a:lnTo>
                    <a:pt x="411087" y="601909"/>
                  </a:lnTo>
                  <a:lnTo>
                    <a:pt x="454985" y="612288"/>
                  </a:lnTo>
                  <a:lnTo>
                    <a:pt x="500762" y="622357"/>
                  </a:lnTo>
                  <a:lnTo>
                    <a:pt x="548368" y="632106"/>
                  </a:lnTo>
                  <a:lnTo>
                    <a:pt x="597751" y="641526"/>
                  </a:lnTo>
                  <a:lnTo>
                    <a:pt x="648862" y="650607"/>
                  </a:lnTo>
                  <a:lnTo>
                    <a:pt x="701649" y="659338"/>
                  </a:lnTo>
                  <a:lnTo>
                    <a:pt x="756062" y="667712"/>
                  </a:lnTo>
                  <a:lnTo>
                    <a:pt x="812051" y="675717"/>
                  </a:lnTo>
                  <a:lnTo>
                    <a:pt x="869564" y="683345"/>
                  </a:lnTo>
                  <a:lnTo>
                    <a:pt x="988962" y="697428"/>
                  </a:lnTo>
                  <a:lnTo>
                    <a:pt x="1113851" y="709884"/>
                  </a:lnTo>
                  <a:lnTo>
                    <a:pt x="1243825" y="720636"/>
                  </a:lnTo>
                  <a:lnTo>
                    <a:pt x="1378479" y="729606"/>
                  </a:lnTo>
                  <a:lnTo>
                    <a:pt x="1517409" y="736718"/>
                  </a:lnTo>
                  <a:lnTo>
                    <a:pt x="1660210" y="741893"/>
                  </a:lnTo>
                  <a:lnTo>
                    <a:pt x="1806475" y="745055"/>
                  </a:lnTo>
                  <a:lnTo>
                    <a:pt x="1955800" y="746126"/>
                  </a:lnTo>
                  <a:lnTo>
                    <a:pt x="2105125" y="745055"/>
                  </a:lnTo>
                  <a:lnTo>
                    <a:pt x="2251390" y="741893"/>
                  </a:lnTo>
                  <a:lnTo>
                    <a:pt x="2394190" y="736718"/>
                  </a:lnTo>
                  <a:lnTo>
                    <a:pt x="2533120" y="729606"/>
                  </a:lnTo>
                  <a:lnTo>
                    <a:pt x="2667775" y="720636"/>
                  </a:lnTo>
                  <a:lnTo>
                    <a:pt x="2797749" y="709884"/>
                  </a:lnTo>
                  <a:lnTo>
                    <a:pt x="2922638" y="697428"/>
                  </a:lnTo>
                  <a:lnTo>
                    <a:pt x="3042035" y="683345"/>
                  </a:lnTo>
                  <a:lnTo>
                    <a:pt x="3099549" y="675717"/>
                  </a:lnTo>
                  <a:lnTo>
                    <a:pt x="3155537" y="667712"/>
                  </a:lnTo>
                  <a:lnTo>
                    <a:pt x="3209950" y="659338"/>
                  </a:lnTo>
                  <a:lnTo>
                    <a:pt x="3262738" y="650607"/>
                  </a:lnTo>
                  <a:lnTo>
                    <a:pt x="3313848" y="641526"/>
                  </a:lnTo>
                  <a:lnTo>
                    <a:pt x="3363232" y="632106"/>
                  </a:lnTo>
                  <a:lnTo>
                    <a:pt x="3410837" y="622357"/>
                  </a:lnTo>
                  <a:lnTo>
                    <a:pt x="3456615" y="612288"/>
                  </a:lnTo>
                  <a:lnTo>
                    <a:pt x="3500512" y="601909"/>
                  </a:lnTo>
                  <a:lnTo>
                    <a:pt x="3542481" y="591229"/>
                  </a:lnTo>
                  <a:lnTo>
                    <a:pt x="3582468" y="580259"/>
                  </a:lnTo>
                  <a:lnTo>
                    <a:pt x="3620425" y="569007"/>
                  </a:lnTo>
                  <a:lnTo>
                    <a:pt x="3690042" y="545699"/>
                  </a:lnTo>
                  <a:lnTo>
                    <a:pt x="3750927" y="521382"/>
                  </a:lnTo>
                  <a:lnTo>
                    <a:pt x="3802674" y="496134"/>
                  </a:lnTo>
                  <a:lnTo>
                    <a:pt x="3844879" y="470031"/>
                  </a:lnTo>
                  <a:lnTo>
                    <a:pt x="3877136" y="443152"/>
                  </a:lnTo>
                  <a:lnTo>
                    <a:pt x="3905984" y="401545"/>
                  </a:lnTo>
                  <a:lnTo>
                    <a:pt x="3911600" y="373062"/>
                  </a:lnTo>
                  <a:lnTo>
                    <a:pt x="3910187" y="358752"/>
                  </a:lnTo>
                  <a:lnTo>
                    <a:pt x="3889408" y="316679"/>
                  </a:lnTo>
                  <a:lnTo>
                    <a:pt x="3862277" y="289440"/>
                  </a:lnTo>
                  <a:lnTo>
                    <a:pt x="3824995" y="262940"/>
                  </a:lnTo>
                  <a:lnTo>
                    <a:pt x="3777968" y="237255"/>
                  </a:lnTo>
                  <a:lnTo>
                    <a:pt x="3721601" y="212463"/>
                  </a:lnTo>
                  <a:lnTo>
                    <a:pt x="3656299" y="188641"/>
                  </a:lnTo>
                  <a:lnTo>
                    <a:pt x="3582468" y="165866"/>
                  </a:lnTo>
                  <a:lnTo>
                    <a:pt x="3542481" y="154895"/>
                  </a:lnTo>
                  <a:lnTo>
                    <a:pt x="3500512" y="144216"/>
                  </a:lnTo>
                  <a:lnTo>
                    <a:pt x="3456615" y="133837"/>
                  </a:lnTo>
                  <a:lnTo>
                    <a:pt x="3410837" y="123768"/>
                  </a:lnTo>
                  <a:lnTo>
                    <a:pt x="3363232" y="114018"/>
                  </a:lnTo>
                  <a:lnTo>
                    <a:pt x="3313848" y="104599"/>
                  </a:lnTo>
                  <a:lnTo>
                    <a:pt x="3262738" y="95518"/>
                  </a:lnTo>
                  <a:lnTo>
                    <a:pt x="3209950" y="86786"/>
                  </a:lnTo>
                  <a:lnTo>
                    <a:pt x="3155537" y="78413"/>
                  </a:lnTo>
                  <a:lnTo>
                    <a:pt x="3099549" y="70408"/>
                  </a:lnTo>
                  <a:lnTo>
                    <a:pt x="2983048" y="55540"/>
                  </a:lnTo>
                  <a:lnTo>
                    <a:pt x="2860854" y="42261"/>
                  </a:lnTo>
                  <a:lnTo>
                    <a:pt x="2733372" y="30647"/>
                  </a:lnTo>
                  <a:lnTo>
                    <a:pt x="2601007" y="20777"/>
                  </a:lnTo>
                  <a:lnTo>
                    <a:pt x="2464164" y="12726"/>
                  </a:lnTo>
                  <a:lnTo>
                    <a:pt x="2323248" y="6573"/>
                  </a:lnTo>
                  <a:lnTo>
                    <a:pt x="2178665" y="2395"/>
                  </a:lnTo>
                  <a:lnTo>
                    <a:pt x="2105125" y="1071"/>
                  </a:lnTo>
                  <a:lnTo>
                    <a:pt x="2030819" y="269"/>
                  </a:lnTo>
                  <a:lnTo>
                    <a:pt x="1955800" y="0"/>
                  </a:lnTo>
                  <a:close/>
                </a:path>
              </a:pathLst>
            </a:custGeom>
            <a:solidFill>
              <a:srgbClr val="7A4779"/>
            </a:solidFill>
          </p:spPr>
          <p:txBody>
            <a:bodyPr wrap="square" lIns="0" tIns="0" rIns="0" bIns="0" rtlCol="0"/>
            <a:lstStyle/>
            <a:p>
              <a:endParaRPr/>
            </a:p>
          </p:txBody>
        </p:sp>
        <p:sp>
          <p:nvSpPr>
            <p:cNvPr id="10" name="object 10"/>
            <p:cNvSpPr/>
            <p:nvPr/>
          </p:nvSpPr>
          <p:spPr>
            <a:xfrm>
              <a:off x="7759698" y="4679951"/>
              <a:ext cx="3911600" cy="746125"/>
            </a:xfrm>
            <a:custGeom>
              <a:avLst/>
              <a:gdLst/>
              <a:ahLst/>
              <a:cxnLst/>
              <a:rect l="l" t="t" r="r" b="b"/>
              <a:pathLst>
                <a:path w="3911600" h="746125">
                  <a:moveTo>
                    <a:pt x="0" y="373062"/>
                  </a:moveTo>
                  <a:lnTo>
                    <a:pt x="12558" y="330551"/>
                  </a:lnTo>
                  <a:lnTo>
                    <a:pt x="49322" y="289441"/>
                  </a:lnTo>
                  <a:lnTo>
                    <a:pt x="86604" y="262940"/>
                  </a:lnTo>
                  <a:lnTo>
                    <a:pt x="133631" y="237255"/>
                  </a:lnTo>
                  <a:lnTo>
                    <a:pt x="189998" y="212463"/>
                  </a:lnTo>
                  <a:lnTo>
                    <a:pt x="255300" y="188641"/>
                  </a:lnTo>
                  <a:lnTo>
                    <a:pt x="329131" y="165866"/>
                  </a:lnTo>
                  <a:lnTo>
                    <a:pt x="369118" y="154896"/>
                  </a:lnTo>
                  <a:lnTo>
                    <a:pt x="411087" y="144216"/>
                  </a:lnTo>
                  <a:lnTo>
                    <a:pt x="454984" y="133837"/>
                  </a:lnTo>
                  <a:lnTo>
                    <a:pt x="500762" y="123768"/>
                  </a:lnTo>
                  <a:lnTo>
                    <a:pt x="548367" y="114019"/>
                  </a:lnTo>
                  <a:lnTo>
                    <a:pt x="597751" y="104599"/>
                  </a:lnTo>
                  <a:lnTo>
                    <a:pt x="648861" y="95518"/>
                  </a:lnTo>
                  <a:lnTo>
                    <a:pt x="701649" y="86787"/>
                  </a:lnTo>
                  <a:lnTo>
                    <a:pt x="756062" y="78413"/>
                  </a:lnTo>
                  <a:lnTo>
                    <a:pt x="812050" y="70408"/>
                  </a:lnTo>
                  <a:lnTo>
                    <a:pt x="869564" y="62780"/>
                  </a:lnTo>
                  <a:lnTo>
                    <a:pt x="928551" y="55540"/>
                  </a:lnTo>
                  <a:lnTo>
                    <a:pt x="988961" y="48697"/>
                  </a:lnTo>
                  <a:lnTo>
                    <a:pt x="1050745" y="42261"/>
                  </a:lnTo>
                  <a:lnTo>
                    <a:pt x="1113850" y="36241"/>
                  </a:lnTo>
                  <a:lnTo>
                    <a:pt x="1178227" y="30647"/>
                  </a:lnTo>
                  <a:lnTo>
                    <a:pt x="1243824" y="25489"/>
                  </a:lnTo>
                  <a:lnTo>
                    <a:pt x="1310592" y="20777"/>
                  </a:lnTo>
                  <a:lnTo>
                    <a:pt x="1378479" y="16519"/>
                  </a:lnTo>
                  <a:lnTo>
                    <a:pt x="1447435" y="12726"/>
                  </a:lnTo>
                  <a:lnTo>
                    <a:pt x="1517409" y="9408"/>
                  </a:lnTo>
                  <a:lnTo>
                    <a:pt x="1588350" y="6573"/>
                  </a:lnTo>
                  <a:lnTo>
                    <a:pt x="1660209" y="4232"/>
                  </a:lnTo>
                  <a:lnTo>
                    <a:pt x="1732934" y="2395"/>
                  </a:lnTo>
                  <a:lnTo>
                    <a:pt x="1806474" y="1071"/>
                  </a:lnTo>
                  <a:lnTo>
                    <a:pt x="1880779" y="269"/>
                  </a:lnTo>
                  <a:lnTo>
                    <a:pt x="1955799" y="0"/>
                  </a:lnTo>
                  <a:lnTo>
                    <a:pt x="2030819" y="269"/>
                  </a:lnTo>
                  <a:lnTo>
                    <a:pt x="2105124" y="1071"/>
                  </a:lnTo>
                  <a:lnTo>
                    <a:pt x="2178664" y="2395"/>
                  </a:lnTo>
                  <a:lnTo>
                    <a:pt x="2251389" y="4232"/>
                  </a:lnTo>
                  <a:lnTo>
                    <a:pt x="2323247" y="6573"/>
                  </a:lnTo>
                  <a:lnTo>
                    <a:pt x="2394189" y="9408"/>
                  </a:lnTo>
                  <a:lnTo>
                    <a:pt x="2464163" y="12726"/>
                  </a:lnTo>
                  <a:lnTo>
                    <a:pt x="2533119" y="16519"/>
                  </a:lnTo>
                  <a:lnTo>
                    <a:pt x="2601006" y="20777"/>
                  </a:lnTo>
                  <a:lnTo>
                    <a:pt x="2667774" y="25489"/>
                  </a:lnTo>
                  <a:lnTo>
                    <a:pt x="2733371" y="30647"/>
                  </a:lnTo>
                  <a:lnTo>
                    <a:pt x="2797748" y="36241"/>
                  </a:lnTo>
                  <a:lnTo>
                    <a:pt x="2860853" y="42261"/>
                  </a:lnTo>
                  <a:lnTo>
                    <a:pt x="2922636" y="48697"/>
                  </a:lnTo>
                  <a:lnTo>
                    <a:pt x="2983047" y="55540"/>
                  </a:lnTo>
                  <a:lnTo>
                    <a:pt x="3042034" y="62780"/>
                  </a:lnTo>
                  <a:lnTo>
                    <a:pt x="3099547" y="70408"/>
                  </a:lnTo>
                  <a:lnTo>
                    <a:pt x="3155536" y="78413"/>
                  </a:lnTo>
                  <a:lnTo>
                    <a:pt x="3209949" y="86787"/>
                  </a:lnTo>
                  <a:lnTo>
                    <a:pt x="3262736" y="95518"/>
                  </a:lnTo>
                  <a:lnTo>
                    <a:pt x="3313847" y="104599"/>
                  </a:lnTo>
                  <a:lnTo>
                    <a:pt x="3363231" y="114019"/>
                  </a:lnTo>
                  <a:lnTo>
                    <a:pt x="3410836" y="123768"/>
                  </a:lnTo>
                  <a:lnTo>
                    <a:pt x="3456613" y="133837"/>
                  </a:lnTo>
                  <a:lnTo>
                    <a:pt x="3500511" y="144216"/>
                  </a:lnTo>
                  <a:lnTo>
                    <a:pt x="3542479" y="154896"/>
                  </a:lnTo>
                  <a:lnTo>
                    <a:pt x="3582467" y="165866"/>
                  </a:lnTo>
                  <a:lnTo>
                    <a:pt x="3620424" y="177118"/>
                  </a:lnTo>
                  <a:lnTo>
                    <a:pt x="3690041" y="200426"/>
                  </a:lnTo>
                  <a:lnTo>
                    <a:pt x="3750926" y="224743"/>
                  </a:lnTo>
                  <a:lnTo>
                    <a:pt x="3802673" y="249991"/>
                  </a:lnTo>
                  <a:lnTo>
                    <a:pt x="3844878" y="276093"/>
                  </a:lnTo>
                  <a:lnTo>
                    <a:pt x="3877135" y="302973"/>
                  </a:lnTo>
                  <a:lnTo>
                    <a:pt x="3905983" y="344579"/>
                  </a:lnTo>
                  <a:lnTo>
                    <a:pt x="3911599" y="373062"/>
                  </a:lnTo>
                  <a:lnTo>
                    <a:pt x="3910186" y="387372"/>
                  </a:lnTo>
                  <a:lnTo>
                    <a:pt x="3889407" y="429445"/>
                  </a:lnTo>
                  <a:lnTo>
                    <a:pt x="3862276" y="456684"/>
                  </a:lnTo>
                  <a:lnTo>
                    <a:pt x="3824994" y="483184"/>
                  </a:lnTo>
                  <a:lnTo>
                    <a:pt x="3777967" y="508869"/>
                  </a:lnTo>
                  <a:lnTo>
                    <a:pt x="3721600" y="533662"/>
                  </a:lnTo>
                  <a:lnTo>
                    <a:pt x="3656298" y="557484"/>
                  </a:lnTo>
                  <a:lnTo>
                    <a:pt x="3582467" y="580259"/>
                  </a:lnTo>
                  <a:lnTo>
                    <a:pt x="3542479" y="591229"/>
                  </a:lnTo>
                  <a:lnTo>
                    <a:pt x="3500511" y="601909"/>
                  </a:lnTo>
                  <a:lnTo>
                    <a:pt x="3456613" y="612288"/>
                  </a:lnTo>
                  <a:lnTo>
                    <a:pt x="3410836" y="622357"/>
                  </a:lnTo>
                  <a:lnTo>
                    <a:pt x="3363231" y="632106"/>
                  </a:lnTo>
                  <a:lnTo>
                    <a:pt x="3313847" y="641526"/>
                  </a:lnTo>
                  <a:lnTo>
                    <a:pt x="3262736" y="650606"/>
                  </a:lnTo>
                  <a:lnTo>
                    <a:pt x="3209949" y="659338"/>
                  </a:lnTo>
                  <a:lnTo>
                    <a:pt x="3155536" y="667712"/>
                  </a:lnTo>
                  <a:lnTo>
                    <a:pt x="3099547" y="675717"/>
                  </a:lnTo>
                  <a:lnTo>
                    <a:pt x="3042034" y="683345"/>
                  </a:lnTo>
                  <a:lnTo>
                    <a:pt x="2983047" y="690585"/>
                  </a:lnTo>
                  <a:lnTo>
                    <a:pt x="2922636" y="697428"/>
                  </a:lnTo>
                  <a:lnTo>
                    <a:pt x="2860853" y="703864"/>
                  </a:lnTo>
                  <a:lnTo>
                    <a:pt x="2797748" y="709884"/>
                  </a:lnTo>
                  <a:lnTo>
                    <a:pt x="2733371" y="715478"/>
                  </a:lnTo>
                  <a:lnTo>
                    <a:pt x="2667774" y="720636"/>
                  </a:lnTo>
                  <a:lnTo>
                    <a:pt x="2601006" y="725348"/>
                  </a:lnTo>
                  <a:lnTo>
                    <a:pt x="2533119" y="729606"/>
                  </a:lnTo>
                  <a:lnTo>
                    <a:pt x="2464163" y="733399"/>
                  </a:lnTo>
                  <a:lnTo>
                    <a:pt x="2394189" y="736717"/>
                  </a:lnTo>
                  <a:lnTo>
                    <a:pt x="2323247" y="739552"/>
                  </a:lnTo>
                  <a:lnTo>
                    <a:pt x="2251389" y="741892"/>
                  </a:lnTo>
                  <a:lnTo>
                    <a:pt x="2178664" y="743730"/>
                  </a:lnTo>
                  <a:lnTo>
                    <a:pt x="2105124" y="745054"/>
                  </a:lnTo>
                  <a:lnTo>
                    <a:pt x="2030819" y="745856"/>
                  </a:lnTo>
                  <a:lnTo>
                    <a:pt x="1955799" y="746125"/>
                  </a:lnTo>
                  <a:lnTo>
                    <a:pt x="1880779" y="745856"/>
                  </a:lnTo>
                  <a:lnTo>
                    <a:pt x="1806474" y="745054"/>
                  </a:lnTo>
                  <a:lnTo>
                    <a:pt x="1732934" y="743730"/>
                  </a:lnTo>
                  <a:lnTo>
                    <a:pt x="1660209" y="741892"/>
                  </a:lnTo>
                  <a:lnTo>
                    <a:pt x="1588350" y="739552"/>
                  </a:lnTo>
                  <a:lnTo>
                    <a:pt x="1517409" y="736717"/>
                  </a:lnTo>
                  <a:lnTo>
                    <a:pt x="1447435" y="733399"/>
                  </a:lnTo>
                  <a:lnTo>
                    <a:pt x="1378479" y="729606"/>
                  </a:lnTo>
                  <a:lnTo>
                    <a:pt x="1310592" y="725348"/>
                  </a:lnTo>
                  <a:lnTo>
                    <a:pt x="1243824" y="720636"/>
                  </a:lnTo>
                  <a:lnTo>
                    <a:pt x="1178227" y="715478"/>
                  </a:lnTo>
                  <a:lnTo>
                    <a:pt x="1113850" y="709884"/>
                  </a:lnTo>
                  <a:lnTo>
                    <a:pt x="1050745" y="703864"/>
                  </a:lnTo>
                  <a:lnTo>
                    <a:pt x="988961" y="697428"/>
                  </a:lnTo>
                  <a:lnTo>
                    <a:pt x="928551" y="690585"/>
                  </a:lnTo>
                  <a:lnTo>
                    <a:pt x="869564" y="683345"/>
                  </a:lnTo>
                  <a:lnTo>
                    <a:pt x="812050" y="675717"/>
                  </a:lnTo>
                  <a:lnTo>
                    <a:pt x="756062" y="667712"/>
                  </a:lnTo>
                  <a:lnTo>
                    <a:pt x="701649" y="659338"/>
                  </a:lnTo>
                  <a:lnTo>
                    <a:pt x="648861" y="650606"/>
                  </a:lnTo>
                  <a:lnTo>
                    <a:pt x="597751" y="641526"/>
                  </a:lnTo>
                  <a:lnTo>
                    <a:pt x="548367" y="632106"/>
                  </a:lnTo>
                  <a:lnTo>
                    <a:pt x="500762" y="622357"/>
                  </a:lnTo>
                  <a:lnTo>
                    <a:pt x="454984" y="612288"/>
                  </a:lnTo>
                  <a:lnTo>
                    <a:pt x="411087" y="601909"/>
                  </a:lnTo>
                  <a:lnTo>
                    <a:pt x="369118" y="591229"/>
                  </a:lnTo>
                  <a:lnTo>
                    <a:pt x="329131" y="580259"/>
                  </a:lnTo>
                  <a:lnTo>
                    <a:pt x="291174" y="569007"/>
                  </a:lnTo>
                  <a:lnTo>
                    <a:pt x="221557" y="545699"/>
                  </a:lnTo>
                  <a:lnTo>
                    <a:pt x="160672" y="521382"/>
                  </a:lnTo>
                  <a:lnTo>
                    <a:pt x="108925" y="496134"/>
                  </a:lnTo>
                  <a:lnTo>
                    <a:pt x="66720" y="470031"/>
                  </a:lnTo>
                  <a:lnTo>
                    <a:pt x="34463" y="443152"/>
                  </a:lnTo>
                  <a:lnTo>
                    <a:pt x="5615" y="401546"/>
                  </a:lnTo>
                  <a:lnTo>
                    <a:pt x="0" y="373062"/>
                  </a:lnTo>
                  <a:close/>
                </a:path>
              </a:pathLst>
            </a:custGeom>
            <a:ln w="28574">
              <a:solidFill>
                <a:srgbClr val="000000"/>
              </a:solidFill>
            </a:ln>
          </p:spPr>
          <p:txBody>
            <a:bodyPr wrap="square" lIns="0" tIns="0" rIns="0" bIns="0" rtlCol="0"/>
            <a:lstStyle/>
            <a:p>
              <a:endParaRPr/>
            </a:p>
          </p:txBody>
        </p:sp>
        <p:sp>
          <p:nvSpPr>
            <p:cNvPr id="11" name="object 11"/>
            <p:cNvSpPr txBox="1"/>
            <p:nvPr/>
          </p:nvSpPr>
          <p:spPr>
            <a:xfrm>
              <a:off x="8640515" y="4781392"/>
              <a:ext cx="2159000" cy="452120"/>
            </a:xfrm>
            <a:prstGeom prst="rect">
              <a:avLst/>
            </a:prstGeom>
          </p:spPr>
          <p:txBody>
            <a:bodyPr vert="horz" wrap="square" lIns="0" tIns="12700" rIns="0" bIns="0" rtlCol="0">
              <a:spAutoFit/>
            </a:bodyPr>
            <a:lstStyle/>
            <a:p>
              <a:pPr marL="12700">
                <a:lnSpc>
                  <a:spcPct val="100000"/>
                </a:lnSpc>
                <a:spcBef>
                  <a:spcPts val="100"/>
                </a:spcBef>
              </a:pPr>
              <a:r>
                <a:rPr sz="2800" b="1" i="1" spc="-5" dirty="0">
                  <a:solidFill>
                    <a:srgbClr val="FFFFFF"/>
                  </a:solidFill>
                  <a:latin typeface="华文新魏" panose="02010800040101010101" charset="-122"/>
                  <a:cs typeface="华文新魏" panose="02010800040101010101" charset="-122"/>
                </a:rPr>
                <a:t>选择转入账号</a:t>
              </a:r>
              <a:endParaRPr sz="2800">
                <a:latin typeface="华文新魏" panose="02010800040101010101" charset="-122"/>
                <a:cs typeface="华文新魏" panose="02010800040101010101" charset="-122"/>
              </a:endParaRPr>
            </a:p>
          </p:txBody>
        </p:sp>
        <p:sp>
          <p:nvSpPr>
            <p:cNvPr id="12" name="object 12"/>
            <p:cNvSpPr/>
            <p:nvPr/>
          </p:nvSpPr>
          <p:spPr>
            <a:xfrm>
              <a:off x="8544983" y="3802063"/>
              <a:ext cx="2908300" cy="590550"/>
            </a:xfrm>
            <a:custGeom>
              <a:avLst/>
              <a:gdLst/>
              <a:ahLst/>
              <a:cxnLst/>
              <a:rect l="l" t="t" r="r" b="b"/>
              <a:pathLst>
                <a:path w="2908300" h="590550">
                  <a:moveTo>
                    <a:pt x="1454150" y="0"/>
                  </a:moveTo>
                  <a:lnTo>
                    <a:pt x="1379319" y="384"/>
                  </a:lnTo>
                  <a:lnTo>
                    <a:pt x="1305471" y="1524"/>
                  </a:lnTo>
                  <a:lnTo>
                    <a:pt x="1232697" y="3402"/>
                  </a:lnTo>
                  <a:lnTo>
                    <a:pt x="1161087" y="5998"/>
                  </a:lnTo>
                  <a:lnTo>
                    <a:pt x="1090734" y="9296"/>
                  </a:lnTo>
                  <a:lnTo>
                    <a:pt x="1021729" y="13275"/>
                  </a:lnTo>
                  <a:lnTo>
                    <a:pt x="954163" y="17917"/>
                  </a:lnTo>
                  <a:lnTo>
                    <a:pt x="888128" y="23204"/>
                  </a:lnTo>
                  <a:lnTo>
                    <a:pt x="823715" y="29117"/>
                  </a:lnTo>
                  <a:lnTo>
                    <a:pt x="761015" y="35638"/>
                  </a:lnTo>
                  <a:lnTo>
                    <a:pt x="700119" y="42748"/>
                  </a:lnTo>
                  <a:lnTo>
                    <a:pt x="641120" y="50428"/>
                  </a:lnTo>
                  <a:lnTo>
                    <a:pt x="584108" y="58660"/>
                  </a:lnTo>
                  <a:lnTo>
                    <a:pt x="529175" y="67426"/>
                  </a:lnTo>
                  <a:lnTo>
                    <a:pt x="476411" y="76707"/>
                  </a:lnTo>
                  <a:lnTo>
                    <a:pt x="425910" y="86484"/>
                  </a:lnTo>
                  <a:lnTo>
                    <a:pt x="377761" y="96738"/>
                  </a:lnTo>
                  <a:lnTo>
                    <a:pt x="332056" y="107452"/>
                  </a:lnTo>
                  <a:lnTo>
                    <a:pt x="288887" y="118607"/>
                  </a:lnTo>
                  <a:lnTo>
                    <a:pt x="248345" y="130184"/>
                  </a:lnTo>
                  <a:lnTo>
                    <a:pt x="210521" y="142164"/>
                  </a:lnTo>
                  <a:lnTo>
                    <a:pt x="143394" y="167261"/>
                  </a:lnTo>
                  <a:lnTo>
                    <a:pt x="88237" y="193749"/>
                  </a:lnTo>
                  <a:lnTo>
                    <a:pt x="45780" y="221481"/>
                  </a:lnTo>
                  <a:lnTo>
                    <a:pt x="16755" y="250307"/>
                  </a:lnTo>
                  <a:lnTo>
                    <a:pt x="0" y="295275"/>
                  </a:lnTo>
                  <a:lnTo>
                    <a:pt x="1892" y="310469"/>
                  </a:lnTo>
                  <a:lnTo>
                    <a:pt x="29543" y="354783"/>
                  </a:lnTo>
                  <a:lnTo>
                    <a:pt x="65375" y="383080"/>
                  </a:lnTo>
                  <a:lnTo>
                    <a:pt x="114274" y="410209"/>
                  </a:lnTo>
                  <a:lnTo>
                    <a:pt x="175507" y="436020"/>
                  </a:lnTo>
                  <a:lnTo>
                    <a:pt x="248345" y="460365"/>
                  </a:lnTo>
                  <a:lnTo>
                    <a:pt x="288887" y="471942"/>
                  </a:lnTo>
                  <a:lnTo>
                    <a:pt x="332056" y="483096"/>
                  </a:lnTo>
                  <a:lnTo>
                    <a:pt x="377761" y="493810"/>
                  </a:lnTo>
                  <a:lnTo>
                    <a:pt x="425910" y="504065"/>
                  </a:lnTo>
                  <a:lnTo>
                    <a:pt x="476411" y="513842"/>
                  </a:lnTo>
                  <a:lnTo>
                    <a:pt x="529175" y="523122"/>
                  </a:lnTo>
                  <a:lnTo>
                    <a:pt x="584108" y="531888"/>
                  </a:lnTo>
                  <a:lnTo>
                    <a:pt x="641120" y="540120"/>
                  </a:lnTo>
                  <a:lnTo>
                    <a:pt x="700119" y="547801"/>
                  </a:lnTo>
                  <a:lnTo>
                    <a:pt x="761015" y="554910"/>
                  </a:lnTo>
                  <a:lnTo>
                    <a:pt x="823715" y="561431"/>
                  </a:lnTo>
                  <a:lnTo>
                    <a:pt x="888128" y="567344"/>
                  </a:lnTo>
                  <a:lnTo>
                    <a:pt x="954163" y="572631"/>
                  </a:lnTo>
                  <a:lnTo>
                    <a:pt x="1021729" y="577273"/>
                  </a:lnTo>
                  <a:lnTo>
                    <a:pt x="1090734" y="581252"/>
                  </a:lnTo>
                  <a:lnTo>
                    <a:pt x="1161087" y="584549"/>
                  </a:lnTo>
                  <a:lnTo>
                    <a:pt x="1232697" y="587146"/>
                  </a:lnTo>
                  <a:lnTo>
                    <a:pt x="1305471" y="589024"/>
                  </a:lnTo>
                  <a:lnTo>
                    <a:pt x="1379319" y="590164"/>
                  </a:lnTo>
                  <a:lnTo>
                    <a:pt x="1454150" y="590548"/>
                  </a:lnTo>
                  <a:lnTo>
                    <a:pt x="1528980" y="590164"/>
                  </a:lnTo>
                  <a:lnTo>
                    <a:pt x="1602828" y="589024"/>
                  </a:lnTo>
                  <a:lnTo>
                    <a:pt x="1675602" y="587146"/>
                  </a:lnTo>
                  <a:lnTo>
                    <a:pt x="1747211" y="584549"/>
                  </a:lnTo>
                  <a:lnTo>
                    <a:pt x="1817564" y="581252"/>
                  </a:lnTo>
                  <a:lnTo>
                    <a:pt x="1886569" y="577273"/>
                  </a:lnTo>
                  <a:lnTo>
                    <a:pt x="1954134" y="572631"/>
                  </a:lnTo>
                  <a:lnTo>
                    <a:pt x="2020170" y="567344"/>
                  </a:lnTo>
                  <a:lnTo>
                    <a:pt x="2084583" y="561431"/>
                  </a:lnTo>
                  <a:lnTo>
                    <a:pt x="2147283" y="554910"/>
                  </a:lnTo>
                  <a:lnTo>
                    <a:pt x="2208178" y="547801"/>
                  </a:lnTo>
                  <a:lnTo>
                    <a:pt x="2267178" y="540120"/>
                  </a:lnTo>
                  <a:lnTo>
                    <a:pt x="2324190" y="531888"/>
                  </a:lnTo>
                  <a:lnTo>
                    <a:pt x="2379123" y="523122"/>
                  </a:lnTo>
                  <a:lnTo>
                    <a:pt x="2431886" y="513842"/>
                  </a:lnTo>
                  <a:lnTo>
                    <a:pt x="2482388" y="504065"/>
                  </a:lnTo>
                  <a:lnTo>
                    <a:pt x="2530537" y="493810"/>
                  </a:lnTo>
                  <a:lnTo>
                    <a:pt x="2576241" y="483096"/>
                  </a:lnTo>
                  <a:lnTo>
                    <a:pt x="2619410" y="471942"/>
                  </a:lnTo>
                  <a:lnTo>
                    <a:pt x="2659952" y="460365"/>
                  </a:lnTo>
                  <a:lnTo>
                    <a:pt x="2697776" y="448385"/>
                  </a:lnTo>
                  <a:lnTo>
                    <a:pt x="2764903" y="423288"/>
                  </a:lnTo>
                  <a:lnTo>
                    <a:pt x="2820061" y="396800"/>
                  </a:lnTo>
                  <a:lnTo>
                    <a:pt x="2862518" y="369068"/>
                  </a:lnTo>
                  <a:lnTo>
                    <a:pt x="2891543" y="340242"/>
                  </a:lnTo>
                  <a:lnTo>
                    <a:pt x="2908298" y="295275"/>
                  </a:lnTo>
                  <a:lnTo>
                    <a:pt x="2906406" y="280080"/>
                  </a:lnTo>
                  <a:lnTo>
                    <a:pt x="2878755" y="235766"/>
                  </a:lnTo>
                  <a:lnTo>
                    <a:pt x="2842923" y="207469"/>
                  </a:lnTo>
                  <a:lnTo>
                    <a:pt x="2794024" y="180340"/>
                  </a:lnTo>
                  <a:lnTo>
                    <a:pt x="2732790" y="154529"/>
                  </a:lnTo>
                  <a:lnTo>
                    <a:pt x="2659952" y="130184"/>
                  </a:lnTo>
                  <a:lnTo>
                    <a:pt x="2619410" y="118607"/>
                  </a:lnTo>
                  <a:lnTo>
                    <a:pt x="2576241" y="107452"/>
                  </a:lnTo>
                  <a:lnTo>
                    <a:pt x="2530537" y="96738"/>
                  </a:lnTo>
                  <a:lnTo>
                    <a:pt x="2482388" y="86484"/>
                  </a:lnTo>
                  <a:lnTo>
                    <a:pt x="2431886" y="76707"/>
                  </a:lnTo>
                  <a:lnTo>
                    <a:pt x="2379123" y="67426"/>
                  </a:lnTo>
                  <a:lnTo>
                    <a:pt x="2324190" y="58660"/>
                  </a:lnTo>
                  <a:lnTo>
                    <a:pt x="2267178" y="50428"/>
                  </a:lnTo>
                  <a:lnTo>
                    <a:pt x="2208178" y="42748"/>
                  </a:lnTo>
                  <a:lnTo>
                    <a:pt x="2147283" y="35638"/>
                  </a:lnTo>
                  <a:lnTo>
                    <a:pt x="2084583" y="29117"/>
                  </a:lnTo>
                  <a:lnTo>
                    <a:pt x="2020170" y="23204"/>
                  </a:lnTo>
                  <a:lnTo>
                    <a:pt x="1954134" y="17917"/>
                  </a:lnTo>
                  <a:lnTo>
                    <a:pt x="1886569" y="13275"/>
                  </a:lnTo>
                  <a:lnTo>
                    <a:pt x="1817564" y="9296"/>
                  </a:lnTo>
                  <a:lnTo>
                    <a:pt x="1747211" y="5998"/>
                  </a:lnTo>
                  <a:lnTo>
                    <a:pt x="1675602" y="3402"/>
                  </a:lnTo>
                  <a:lnTo>
                    <a:pt x="1602828" y="1524"/>
                  </a:lnTo>
                  <a:lnTo>
                    <a:pt x="1528980" y="384"/>
                  </a:lnTo>
                  <a:lnTo>
                    <a:pt x="1454150" y="0"/>
                  </a:lnTo>
                  <a:close/>
                </a:path>
              </a:pathLst>
            </a:custGeom>
            <a:solidFill>
              <a:srgbClr val="7A4779"/>
            </a:solidFill>
          </p:spPr>
          <p:txBody>
            <a:bodyPr wrap="square" lIns="0" tIns="0" rIns="0" bIns="0" rtlCol="0"/>
            <a:lstStyle/>
            <a:p>
              <a:endParaRPr/>
            </a:p>
          </p:txBody>
        </p:sp>
        <p:sp>
          <p:nvSpPr>
            <p:cNvPr id="13" name="object 13"/>
            <p:cNvSpPr/>
            <p:nvPr/>
          </p:nvSpPr>
          <p:spPr>
            <a:xfrm>
              <a:off x="8544984" y="3802063"/>
              <a:ext cx="2908300" cy="590550"/>
            </a:xfrm>
            <a:custGeom>
              <a:avLst/>
              <a:gdLst/>
              <a:ahLst/>
              <a:cxnLst/>
              <a:rect l="l" t="t" r="r" b="b"/>
              <a:pathLst>
                <a:path w="2908300" h="590550">
                  <a:moveTo>
                    <a:pt x="0" y="295274"/>
                  </a:moveTo>
                  <a:lnTo>
                    <a:pt x="16755" y="250307"/>
                  </a:lnTo>
                  <a:lnTo>
                    <a:pt x="45780" y="221481"/>
                  </a:lnTo>
                  <a:lnTo>
                    <a:pt x="88237" y="193749"/>
                  </a:lnTo>
                  <a:lnTo>
                    <a:pt x="143394" y="167261"/>
                  </a:lnTo>
                  <a:lnTo>
                    <a:pt x="210522" y="142164"/>
                  </a:lnTo>
                  <a:lnTo>
                    <a:pt x="248345" y="130183"/>
                  </a:lnTo>
                  <a:lnTo>
                    <a:pt x="288887" y="118607"/>
                  </a:lnTo>
                  <a:lnTo>
                    <a:pt x="332056" y="107452"/>
                  </a:lnTo>
                  <a:lnTo>
                    <a:pt x="377761" y="96738"/>
                  </a:lnTo>
                  <a:lnTo>
                    <a:pt x="425910" y="86484"/>
                  </a:lnTo>
                  <a:lnTo>
                    <a:pt x="476412" y="76707"/>
                  </a:lnTo>
                  <a:lnTo>
                    <a:pt x="529175" y="67426"/>
                  </a:lnTo>
                  <a:lnTo>
                    <a:pt x="584108" y="58660"/>
                  </a:lnTo>
                  <a:lnTo>
                    <a:pt x="641120" y="50428"/>
                  </a:lnTo>
                  <a:lnTo>
                    <a:pt x="700120" y="42747"/>
                  </a:lnTo>
                  <a:lnTo>
                    <a:pt x="761015" y="35638"/>
                  </a:lnTo>
                  <a:lnTo>
                    <a:pt x="823715" y="29117"/>
                  </a:lnTo>
                  <a:lnTo>
                    <a:pt x="888128" y="23204"/>
                  </a:lnTo>
                  <a:lnTo>
                    <a:pt x="954164" y="17917"/>
                  </a:lnTo>
                  <a:lnTo>
                    <a:pt x="1021729" y="13274"/>
                  </a:lnTo>
                  <a:lnTo>
                    <a:pt x="1090734" y="9296"/>
                  </a:lnTo>
                  <a:lnTo>
                    <a:pt x="1161087" y="5998"/>
                  </a:lnTo>
                  <a:lnTo>
                    <a:pt x="1232696" y="3402"/>
                  </a:lnTo>
                  <a:lnTo>
                    <a:pt x="1305471" y="1524"/>
                  </a:lnTo>
                  <a:lnTo>
                    <a:pt x="1379319" y="384"/>
                  </a:lnTo>
                  <a:lnTo>
                    <a:pt x="1454149" y="0"/>
                  </a:lnTo>
                  <a:lnTo>
                    <a:pt x="1528979" y="384"/>
                  </a:lnTo>
                  <a:lnTo>
                    <a:pt x="1602827" y="1524"/>
                  </a:lnTo>
                  <a:lnTo>
                    <a:pt x="1675602" y="3402"/>
                  </a:lnTo>
                  <a:lnTo>
                    <a:pt x="1747211" y="5998"/>
                  </a:lnTo>
                  <a:lnTo>
                    <a:pt x="1817564" y="9296"/>
                  </a:lnTo>
                  <a:lnTo>
                    <a:pt x="1886569" y="13274"/>
                  </a:lnTo>
                  <a:lnTo>
                    <a:pt x="1954134" y="17917"/>
                  </a:lnTo>
                  <a:lnTo>
                    <a:pt x="2020170" y="23204"/>
                  </a:lnTo>
                  <a:lnTo>
                    <a:pt x="2084583" y="29117"/>
                  </a:lnTo>
                  <a:lnTo>
                    <a:pt x="2147283" y="35638"/>
                  </a:lnTo>
                  <a:lnTo>
                    <a:pt x="2208178" y="42747"/>
                  </a:lnTo>
                  <a:lnTo>
                    <a:pt x="2267178" y="50428"/>
                  </a:lnTo>
                  <a:lnTo>
                    <a:pt x="2324190" y="58660"/>
                  </a:lnTo>
                  <a:lnTo>
                    <a:pt x="2379123" y="67426"/>
                  </a:lnTo>
                  <a:lnTo>
                    <a:pt x="2431886" y="76707"/>
                  </a:lnTo>
                  <a:lnTo>
                    <a:pt x="2482388" y="86484"/>
                  </a:lnTo>
                  <a:lnTo>
                    <a:pt x="2530537" y="96738"/>
                  </a:lnTo>
                  <a:lnTo>
                    <a:pt x="2576242" y="107452"/>
                  </a:lnTo>
                  <a:lnTo>
                    <a:pt x="2619411" y="118607"/>
                  </a:lnTo>
                  <a:lnTo>
                    <a:pt x="2659953" y="130183"/>
                  </a:lnTo>
                  <a:lnTo>
                    <a:pt x="2697776" y="142164"/>
                  </a:lnTo>
                  <a:lnTo>
                    <a:pt x="2764904" y="167261"/>
                  </a:lnTo>
                  <a:lnTo>
                    <a:pt x="2820061" y="193749"/>
                  </a:lnTo>
                  <a:lnTo>
                    <a:pt x="2862518" y="221481"/>
                  </a:lnTo>
                  <a:lnTo>
                    <a:pt x="2891543" y="250307"/>
                  </a:lnTo>
                  <a:lnTo>
                    <a:pt x="2908299" y="295274"/>
                  </a:lnTo>
                  <a:lnTo>
                    <a:pt x="2906406" y="310469"/>
                  </a:lnTo>
                  <a:lnTo>
                    <a:pt x="2878755" y="354783"/>
                  </a:lnTo>
                  <a:lnTo>
                    <a:pt x="2842923" y="383080"/>
                  </a:lnTo>
                  <a:lnTo>
                    <a:pt x="2794024" y="410209"/>
                  </a:lnTo>
                  <a:lnTo>
                    <a:pt x="2732791" y="436020"/>
                  </a:lnTo>
                  <a:lnTo>
                    <a:pt x="2659953" y="460365"/>
                  </a:lnTo>
                  <a:lnTo>
                    <a:pt x="2619411" y="471942"/>
                  </a:lnTo>
                  <a:lnTo>
                    <a:pt x="2576242" y="483097"/>
                  </a:lnTo>
                  <a:lnTo>
                    <a:pt x="2530537" y="493811"/>
                  </a:lnTo>
                  <a:lnTo>
                    <a:pt x="2482388" y="504065"/>
                  </a:lnTo>
                  <a:lnTo>
                    <a:pt x="2431886" y="513842"/>
                  </a:lnTo>
                  <a:lnTo>
                    <a:pt x="2379123" y="523123"/>
                  </a:lnTo>
                  <a:lnTo>
                    <a:pt x="2324190" y="531889"/>
                  </a:lnTo>
                  <a:lnTo>
                    <a:pt x="2267178" y="540121"/>
                  </a:lnTo>
                  <a:lnTo>
                    <a:pt x="2208178" y="547801"/>
                  </a:lnTo>
                  <a:lnTo>
                    <a:pt x="2147283" y="554911"/>
                  </a:lnTo>
                  <a:lnTo>
                    <a:pt x="2084583" y="561432"/>
                  </a:lnTo>
                  <a:lnTo>
                    <a:pt x="2020170" y="567345"/>
                  </a:lnTo>
                  <a:lnTo>
                    <a:pt x="1954134" y="572632"/>
                  </a:lnTo>
                  <a:lnTo>
                    <a:pt x="1886569" y="577274"/>
                  </a:lnTo>
                  <a:lnTo>
                    <a:pt x="1817564" y="581253"/>
                  </a:lnTo>
                  <a:lnTo>
                    <a:pt x="1747211" y="584550"/>
                  </a:lnTo>
                  <a:lnTo>
                    <a:pt x="1675602" y="587147"/>
                  </a:lnTo>
                  <a:lnTo>
                    <a:pt x="1602827" y="589025"/>
                  </a:lnTo>
                  <a:lnTo>
                    <a:pt x="1528979" y="590165"/>
                  </a:lnTo>
                  <a:lnTo>
                    <a:pt x="1454149" y="590549"/>
                  </a:lnTo>
                  <a:lnTo>
                    <a:pt x="1379319" y="590165"/>
                  </a:lnTo>
                  <a:lnTo>
                    <a:pt x="1305471" y="589025"/>
                  </a:lnTo>
                  <a:lnTo>
                    <a:pt x="1232696" y="587147"/>
                  </a:lnTo>
                  <a:lnTo>
                    <a:pt x="1161087" y="584550"/>
                  </a:lnTo>
                  <a:lnTo>
                    <a:pt x="1090734" y="581253"/>
                  </a:lnTo>
                  <a:lnTo>
                    <a:pt x="1021729" y="577274"/>
                  </a:lnTo>
                  <a:lnTo>
                    <a:pt x="954164" y="572632"/>
                  </a:lnTo>
                  <a:lnTo>
                    <a:pt x="888128" y="567345"/>
                  </a:lnTo>
                  <a:lnTo>
                    <a:pt x="823715" y="561432"/>
                  </a:lnTo>
                  <a:lnTo>
                    <a:pt x="761015" y="554911"/>
                  </a:lnTo>
                  <a:lnTo>
                    <a:pt x="700120" y="547801"/>
                  </a:lnTo>
                  <a:lnTo>
                    <a:pt x="641120" y="540121"/>
                  </a:lnTo>
                  <a:lnTo>
                    <a:pt x="584108" y="531889"/>
                  </a:lnTo>
                  <a:lnTo>
                    <a:pt x="529175" y="523123"/>
                  </a:lnTo>
                  <a:lnTo>
                    <a:pt x="476412" y="513842"/>
                  </a:lnTo>
                  <a:lnTo>
                    <a:pt x="425910" y="504065"/>
                  </a:lnTo>
                  <a:lnTo>
                    <a:pt x="377761" y="493811"/>
                  </a:lnTo>
                  <a:lnTo>
                    <a:pt x="332056" y="483097"/>
                  </a:lnTo>
                  <a:lnTo>
                    <a:pt x="288887" y="471942"/>
                  </a:lnTo>
                  <a:lnTo>
                    <a:pt x="248345" y="460365"/>
                  </a:lnTo>
                  <a:lnTo>
                    <a:pt x="210522" y="448385"/>
                  </a:lnTo>
                  <a:lnTo>
                    <a:pt x="143394" y="423288"/>
                  </a:lnTo>
                  <a:lnTo>
                    <a:pt x="88237" y="396800"/>
                  </a:lnTo>
                  <a:lnTo>
                    <a:pt x="45780" y="369068"/>
                  </a:lnTo>
                  <a:lnTo>
                    <a:pt x="16755" y="340242"/>
                  </a:lnTo>
                  <a:lnTo>
                    <a:pt x="0" y="295274"/>
                  </a:lnTo>
                  <a:close/>
                </a:path>
              </a:pathLst>
            </a:custGeom>
            <a:ln w="28574">
              <a:solidFill>
                <a:srgbClr val="000000"/>
              </a:solidFill>
            </a:ln>
          </p:spPr>
          <p:txBody>
            <a:bodyPr wrap="square" lIns="0" tIns="0" rIns="0" bIns="0" rtlCol="0"/>
            <a:lstStyle/>
            <a:p>
              <a:endParaRPr/>
            </a:p>
          </p:txBody>
        </p:sp>
        <p:sp>
          <p:nvSpPr>
            <p:cNvPr id="14" name="object 14"/>
            <p:cNvSpPr txBox="1"/>
            <p:nvPr/>
          </p:nvSpPr>
          <p:spPr>
            <a:xfrm>
              <a:off x="9278869" y="3825717"/>
              <a:ext cx="1447800" cy="452120"/>
            </a:xfrm>
            <a:prstGeom prst="rect">
              <a:avLst/>
            </a:prstGeom>
          </p:spPr>
          <p:txBody>
            <a:bodyPr vert="horz" wrap="square" lIns="0" tIns="12700" rIns="0" bIns="0" rtlCol="0">
              <a:spAutoFit/>
            </a:bodyPr>
            <a:lstStyle/>
            <a:p>
              <a:pPr marL="12700">
                <a:lnSpc>
                  <a:spcPct val="100000"/>
                </a:lnSpc>
                <a:spcBef>
                  <a:spcPts val="100"/>
                </a:spcBef>
              </a:pPr>
              <a:r>
                <a:rPr sz="2800" b="1" i="1" spc="-5" dirty="0">
                  <a:solidFill>
                    <a:srgbClr val="FFFFFF"/>
                  </a:solidFill>
                  <a:latin typeface="华文新魏" panose="02010800040101010101" charset="-122"/>
                  <a:cs typeface="华文新魏" panose="02010800040101010101" charset="-122"/>
                </a:rPr>
                <a:t>输入金额</a:t>
              </a:r>
              <a:endParaRPr sz="2800">
                <a:latin typeface="华文新魏" panose="02010800040101010101" charset="-122"/>
                <a:cs typeface="华文新魏" panose="02010800040101010101" charset="-122"/>
              </a:endParaRPr>
            </a:p>
          </p:txBody>
        </p:sp>
        <p:sp>
          <p:nvSpPr>
            <p:cNvPr id="15" name="object 15"/>
            <p:cNvSpPr/>
            <p:nvPr/>
          </p:nvSpPr>
          <p:spPr>
            <a:xfrm>
              <a:off x="778933" y="5180013"/>
              <a:ext cx="3964940" cy="650875"/>
            </a:xfrm>
            <a:custGeom>
              <a:avLst/>
              <a:gdLst/>
              <a:ahLst/>
              <a:cxnLst/>
              <a:rect l="l" t="t" r="r" b="b"/>
              <a:pathLst>
                <a:path w="3964940" h="650875">
                  <a:moveTo>
                    <a:pt x="1982258" y="0"/>
                  </a:moveTo>
                  <a:lnTo>
                    <a:pt x="1906223" y="234"/>
                  </a:lnTo>
                  <a:lnTo>
                    <a:pt x="1682669" y="3692"/>
                  </a:lnTo>
                  <a:lnTo>
                    <a:pt x="1467016" y="11102"/>
                  </a:lnTo>
                  <a:lnTo>
                    <a:pt x="1260651" y="22235"/>
                  </a:lnTo>
                  <a:lnTo>
                    <a:pt x="1128919" y="31615"/>
                  </a:lnTo>
                  <a:lnTo>
                    <a:pt x="1002341" y="42480"/>
                  </a:lnTo>
                  <a:lnTo>
                    <a:pt x="881328" y="54766"/>
                  </a:lnTo>
                  <a:lnTo>
                    <a:pt x="766291" y="68403"/>
                  </a:lnTo>
                  <a:lnTo>
                    <a:pt x="657640" y="83325"/>
                  </a:lnTo>
                  <a:lnTo>
                    <a:pt x="605838" y="91246"/>
                  </a:lnTo>
                  <a:lnTo>
                    <a:pt x="555786" y="99463"/>
                  </a:lnTo>
                  <a:lnTo>
                    <a:pt x="507536" y="107968"/>
                  </a:lnTo>
                  <a:lnTo>
                    <a:pt x="461140" y="116751"/>
                  </a:lnTo>
                  <a:lnTo>
                    <a:pt x="416648" y="125806"/>
                  </a:lnTo>
                  <a:lnTo>
                    <a:pt x="374112" y="135122"/>
                  </a:lnTo>
                  <a:lnTo>
                    <a:pt x="333584" y="144692"/>
                  </a:lnTo>
                  <a:lnTo>
                    <a:pt x="295114" y="154507"/>
                  </a:lnTo>
                  <a:lnTo>
                    <a:pt x="224555" y="174840"/>
                  </a:lnTo>
                  <a:lnTo>
                    <a:pt x="162846" y="196052"/>
                  </a:lnTo>
                  <a:lnTo>
                    <a:pt x="110398" y="218078"/>
                  </a:lnTo>
                  <a:lnTo>
                    <a:pt x="67622" y="240848"/>
                  </a:lnTo>
                  <a:lnTo>
                    <a:pt x="34929" y="264296"/>
                  </a:lnTo>
                  <a:lnTo>
                    <a:pt x="5691" y="300591"/>
                  </a:lnTo>
                  <a:lnTo>
                    <a:pt x="0" y="325438"/>
                  </a:lnTo>
                  <a:lnTo>
                    <a:pt x="1431" y="337921"/>
                  </a:lnTo>
                  <a:lnTo>
                    <a:pt x="22491" y="374623"/>
                  </a:lnTo>
                  <a:lnTo>
                    <a:pt x="67622" y="410028"/>
                  </a:lnTo>
                  <a:lnTo>
                    <a:pt x="110398" y="432798"/>
                  </a:lnTo>
                  <a:lnTo>
                    <a:pt x="162846" y="454823"/>
                  </a:lnTo>
                  <a:lnTo>
                    <a:pt x="224555" y="476036"/>
                  </a:lnTo>
                  <a:lnTo>
                    <a:pt x="295114" y="496368"/>
                  </a:lnTo>
                  <a:lnTo>
                    <a:pt x="333584" y="506184"/>
                  </a:lnTo>
                  <a:lnTo>
                    <a:pt x="374112" y="515754"/>
                  </a:lnTo>
                  <a:lnTo>
                    <a:pt x="416648" y="525070"/>
                  </a:lnTo>
                  <a:lnTo>
                    <a:pt x="461140" y="534124"/>
                  </a:lnTo>
                  <a:lnTo>
                    <a:pt x="507536" y="542908"/>
                  </a:lnTo>
                  <a:lnTo>
                    <a:pt x="555786" y="551412"/>
                  </a:lnTo>
                  <a:lnTo>
                    <a:pt x="605838" y="559630"/>
                  </a:lnTo>
                  <a:lnTo>
                    <a:pt x="657640" y="567551"/>
                  </a:lnTo>
                  <a:lnTo>
                    <a:pt x="711141" y="575168"/>
                  </a:lnTo>
                  <a:lnTo>
                    <a:pt x="823036" y="589456"/>
                  </a:lnTo>
                  <a:lnTo>
                    <a:pt x="941113" y="602425"/>
                  </a:lnTo>
                  <a:lnTo>
                    <a:pt x="1064960" y="614009"/>
                  </a:lnTo>
                  <a:lnTo>
                    <a:pt x="1194166" y="624140"/>
                  </a:lnTo>
                  <a:lnTo>
                    <a:pt x="1328322" y="632751"/>
                  </a:lnTo>
                  <a:lnTo>
                    <a:pt x="1467016" y="639774"/>
                  </a:lnTo>
                  <a:lnTo>
                    <a:pt x="1682669" y="647183"/>
                  </a:lnTo>
                  <a:lnTo>
                    <a:pt x="1906223" y="650641"/>
                  </a:lnTo>
                  <a:lnTo>
                    <a:pt x="1982258" y="650876"/>
                  </a:lnTo>
                  <a:lnTo>
                    <a:pt x="2208138" y="648786"/>
                  </a:lnTo>
                  <a:lnTo>
                    <a:pt x="2426579" y="642669"/>
                  </a:lnTo>
                  <a:lnTo>
                    <a:pt x="2636194" y="632751"/>
                  </a:lnTo>
                  <a:lnTo>
                    <a:pt x="2770350" y="624140"/>
                  </a:lnTo>
                  <a:lnTo>
                    <a:pt x="2899557" y="614009"/>
                  </a:lnTo>
                  <a:lnTo>
                    <a:pt x="3023403" y="602425"/>
                  </a:lnTo>
                  <a:lnTo>
                    <a:pt x="3141480" y="589456"/>
                  </a:lnTo>
                  <a:lnTo>
                    <a:pt x="3253375" y="575168"/>
                  </a:lnTo>
                  <a:lnTo>
                    <a:pt x="3306877" y="567551"/>
                  </a:lnTo>
                  <a:lnTo>
                    <a:pt x="3358679" y="559630"/>
                  </a:lnTo>
                  <a:lnTo>
                    <a:pt x="3408731" y="551412"/>
                  </a:lnTo>
                  <a:lnTo>
                    <a:pt x="3456980" y="542908"/>
                  </a:lnTo>
                  <a:lnTo>
                    <a:pt x="3503377" y="534124"/>
                  </a:lnTo>
                  <a:lnTo>
                    <a:pt x="3547868" y="525070"/>
                  </a:lnTo>
                  <a:lnTo>
                    <a:pt x="3590404" y="515754"/>
                  </a:lnTo>
                  <a:lnTo>
                    <a:pt x="3630933" y="506184"/>
                  </a:lnTo>
                  <a:lnTo>
                    <a:pt x="3669403" y="496368"/>
                  </a:lnTo>
                  <a:lnTo>
                    <a:pt x="3739962" y="476036"/>
                  </a:lnTo>
                  <a:lnTo>
                    <a:pt x="3801670" y="454823"/>
                  </a:lnTo>
                  <a:lnTo>
                    <a:pt x="3854118" y="432798"/>
                  </a:lnTo>
                  <a:lnTo>
                    <a:pt x="3896894" y="410028"/>
                  </a:lnTo>
                  <a:lnTo>
                    <a:pt x="3929588" y="386580"/>
                  </a:lnTo>
                  <a:lnTo>
                    <a:pt x="3958826" y="350285"/>
                  </a:lnTo>
                  <a:lnTo>
                    <a:pt x="3964517" y="325438"/>
                  </a:lnTo>
                  <a:lnTo>
                    <a:pt x="3963086" y="312955"/>
                  </a:lnTo>
                  <a:lnTo>
                    <a:pt x="3942025" y="276253"/>
                  </a:lnTo>
                  <a:lnTo>
                    <a:pt x="3896894" y="240848"/>
                  </a:lnTo>
                  <a:lnTo>
                    <a:pt x="3854118" y="218078"/>
                  </a:lnTo>
                  <a:lnTo>
                    <a:pt x="3801670" y="196052"/>
                  </a:lnTo>
                  <a:lnTo>
                    <a:pt x="3739962" y="174840"/>
                  </a:lnTo>
                  <a:lnTo>
                    <a:pt x="3669403" y="154507"/>
                  </a:lnTo>
                  <a:lnTo>
                    <a:pt x="3630933" y="144692"/>
                  </a:lnTo>
                  <a:lnTo>
                    <a:pt x="3590404" y="135122"/>
                  </a:lnTo>
                  <a:lnTo>
                    <a:pt x="3547868" y="125806"/>
                  </a:lnTo>
                  <a:lnTo>
                    <a:pt x="3503377" y="116751"/>
                  </a:lnTo>
                  <a:lnTo>
                    <a:pt x="3456980" y="107968"/>
                  </a:lnTo>
                  <a:lnTo>
                    <a:pt x="3408731" y="99463"/>
                  </a:lnTo>
                  <a:lnTo>
                    <a:pt x="3358679" y="91246"/>
                  </a:lnTo>
                  <a:lnTo>
                    <a:pt x="3306877" y="83325"/>
                  </a:lnTo>
                  <a:lnTo>
                    <a:pt x="3198226" y="68403"/>
                  </a:lnTo>
                  <a:lnTo>
                    <a:pt x="3083189" y="54766"/>
                  </a:lnTo>
                  <a:lnTo>
                    <a:pt x="2962176" y="42480"/>
                  </a:lnTo>
                  <a:lnTo>
                    <a:pt x="2835598" y="31615"/>
                  </a:lnTo>
                  <a:lnTo>
                    <a:pt x="2703865" y="22235"/>
                  </a:lnTo>
                  <a:lnTo>
                    <a:pt x="2497500" y="11102"/>
                  </a:lnTo>
                  <a:lnTo>
                    <a:pt x="2281847" y="3692"/>
                  </a:lnTo>
                  <a:lnTo>
                    <a:pt x="2058292" y="234"/>
                  </a:lnTo>
                  <a:lnTo>
                    <a:pt x="1982258" y="0"/>
                  </a:lnTo>
                  <a:close/>
                </a:path>
              </a:pathLst>
            </a:custGeom>
            <a:solidFill>
              <a:srgbClr val="7A4779"/>
            </a:solidFill>
          </p:spPr>
          <p:txBody>
            <a:bodyPr wrap="square" lIns="0" tIns="0" rIns="0" bIns="0" rtlCol="0"/>
            <a:lstStyle/>
            <a:p>
              <a:endParaRPr/>
            </a:p>
          </p:txBody>
        </p:sp>
        <p:sp>
          <p:nvSpPr>
            <p:cNvPr id="16" name="object 16"/>
            <p:cNvSpPr/>
            <p:nvPr/>
          </p:nvSpPr>
          <p:spPr>
            <a:xfrm>
              <a:off x="778933" y="5180013"/>
              <a:ext cx="3964940" cy="650875"/>
            </a:xfrm>
            <a:custGeom>
              <a:avLst/>
              <a:gdLst/>
              <a:ahLst/>
              <a:cxnLst/>
              <a:rect l="l" t="t" r="r" b="b"/>
              <a:pathLst>
                <a:path w="3964940" h="650875">
                  <a:moveTo>
                    <a:pt x="0" y="325437"/>
                  </a:moveTo>
                  <a:lnTo>
                    <a:pt x="12728" y="288353"/>
                  </a:lnTo>
                  <a:lnTo>
                    <a:pt x="49990" y="252491"/>
                  </a:lnTo>
                  <a:lnTo>
                    <a:pt x="87776" y="229373"/>
                  </a:lnTo>
                  <a:lnTo>
                    <a:pt x="135439" y="206967"/>
                  </a:lnTo>
                  <a:lnTo>
                    <a:pt x="192568" y="185340"/>
                  </a:lnTo>
                  <a:lnTo>
                    <a:pt x="258753" y="164559"/>
                  </a:lnTo>
                  <a:lnTo>
                    <a:pt x="333584" y="144692"/>
                  </a:lnTo>
                  <a:lnTo>
                    <a:pt x="374112" y="135122"/>
                  </a:lnTo>
                  <a:lnTo>
                    <a:pt x="416648" y="125806"/>
                  </a:lnTo>
                  <a:lnTo>
                    <a:pt x="461140" y="116751"/>
                  </a:lnTo>
                  <a:lnTo>
                    <a:pt x="507536" y="107968"/>
                  </a:lnTo>
                  <a:lnTo>
                    <a:pt x="555786" y="99463"/>
                  </a:lnTo>
                  <a:lnTo>
                    <a:pt x="605837" y="91246"/>
                  </a:lnTo>
                  <a:lnTo>
                    <a:pt x="657640" y="83324"/>
                  </a:lnTo>
                  <a:lnTo>
                    <a:pt x="711141" y="75707"/>
                  </a:lnTo>
                  <a:lnTo>
                    <a:pt x="766290" y="68403"/>
                  </a:lnTo>
                  <a:lnTo>
                    <a:pt x="823036" y="61420"/>
                  </a:lnTo>
                  <a:lnTo>
                    <a:pt x="881328" y="54766"/>
                  </a:lnTo>
                  <a:lnTo>
                    <a:pt x="941113" y="48450"/>
                  </a:lnTo>
                  <a:lnTo>
                    <a:pt x="1002341" y="42481"/>
                  </a:lnTo>
                  <a:lnTo>
                    <a:pt x="1064960" y="36866"/>
                  </a:lnTo>
                  <a:lnTo>
                    <a:pt x="1128919" y="31615"/>
                  </a:lnTo>
                  <a:lnTo>
                    <a:pt x="1194166" y="26735"/>
                  </a:lnTo>
                  <a:lnTo>
                    <a:pt x="1260651" y="22235"/>
                  </a:lnTo>
                  <a:lnTo>
                    <a:pt x="1328322" y="18124"/>
                  </a:lnTo>
                  <a:lnTo>
                    <a:pt x="1397128" y="14410"/>
                  </a:lnTo>
                  <a:lnTo>
                    <a:pt x="1467016" y="11102"/>
                  </a:lnTo>
                  <a:lnTo>
                    <a:pt x="1537937" y="8207"/>
                  </a:lnTo>
                  <a:lnTo>
                    <a:pt x="1609838" y="5734"/>
                  </a:lnTo>
                  <a:lnTo>
                    <a:pt x="1682669" y="3692"/>
                  </a:lnTo>
                  <a:lnTo>
                    <a:pt x="1756378" y="2089"/>
                  </a:lnTo>
                  <a:lnTo>
                    <a:pt x="1830913" y="934"/>
                  </a:lnTo>
                  <a:lnTo>
                    <a:pt x="1906223" y="234"/>
                  </a:lnTo>
                  <a:lnTo>
                    <a:pt x="1982258" y="0"/>
                  </a:lnTo>
                  <a:lnTo>
                    <a:pt x="2058292" y="234"/>
                  </a:lnTo>
                  <a:lnTo>
                    <a:pt x="2133603" y="934"/>
                  </a:lnTo>
                  <a:lnTo>
                    <a:pt x="2208138" y="2089"/>
                  </a:lnTo>
                  <a:lnTo>
                    <a:pt x="2281847" y="3692"/>
                  </a:lnTo>
                  <a:lnTo>
                    <a:pt x="2354677" y="5734"/>
                  </a:lnTo>
                  <a:lnTo>
                    <a:pt x="2426579" y="8207"/>
                  </a:lnTo>
                  <a:lnTo>
                    <a:pt x="2497499" y="11102"/>
                  </a:lnTo>
                  <a:lnTo>
                    <a:pt x="2567388" y="14410"/>
                  </a:lnTo>
                  <a:lnTo>
                    <a:pt x="2636194" y="18124"/>
                  </a:lnTo>
                  <a:lnTo>
                    <a:pt x="2703865" y="22235"/>
                  </a:lnTo>
                  <a:lnTo>
                    <a:pt x="2770350" y="26735"/>
                  </a:lnTo>
                  <a:lnTo>
                    <a:pt x="2835597" y="31615"/>
                  </a:lnTo>
                  <a:lnTo>
                    <a:pt x="2899556" y="36866"/>
                  </a:lnTo>
                  <a:lnTo>
                    <a:pt x="2962175" y="42481"/>
                  </a:lnTo>
                  <a:lnTo>
                    <a:pt x="3023403" y="48450"/>
                  </a:lnTo>
                  <a:lnTo>
                    <a:pt x="3083188" y="54766"/>
                  </a:lnTo>
                  <a:lnTo>
                    <a:pt x="3141479" y="61420"/>
                  </a:lnTo>
                  <a:lnTo>
                    <a:pt x="3198225" y="68403"/>
                  </a:lnTo>
                  <a:lnTo>
                    <a:pt x="3253375" y="75707"/>
                  </a:lnTo>
                  <a:lnTo>
                    <a:pt x="3306876" y="83324"/>
                  </a:lnTo>
                  <a:lnTo>
                    <a:pt x="3358678" y="91246"/>
                  </a:lnTo>
                  <a:lnTo>
                    <a:pt x="3408730" y="99463"/>
                  </a:lnTo>
                  <a:lnTo>
                    <a:pt x="3456980" y="107968"/>
                  </a:lnTo>
                  <a:lnTo>
                    <a:pt x="3503376" y="116751"/>
                  </a:lnTo>
                  <a:lnTo>
                    <a:pt x="3547868" y="125806"/>
                  </a:lnTo>
                  <a:lnTo>
                    <a:pt x="3590404" y="135122"/>
                  </a:lnTo>
                  <a:lnTo>
                    <a:pt x="3630932" y="144692"/>
                  </a:lnTo>
                  <a:lnTo>
                    <a:pt x="3669402" y="154507"/>
                  </a:lnTo>
                  <a:lnTo>
                    <a:pt x="3739961" y="174840"/>
                  </a:lnTo>
                  <a:lnTo>
                    <a:pt x="3801670" y="196052"/>
                  </a:lnTo>
                  <a:lnTo>
                    <a:pt x="3854118" y="218077"/>
                  </a:lnTo>
                  <a:lnTo>
                    <a:pt x="3896893" y="240847"/>
                  </a:lnTo>
                  <a:lnTo>
                    <a:pt x="3929587" y="264295"/>
                  </a:lnTo>
                  <a:lnTo>
                    <a:pt x="3958825" y="300590"/>
                  </a:lnTo>
                  <a:lnTo>
                    <a:pt x="3964516" y="325437"/>
                  </a:lnTo>
                  <a:lnTo>
                    <a:pt x="3963085" y="337920"/>
                  </a:lnTo>
                  <a:lnTo>
                    <a:pt x="3942025" y="374622"/>
                  </a:lnTo>
                  <a:lnTo>
                    <a:pt x="3896893" y="410027"/>
                  </a:lnTo>
                  <a:lnTo>
                    <a:pt x="3854118" y="432797"/>
                  </a:lnTo>
                  <a:lnTo>
                    <a:pt x="3801670" y="454823"/>
                  </a:lnTo>
                  <a:lnTo>
                    <a:pt x="3739961" y="476035"/>
                  </a:lnTo>
                  <a:lnTo>
                    <a:pt x="3669402" y="496368"/>
                  </a:lnTo>
                  <a:lnTo>
                    <a:pt x="3630932" y="506183"/>
                  </a:lnTo>
                  <a:lnTo>
                    <a:pt x="3590404" y="515753"/>
                  </a:lnTo>
                  <a:lnTo>
                    <a:pt x="3547868" y="525069"/>
                  </a:lnTo>
                  <a:lnTo>
                    <a:pt x="3503376" y="534123"/>
                  </a:lnTo>
                  <a:lnTo>
                    <a:pt x="3456980" y="542907"/>
                  </a:lnTo>
                  <a:lnTo>
                    <a:pt x="3408730" y="551412"/>
                  </a:lnTo>
                  <a:lnTo>
                    <a:pt x="3358678" y="559629"/>
                  </a:lnTo>
                  <a:lnTo>
                    <a:pt x="3306876" y="567550"/>
                  </a:lnTo>
                  <a:lnTo>
                    <a:pt x="3253375" y="575167"/>
                  </a:lnTo>
                  <a:lnTo>
                    <a:pt x="3198225" y="582472"/>
                  </a:lnTo>
                  <a:lnTo>
                    <a:pt x="3141479" y="589455"/>
                  </a:lnTo>
                  <a:lnTo>
                    <a:pt x="3083188" y="596109"/>
                  </a:lnTo>
                  <a:lnTo>
                    <a:pt x="3023403" y="602425"/>
                  </a:lnTo>
                  <a:lnTo>
                    <a:pt x="2962175" y="608394"/>
                  </a:lnTo>
                  <a:lnTo>
                    <a:pt x="2899556" y="614009"/>
                  </a:lnTo>
                  <a:lnTo>
                    <a:pt x="2835597" y="619260"/>
                  </a:lnTo>
                  <a:lnTo>
                    <a:pt x="2770350" y="624140"/>
                  </a:lnTo>
                  <a:lnTo>
                    <a:pt x="2703865" y="628639"/>
                  </a:lnTo>
                  <a:lnTo>
                    <a:pt x="2636194" y="632750"/>
                  </a:lnTo>
                  <a:lnTo>
                    <a:pt x="2567388" y="636465"/>
                  </a:lnTo>
                  <a:lnTo>
                    <a:pt x="2497499" y="639773"/>
                  </a:lnTo>
                  <a:lnTo>
                    <a:pt x="2426579" y="642668"/>
                  </a:lnTo>
                  <a:lnTo>
                    <a:pt x="2354677" y="645141"/>
                  </a:lnTo>
                  <a:lnTo>
                    <a:pt x="2281847" y="647183"/>
                  </a:lnTo>
                  <a:lnTo>
                    <a:pt x="2208138" y="648786"/>
                  </a:lnTo>
                  <a:lnTo>
                    <a:pt x="2133603" y="649941"/>
                  </a:lnTo>
                  <a:lnTo>
                    <a:pt x="2058292" y="650640"/>
                  </a:lnTo>
                  <a:lnTo>
                    <a:pt x="1982258" y="650875"/>
                  </a:lnTo>
                  <a:lnTo>
                    <a:pt x="1906223" y="650640"/>
                  </a:lnTo>
                  <a:lnTo>
                    <a:pt x="1830913" y="649941"/>
                  </a:lnTo>
                  <a:lnTo>
                    <a:pt x="1756378" y="648786"/>
                  </a:lnTo>
                  <a:lnTo>
                    <a:pt x="1682669" y="647183"/>
                  </a:lnTo>
                  <a:lnTo>
                    <a:pt x="1609838" y="645141"/>
                  </a:lnTo>
                  <a:lnTo>
                    <a:pt x="1537937" y="642668"/>
                  </a:lnTo>
                  <a:lnTo>
                    <a:pt x="1467016" y="639773"/>
                  </a:lnTo>
                  <a:lnTo>
                    <a:pt x="1397128" y="636465"/>
                  </a:lnTo>
                  <a:lnTo>
                    <a:pt x="1328322" y="632750"/>
                  </a:lnTo>
                  <a:lnTo>
                    <a:pt x="1260651" y="628639"/>
                  </a:lnTo>
                  <a:lnTo>
                    <a:pt x="1194166" y="624140"/>
                  </a:lnTo>
                  <a:lnTo>
                    <a:pt x="1128919" y="619260"/>
                  </a:lnTo>
                  <a:lnTo>
                    <a:pt x="1064960" y="614009"/>
                  </a:lnTo>
                  <a:lnTo>
                    <a:pt x="1002341" y="608394"/>
                  </a:lnTo>
                  <a:lnTo>
                    <a:pt x="941113" y="602425"/>
                  </a:lnTo>
                  <a:lnTo>
                    <a:pt x="881328" y="596109"/>
                  </a:lnTo>
                  <a:lnTo>
                    <a:pt x="823036" y="589455"/>
                  </a:lnTo>
                  <a:lnTo>
                    <a:pt x="766290" y="582472"/>
                  </a:lnTo>
                  <a:lnTo>
                    <a:pt x="711141" y="575167"/>
                  </a:lnTo>
                  <a:lnTo>
                    <a:pt x="657640" y="567550"/>
                  </a:lnTo>
                  <a:lnTo>
                    <a:pt x="605837" y="559629"/>
                  </a:lnTo>
                  <a:lnTo>
                    <a:pt x="555786" y="551412"/>
                  </a:lnTo>
                  <a:lnTo>
                    <a:pt x="507536" y="542907"/>
                  </a:lnTo>
                  <a:lnTo>
                    <a:pt x="461140" y="534123"/>
                  </a:lnTo>
                  <a:lnTo>
                    <a:pt x="416648" y="525069"/>
                  </a:lnTo>
                  <a:lnTo>
                    <a:pt x="374112" y="515753"/>
                  </a:lnTo>
                  <a:lnTo>
                    <a:pt x="333584" y="506183"/>
                  </a:lnTo>
                  <a:lnTo>
                    <a:pt x="295114" y="496368"/>
                  </a:lnTo>
                  <a:lnTo>
                    <a:pt x="224555" y="476035"/>
                  </a:lnTo>
                  <a:lnTo>
                    <a:pt x="162846" y="454823"/>
                  </a:lnTo>
                  <a:lnTo>
                    <a:pt x="110398" y="432797"/>
                  </a:lnTo>
                  <a:lnTo>
                    <a:pt x="67622" y="410027"/>
                  </a:lnTo>
                  <a:lnTo>
                    <a:pt x="34929" y="386579"/>
                  </a:lnTo>
                  <a:lnTo>
                    <a:pt x="5691" y="350284"/>
                  </a:lnTo>
                  <a:lnTo>
                    <a:pt x="0" y="325437"/>
                  </a:lnTo>
                  <a:close/>
                </a:path>
              </a:pathLst>
            </a:custGeom>
            <a:ln w="28574">
              <a:solidFill>
                <a:srgbClr val="000000"/>
              </a:solidFill>
            </a:ln>
          </p:spPr>
          <p:txBody>
            <a:bodyPr wrap="square" lIns="0" tIns="0" rIns="0" bIns="0" rtlCol="0"/>
            <a:lstStyle/>
            <a:p>
              <a:endParaRPr/>
            </a:p>
          </p:txBody>
        </p:sp>
        <p:sp>
          <p:nvSpPr>
            <p:cNvPr id="17" name="object 17"/>
            <p:cNvSpPr/>
            <p:nvPr/>
          </p:nvSpPr>
          <p:spPr>
            <a:xfrm>
              <a:off x="5642735" y="3175000"/>
              <a:ext cx="294005" cy="227965"/>
            </a:xfrm>
            <a:custGeom>
              <a:avLst/>
              <a:gdLst/>
              <a:ahLst/>
              <a:cxnLst/>
              <a:rect l="l" t="t" r="r" b="b"/>
              <a:pathLst>
                <a:path w="294004" h="227964">
                  <a:moveTo>
                    <a:pt x="0" y="113829"/>
                  </a:moveTo>
                  <a:lnTo>
                    <a:pt x="11546" y="69521"/>
                  </a:lnTo>
                  <a:lnTo>
                    <a:pt x="43034" y="33339"/>
                  </a:lnTo>
                  <a:lnTo>
                    <a:pt x="89737" y="8945"/>
                  </a:lnTo>
                  <a:lnTo>
                    <a:pt x="146928" y="0"/>
                  </a:lnTo>
                  <a:lnTo>
                    <a:pt x="204120" y="8945"/>
                  </a:lnTo>
                  <a:lnTo>
                    <a:pt x="250823" y="33339"/>
                  </a:lnTo>
                  <a:lnTo>
                    <a:pt x="282311" y="69521"/>
                  </a:lnTo>
                  <a:lnTo>
                    <a:pt x="293858" y="113829"/>
                  </a:lnTo>
                  <a:lnTo>
                    <a:pt x="282311" y="158136"/>
                  </a:lnTo>
                  <a:lnTo>
                    <a:pt x="250823" y="194318"/>
                  </a:lnTo>
                  <a:lnTo>
                    <a:pt x="204120" y="218712"/>
                  </a:lnTo>
                  <a:lnTo>
                    <a:pt x="146928" y="227657"/>
                  </a:lnTo>
                  <a:lnTo>
                    <a:pt x="89737" y="218712"/>
                  </a:lnTo>
                  <a:lnTo>
                    <a:pt x="43034" y="194318"/>
                  </a:lnTo>
                  <a:lnTo>
                    <a:pt x="11546" y="158136"/>
                  </a:lnTo>
                  <a:lnTo>
                    <a:pt x="0" y="113829"/>
                  </a:lnTo>
                  <a:close/>
                </a:path>
              </a:pathLst>
            </a:custGeom>
            <a:ln w="28574">
              <a:solidFill>
                <a:srgbClr val="000000"/>
              </a:solidFill>
            </a:ln>
          </p:spPr>
          <p:txBody>
            <a:bodyPr wrap="square" lIns="0" tIns="0" rIns="0" bIns="0" rtlCol="0"/>
            <a:lstStyle/>
            <a:p>
              <a:endParaRPr/>
            </a:p>
          </p:txBody>
        </p:sp>
        <p:sp>
          <p:nvSpPr>
            <p:cNvPr id="18" name="object 18"/>
            <p:cNvSpPr/>
            <p:nvPr/>
          </p:nvSpPr>
          <p:spPr>
            <a:xfrm>
              <a:off x="5789083" y="3404492"/>
              <a:ext cx="1270" cy="213360"/>
            </a:xfrm>
            <a:custGeom>
              <a:avLst/>
              <a:gdLst/>
              <a:ahLst/>
              <a:cxnLst/>
              <a:rect l="l" t="t" r="r" b="b"/>
              <a:pathLst>
                <a:path w="1270" h="213360">
                  <a:moveTo>
                    <a:pt x="580" y="-14287"/>
                  </a:moveTo>
                  <a:lnTo>
                    <a:pt x="580" y="227256"/>
                  </a:lnTo>
                </a:path>
              </a:pathLst>
            </a:custGeom>
            <a:ln w="29736">
              <a:solidFill>
                <a:srgbClr val="000000"/>
              </a:solidFill>
            </a:ln>
          </p:spPr>
          <p:txBody>
            <a:bodyPr wrap="square" lIns="0" tIns="0" rIns="0" bIns="0" rtlCol="0"/>
            <a:lstStyle/>
            <a:p>
              <a:endParaRPr/>
            </a:p>
          </p:txBody>
        </p:sp>
        <p:sp>
          <p:nvSpPr>
            <p:cNvPr id="19" name="object 19"/>
            <p:cNvSpPr/>
            <p:nvPr/>
          </p:nvSpPr>
          <p:spPr>
            <a:xfrm>
              <a:off x="5556784" y="3464161"/>
              <a:ext cx="466090" cy="1270"/>
            </a:xfrm>
            <a:custGeom>
              <a:avLst/>
              <a:gdLst/>
              <a:ahLst/>
              <a:cxnLst/>
              <a:rect l="l" t="t" r="r" b="b"/>
              <a:pathLst>
                <a:path w="466089" h="1269">
                  <a:moveTo>
                    <a:pt x="0" y="0"/>
                  </a:moveTo>
                  <a:lnTo>
                    <a:pt x="465758" y="918"/>
                  </a:lnTo>
                </a:path>
              </a:pathLst>
            </a:custGeom>
            <a:ln w="28574">
              <a:solidFill>
                <a:srgbClr val="000000"/>
              </a:solidFill>
            </a:ln>
          </p:spPr>
          <p:txBody>
            <a:bodyPr wrap="square" lIns="0" tIns="0" rIns="0" bIns="0" rtlCol="0"/>
            <a:lstStyle/>
            <a:p>
              <a:endParaRPr/>
            </a:p>
          </p:txBody>
        </p:sp>
        <p:sp>
          <p:nvSpPr>
            <p:cNvPr id="20" name="object 20"/>
            <p:cNvSpPr/>
            <p:nvPr/>
          </p:nvSpPr>
          <p:spPr>
            <a:xfrm>
              <a:off x="5467350" y="3617462"/>
              <a:ext cx="643890" cy="250190"/>
            </a:xfrm>
            <a:custGeom>
              <a:avLst/>
              <a:gdLst/>
              <a:ahLst/>
              <a:cxnLst/>
              <a:rect l="l" t="t" r="r" b="b"/>
              <a:pathLst>
                <a:path w="643889" h="250189">
                  <a:moveTo>
                    <a:pt x="321732" y="0"/>
                  </a:moveTo>
                  <a:lnTo>
                    <a:pt x="0" y="249687"/>
                  </a:lnTo>
                  <a:lnTo>
                    <a:pt x="643467" y="249687"/>
                  </a:lnTo>
                  <a:lnTo>
                    <a:pt x="321732" y="0"/>
                  </a:lnTo>
                  <a:close/>
                </a:path>
              </a:pathLst>
            </a:custGeom>
            <a:solidFill>
              <a:srgbClr val="FFFFFF"/>
            </a:solidFill>
          </p:spPr>
          <p:txBody>
            <a:bodyPr wrap="square" lIns="0" tIns="0" rIns="0" bIns="0" rtlCol="0"/>
            <a:lstStyle/>
            <a:p>
              <a:endParaRPr/>
            </a:p>
          </p:txBody>
        </p:sp>
        <p:sp>
          <p:nvSpPr>
            <p:cNvPr id="21" name="object 21"/>
            <p:cNvSpPr/>
            <p:nvPr/>
          </p:nvSpPr>
          <p:spPr>
            <a:xfrm>
              <a:off x="5467350" y="3617462"/>
              <a:ext cx="643890" cy="250190"/>
            </a:xfrm>
            <a:custGeom>
              <a:avLst/>
              <a:gdLst/>
              <a:ahLst/>
              <a:cxnLst/>
              <a:rect l="l" t="t" r="r" b="b"/>
              <a:pathLst>
                <a:path w="643889" h="250189">
                  <a:moveTo>
                    <a:pt x="0" y="249687"/>
                  </a:moveTo>
                  <a:lnTo>
                    <a:pt x="321733" y="0"/>
                  </a:lnTo>
                  <a:lnTo>
                    <a:pt x="643466" y="249687"/>
                  </a:lnTo>
                </a:path>
              </a:pathLst>
            </a:custGeom>
            <a:ln w="28574">
              <a:solidFill>
                <a:srgbClr val="000000"/>
              </a:solidFill>
            </a:ln>
          </p:spPr>
          <p:txBody>
            <a:bodyPr wrap="square" lIns="0" tIns="0" rIns="0" bIns="0" rtlCol="0"/>
            <a:lstStyle/>
            <a:p>
              <a:endParaRPr/>
            </a:p>
          </p:txBody>
        </p:sp>
        <p:sp>
          <p:nvSpPr>
            <p:cNvPr id="22" name="object 22"/>
            <p:cNvSpPr/>
            <p:nvPr/>
          </p:nvSpPr>
          <p:spPr>
            <a:xfrm>
              <a:off x="5274439" y="3782584"/>
              <a:ext cx="936625" cy="540385"/>
            </a:xfrm>
            <a:custGeom>
              <a:avLst/>
              <a:gdLst/>
              <a:ahLst/>
              <a:cxnLst/>
              <a:rect l="l" t="t" r="r" b="b"/>
              <a:pathLst>
                <a:path w="936625" h="540385">
                  <a:moveTo>
                    <a:pt x="0" y="0"/>
                  </a:moveTo>
                  <a:lnTo>
                    <a:pt x="936155" y="0"/>
                  </a:lnTo>
                  <a:lnTo>
                    <a:pt x="936155" y="539890"/>
                  </a:lnTo>
                  <a:lnTo>
                    <a:pt x="0" y="539890"/>
                  </a:lnTo>
                  <a:lnTo>
                    <a:pt x="0" y="0"/>
                  </a:lnTo>
                  <a:close/>
                </a:path>
              </a:pathLst>
            </a:custGeom>
            <a:solidFill>
              <a:srgbClr val="FFFFFF"/>
            </a:solidFill>
          </p:spPr>
          <p:txBody>
            <a:bodyPr wrap="square" lIns="0" tIns="0" rIns="0" bIns="0" rtlCol="0"/>
            <a:lstStyle/>
            <a:p>
              <a:endParaRPr/>
            </a:p>
          </p:txBody>
        </p:sp>
        <p:sp>
          <p:nvSpPr>
            <p:cNvPr id="23" name="object 23"/>
            <p:cNvSpPr txBox="1"/>
            <p:nvPr/>
          </p:nvSpPr>
          <p:spPr>
            <a:xfrm>
              <a:off x="5369689" y="3823859"/>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顾客</a:t>
              </a:r>
              <a:endParaRPr sz="2800">
                <a:latin typeface="华文新魏" panose="02010800040101010101" charset="-122"/>
                <a:cs typeface="华文新魏" panose="02010800040101010101" charset="-122"/>
              </a:endParaRPr>
            </a:p>
          </p:txBody>
        </p:sp>
        <p:sp>
          <p:nvSpPr>
            <p:cNvPr id="24" name="object 24"/>
            <p:cNvSpPr/>
            <p:nvPr/>
          </p:nvSpPr>
          <p:spPr>
            <a:xfrm>
              <a:off x="5247216" y="5772150"/>
              <a:ext cx="4197350" cy="679450"/>
            </a:xfrm>
            <a:custGeom>
              <a:avLst/>
              <a:gdLst/>
              <a:ahLst/>
              <a:cxnLst/>
              <a:rect l="l" t="t" r="r" b="b"/>
              <a:pathLst>
                <a:path w="4197350" h="679450">
                  <a:moveTo>
                    <a:pt x="2098675" y="0"/>
                  </a:moveTo>
                  <a:lnTo>
                    <a:pt x="2021736" y="224"/>
                  </a:lnTo>
                  <a:lnTo>
                    <a:pt x="1945496" y="891"/>
                  </a:lnTo>
                  <a:lnTo>
                    <a:pt x="1870001" y="1993"/>
                  </a:lnTo>
                  <a:lnTo>
                    <a:pt x="1648459" y="7835"/>
                  </a:lnTo>
                  <a:lnTo>
                    <a:pt x="1435331" y="17319"/>
                  </a:lnTo>
                  <a:lnTo>
                    <a:pt x="1231895" y="30237"/>
                  </a:lnTo>
                  <a:lnTo>
                    <a:pt x="1102289" y="40655"/>
                  </a:lnTo>
                  <a:lnTo>
                    <a:pt x="977938" y="52445"/>
                  </a:lnTo>
                  <a:lnTo>
                    <a:pt x="859224" y="65547"/>
                  </a:lnTo>
                  <a:lnTo>
                    <a:pt x="746525" y="79899"/>
                  </a:lnTo>
                  <a:lnTo>
                    <a:pt x="640220" y="95439"/>
                  </a:lnTo>
                  <a:lnTo>
                    <a:pt x="589584" y="103636"/>
                  </a:lnTo>
                  <a:lnTo>
                    <a:pt x="540688" y="112107"/>
                  </a:lnTo>
                  <a:lnTo>
                    <a:pt x="493581" y="120844"/>
                  </a:lnTo>
                  <a:lnTo>
                    <a:pt x="448310" y="129840"/>
                  </a:lnTo>
                  <a:lnTo>
                    <a:pt x="404922" y="139087"/>
                  </a:lnTo>
                  <a:lnTo>
                    <a:pt x="363464" y="148578"/>
                  </a:lnTo>
                  <a:lnTo>
                    <a:pt x="323984" y="158304"/>
                  </a:lnTo>
                  <a:lnTo>
                    <a:pt x="286530" y="168259"/>
                  </a:lnTo>
                  <a:lnTo>
                    <a:pt x="217887" y="188821"/>
                  </a:lnTo>
                  <a:lnTo>
                    <a:pt x="157914" y="210204"/>
                  </a:lnTo>
                  <a:lnTo>
                    <a:pt x="106991" y="232345"/>
                  </a:lnTo>
                  <a:lnTo>
                    <a:pt x="65497" y="255184"/>
                  </a:lnTo>
                  <a:lnTo>
                    <a:pt x="33812" y="278659"/>
                  </a:lnTo>
                  <a:lnTo>
                    <a:pt x="5504" y="314929"/>
                  </a:lnTo>
                  <a:lnTo>
                    <a:pt x="0" y="339725"/>
                  </a:lnTo>
                  <a:lnTo>
                    <a:pt x="1384" y="352179"/>
                  </a:lnTo>
                  <a:lnTo>
                    <a:pt x="21766" y="388834"/>
                  </a:lnTo>
                  <a:lnTo>
                    <a:pt x="65497" y="424265"/>
                  </a:lnTo>
                  <a:lnTo>
                    <a:pt x="106991" y="447104"/>
                  </a:lnTo>
                  <a:lnTo>
                    <a:pt x="157914" y="469245"/>
                  </a:lnTo>
                  <a:lnTo>
                    <a:pt x="217887" y="490628"/>
                  </a:lnTo>
                  <a:lnTo>
                    <a:pt x="286530" y="511190"/>
                  </a:lnTo>
                  <a:lnTo>
                    <a:pt x="323984" y="521145"/>
                  </a:lnTo>
                  <a:lnTo>
                    <a:pt x="363464" y="530871"/>
                  </a:lnTo>
                  <a:lnTo>
                    <a:pt x="404922" y="540362"/>
                  </a:lnTo>
                  <a:lnTo>
                    <a:pt x="448310" y="549609"/>
                  </a:lnTo>
                  <a:lnTo>
                    <a:pt x="493581" y="558605"/>
                  </a:lnTo>
                  <a:lnTo>
                    <a:pt x="540688" y="567342"/>
                  </a:lnTo>
                  <a:lnTo>
                    <a:pt x="589584" y="575813"/>
                  </a:lnTo>
                  <a:lnTo>
                    <a:pt x="640220" y="584010"/>
                  </a:lnTo>
                  <a:lnTo>
                    <a:pt x="746525" y="599550"/>
                  </a:lnTo>
                  <a:lnTo>
                    <a:pt x="859224" y="613902"/>
                  </a:lnTo>
                  <a:lnTo>
                    <a:pt x="977938" y="627004"/>
                  </a:lnTo>
                  <a:lnTo>
                    <a:pt x="1102289" y="638795"/>
                  </a:lnTo>
                  <a:lnTo>
                    <a:pt x="1231895" y="649212"/>
                  </a:lnTo>
                  <a:lnTo>
                    <a:pt x="1435331" y="662130"/>
                  </a:lnTo>
                  <a:lnTo>
                    <a:pt x="1648459" y="671614"/>
                  </a:lnTo>
                  <a:lnTo>
                    <a:pt x="1870001" y="677456"/>
                  </a:lnTo>
                  <a:lnTo>
                    <a:pt x="2098675" y="679450"/>
                  </a:lnTo>
                  <a:lnTo>
                    <a:pt x="2175613" y="679225"/>
                  </a:lnTo>
                  <a:lnTo>
                    <a:pt x="2251853" y="678558"/>
                  </a:lnTo>
                  <a:lnTo>
                    <a:pt x="2475914" y="673976"/>
                  </a:lnTo>
                  <a:lnTo>
                    <a:pt x="2691989" y="665683"/>
                  </a:lnTo>
                  <a:lnTo>
                    <a:pt x="2898798" y="653887"/>
                  </a:lnTo>
                  <a:lnTo>
                    <a:pt x="3030890" y="644179"/>
                  </a:lnTo>
                  <a:lnTo>
                    <a:pt x="3157916" y="633067"/>
                  </a:lnTo>
                  <a:lnTo>
                    <a:pt x="3279496" y="620613"/>
                  </a:lnTo>
                  <a:lnTo>
                    <a:pt x="3395250" y="606879"/>
                  </a:lnTo>
                  <a:lnTo>
                    <a:pt x="3504800" y="591925"/>
                  </a:lnTo>
                  <a:lnTo>
                    <a:pt x="3557129" y="584010"/>
                  </a:lnTo>
                  <a:lnTo>
                    <a:pt x="3607765" y="575813"/>
                  </a:lnTo>
                  <a:lnTo>
                    <a:pt x="3656661" y="567342"/>
                  </a:lnTo>
                  <a:lnTo>
                    <a:pt x="3703768" y="558605"/>
                  </a:lnTo>
                  <a:lnTo>
                    <a:pt x="3749039" y="549609"/>
                  </a:lnTo>
                  <a:lnTo>
                    <a:pt x="3792427" y="540362"/>
                  </a:lnTo>
                  <a:lnTo>
                    <a:pt x="3833885" y="530871"/>
                  </a:lnTo>
                  <a:lnTo>
                    <a:pt x="3873365" y="521145"/>
                  </a:lnTo>
                  <a:lnTo>
                    <a:pt x="3910819" y="511190"/>
                  </a:lnTo>
                  <a:lnTo>
                    <a:pt x="3979462" y="490628"/>
                  </a:lnTo>
                  <a:lnTo>
                    <a:pt x="4039435" y="469245"/>
                  </a:lnTo>
                  <a:lnTo>
                    <a:pt x="4090358" y="447104"/>
                  </a:lnTo>
                  <a:lnTo>
                    <a:pt x="4131852" y="424265"/>
                  </a:lnTo>
                  <a:lnTo>
                    <a:pt x="4163537" y="400791"/>
                  </a:lnTo>
                  <a:lnTo>
                    <a:pt x="4191845" y="364520"/>
                  </a:lnTo>
                  <a:lnTo>
                    <a:pt x="4197350" y="339725"/>
                  </a:lnTo>
                  <a:lnTo>
                    <a:pt x="4195965" y="327270"/>
                  </a:lnTo>
                  <a:lnTo>
                    <a:pt x="4175583" y="290615"/>
                  </a:lnTo>
                  <a:lnTo>
                    <a:pt x="4131852" y="255184"/>
                  </a:lnTo>
                  <a:lnTo>
                    <a:pt x="4090358" y="232345"/>
                  </a:lnTo>
                  <a:lnTo>
                    <a:pt x="4039435" y="210204"/>
                  </a:lnTo>
                  <a:lnTo>
                    <a:pt x="3979462" y="188821"/>
                  </a:lnTo>
                  <a:lnTo>
                    <a:pt x="3910819" y="168259"/>
                  </a:lnTo>
                  <a:lnTo>
                    <a:pt x="3873365" y="158304"/>
                  </a:lnTo>
                  <a:lnTo>
                    <a:pt x="3833885" y="148578"/>
                  </a:lnTo>
                  <a:lnTo>
                    <a:pt x="3792427" y="139087"/>
                  </a:lnTo>
                  <a:lnTo>
                    <a:pt x="3749039" y="129840"/>
                  </a:lnTo>
                  <a:lnTo>
                    <a:pt x="3703768" y="120844"/>
                  </a:lnTo>
                  <a:lnTo>
                    <a:pt x="3656661" y="112107"/>
                  </a:lnTo>
                  <a:lnTo>
                    <a:pt x="3607765" y="103636"/>
                  </a:lnTo>
                  <a:lnTo>
                    <a:pt x="3557129" y="95439"/>
                  </a:lnTo>
                  <a:lnTo>
                    <a:pt x="3450824" y="79899"/>
                  </a:lnTo>
                  <a:lnTo>
                    <a:pt x="3338125" y="65547"/>
                  </a:lnTo>
                  <a:lnTo>
                    <a:pt x="3219411" y="52445"/>
                  </a:lnTo>
                  <a:lnTo>
                    <a:pt x="3095060" y="40655"/>
                  </a:lnTo>
                  <a:lnTo>
                    <a:pt x="2965454" y="30237"/>
                  </a:lnTo>
                  <a:lnTo>
                    <a:pt x="2762018" y="17319"/>
                  </a:lnTo>
                  <a:lnTo>
                    <a:pt x="2548890" y="7835"/>
                  </a:lnTo>
                  <a:lnTo>
                    <a:pt x="2327348" y="1993"/>
                  </a:lnTo>
                  <a:lnTo>
                    <a:pt x="2098675" y="0"/>
                  </a:lnTo>
                  <a:close/>
                </a:path>
              </a:pathLst>
            </a:custGeom>
            <a:solidFill>
              <a:srgbClr val="7A4779"/>
            </a:solidFill>
          </p:spPr>
          <p:txBody>
            <a:bodyPr wrap="square" lIns="0" tIns="0" rIns="0" bIns="0" rtlCol="0"/>
            <a:lstStyle/>
            <a:p>
              <a:endParaRPr/>
            </a:p>
          </p:txBody>
        </p:sp>
        <p:sp>
          <p:nvSpPr>
            <p:cNvPr id="25" name="object 25"/>
            <p:cNvSpPr/>
            <p:nvPr/>
          </p:nvSpPr>
          <p:spPr>
            <a:xfrm>
              <a:off x="5247217" y="5772150"/>
              <a:ext cx="4197350" cy="679450"/>
            </a:xfrm>
            <a:custGeom>
              <a:avLst/>
              <a:gdLst/>
              <a:ahLst/>
              <a:cxnLst/>
              <a:rect l="l" t="t" r="r" b="b"/>
              <a:pathLst>
                <a:path w="4197350" h="679450">
                  <a:moveTo>
                    <a:pt x="0" y="339724"/>
                  </a:moveTo>
                  <a:lnTo>
                    <a:pt x="12314" y="302708"/>
                  </a:lnTo>
                  <a:lnTo>
                    <a:pt x="48405" y="266845"/>
                  </a:lnTo>
                  <a:lnTo>
                    <a:pt x="85042" y="243681"/>
                  </a:lnTo>
                  <a:lnTo>
                    <a:pt x="131298" y="221183"/>
                  </a:lnTo>
                  <a:lnTo>
                    <a:pt x="186793" y="199414"/>
                  </a:lnTo>
                  <a:lnTo>
                    <a:pt x="251148" y="178434"/>
                  </a:lnTo>
                  <a:lnTo>
                    <a:pt x="323984" y="158304"/>
                  </a:lnTo>
                  <a:lnTo>
                    <a:pt x="363464" y="148578"/>
                  </a:lnTo>
                  <a:lnTo>
                    <a:pt x="404922" y="139087"/>
                  </a:lnTo>
                  <a:lnTo>
                    <a:pt x="448310" y="129840"/>
                  </a:lnTo>
                  <a:lnTo>
                    <a:pt x="493581" y="120844"/>
                  </a:lnTo>
                  <a:lnTo>
                    <a:pt x="540688" y="112107"/>
                  </a:lnTo>
                  <a:lnTo>
                    <a:pt x="589584" y="103636"/>
                  </a:lnTo>
                  <a:lnTo>
                    <a:pt x="640220" y="95439"/>
                  </a:lnTo>
                  <a:lnTo>
                    <a:pt x="692549" y="87524"/>
                  </a:lnTo>
                  <a:lnTo>
                    <a:pt x="746525" y="79899"/>
                  </a:lnTo>
                  <a:lnTo>
                    <a:pt x="802099" y="72570"/>
                  </a:lnTo>
                  <a:lnTo>
                    <a:pt x="859224" y="65547"/>
                  </a:lnTo>
                  <a:lnTo>
                    <a:pt x="917853" y="58836"/>
                  </a:lnTo>
                  <a:lnTo>
                    <a:pt x="977938" y="52445"/>
                  </a:lnTo>
                  <a:lnTo>
                    <a:pt x="1039433" y="46382"/>
                  </a:lnTo>
                  <a:lnTo>
                    <a:pt x="1102288" y="40654"/>
                  </a:lnTo>
                  <a:lnTo>
                    <a:pt x="1166458" y="35270"/>
                  </a:lnTo>
                  <a:lnTo>
                    <a:pt x="1231895" y="30237"/>
                  </a:lnTo>
                  <a:lnTo>
                    <a:pt x="1298551" y="25562"/>
                  </a:lnTo>
                  <a:lnTo>
                    <a:pt x="1366378" y="21254"/>
                  </a:lnTo>
                  <a:lnTo>
                    <a:pt x="1435330" y="17319"/>
                  </a:lnTo>
                  <a:lnTo>
                    <a:pt x="1505359" y="13766"/>
                  </a:lnTo>
                  <a:lnTo>
                    <a:pt x="1576418" y="10602"/>
                  </a:lnTo>
                  <a:lnTo>
                    <a:pt x="1648459" y="7835"/>
                  </a:lnTo>
                  <a:lnTo>
                    <a:pt x="1721434" y="5473"/>
                  </a:lnTo>
                  <a:lnTo>
                    <a:pt x="1795297" y="3523"/>
                  </a:lnTo>
                  <a:lnTo>
                    <a:pt x="1870000" y="1993"/>
                  </a:lnTo>
                  <a:lnTo>
                    <a:pt x="1945495" y="891"/>
                  </a:lnTo>
                  <a:lnTo>
                    <a:pt x="2021736" y="224"/>
                  </a:lnTo>
                  <a:lnTo>
                    <a:pt x="2098674" y="0"/>
                  </a:lnTo>
                  <a:lnTo>
                    <a:pt x="2175612" y="224"/>
                  </a:lnTo>
                  <a:lnTo>
                    <a:pt x="2251852" y="891"/>
                  </a:lnTo>
                  <a:lnTo>
                    <a:pt x="2327348" y="1993"/>
                  </a:lnTo>
                  <a:lnTo>
                    <a:pt x="2402050" y="3523"/>
                  </a:lnTo>
                  <a:lnTo>
                    <a:pt x="2475913" y="5473"/>
                  </a:lnTo>
                  <a:lnTo>
                    <a:pt x="2548889" y="7835"/>
                  </a:lnTo>
                  <a:lnTo>
                    <a:pt x="2620930" y="10602"/>
                  </a:lnTo>
                  <a:lnTo>
                    <a:pt x="2691988" y="13766"/>
                  </a:lnTo>
                  <a:lnTo>
                    <a:pt x="2762018" y="17319"/>
                  </a:lnTo>
                  <a:lnTo>
                    <a:pt x="2830970" y="21254"/>
                  </a:lnTo>
                  <a:lnTo>
                    <a:pt x="2898797" y="25562"/>
                  </a:lnTo>
                  <a:lnTo>
                    <a:pt x="2965453" y="30237"/>
                  </a:lnTo>
                  <a:lnTo>
                    <a:pt x="3030890" y="35270"/>
                  </a:lnTo>
                  <a:lnTo>
                    <a:pt x="3095060" y="40654"/>
                  </a:lnTo>
                  <a:lnTo>
                    <a:pt x="3157915" y="46382"/>
                  </a:lnTo>
                  <a:lnTo>
                    <a:pt x="3219410" y="52445"/>
                  </a:lnTo>
                  <a:lnTo>
                    <a:pt x="3279495" y="58836"/>
                  </a:lnTo>
                  <a:lnTo>
                    <a:pt x="3338124" y="65547"/>
                  </a:lnTo>
                  <a:lnTo>
                    <a:pt x="3395249" y="72570"/>
                  </a:lnTo>
                  <a:lnTo>
                    <a:pt x="3450823" y="79899"/>
                  </a:lnTo>
                  <a:lnTo>
                    <a:pt x="3504799" y="87524"/>
                  </a:lnTo>
                  <a:lnTo>
                    <a:pt x="3557128" y="95439"/>
                  </a:lnTo>
                  <a:lnTo>
                    <a:pt x="3607764" y="103636"/>
                  </a:lnTo>
                  <a:lnTo>
                    <a:pt x="3656660" y="112107"/>
                  </a:lnTo>
                  <a:lnTo>
                    <a:pt x="3703767" y="120844"/>
                  </a:lnTo>
                  <a:lnTo>
                    <a:pt x="3749038" y="129840"/>
                  </a:lnTo>
                  <a:lnTo>
                    <a:pt x="3792426" y="139087"/>
                  </a:lnTo>
                  <a:lnTo>
                    <a:pt x="3833884" y="148578"/>
                  </a:lnTo>
                  <a:lnTo>
                    <a:pt x="3873363" y="158304"/>
                  </a:lnTo>
                  <a:lnTo>
                    <a:pt x="3910818" y="168259"/>
                  </a:lnTo>
                  <a:lnTo>
                    <a:pt x="3979461" y="188821"/>
                  </a:lnTo>
                  <a:lnTo>
                    <a:pt x="4039434" y="210204"/>
                  </a:lnTo>
                  <a:lnTo>
                    <a:pt x="4090357" y="232345"/>
                  </a:lnTo>
                  <a:lnTo>
                    <a:pt x="4131850" y="255184"/>
                  </a:lnTo>
                  <a:lnTo>
                    <a:pt x="4163536" y="278658"/>
                  </a:lnTo>
                  <a:lnTo>
                    <a:pt x="4191843" y="314929"/>
                  </a:lnTo>
                  <a:lnTo>
                    <a:pt x="4197348" y="339724"/>
                  </a:lnTo>
                  <a:lnTo>
                    <a:pt x="4195964" y="352179"/>
                  </a:lnTo>
                  <a:lnTo>
                    <a:pt x="4175582" y="388834"/>
                  </a:lnTo>
                  <a:lnTo>
                    <a:pt x="4131850" y="424265"/>
                  </a:lnTo>
                  <a:lnTo>
                    <a:pt x="4090357" y="447104"/>
                  </a:lnTo>
                  <a:lnTo>
                    <a:pt x="4039434" y="469245"/>
                  </a:lnTo>
                  <a:lnTo>
                    <a:pt x="3979461" y="490628"/>
                  </a:lnTo>
                  <a:lnTo>
                    <a:pt x="3910818" y="511190"/>
                  </a:lnTo>
                  <a:lnTo>
                    <a:pt x="3873363" y="521145"/>
                  </a:lnTo>
                  <a:lnTo>
                    <a:pt x="3833884" y="530871"/>
                  </a:lnTo>
                  <a:lnTo>
                    <a:pt x="3792426" y="540362"/>
                  </a:lnTo>
                  <a:lnTo>
                    <a:pt x="3749038" y="549609"/>
                  </a:lnTo>
                  <a:lnTo>
                    <a:pt x="3703767" y="558605"/>
                  </a:lnTo>
                  <a:lnTo>
                    <a:pt x="3656660" y="567342"/>
                  </a:lnTo>
                  <a:lnTo>
                    <a:pt x="3607764" y="575813"/>
                  </a:lnTo>
                  <a:lnTo>
                    <a:pt x="3557128" y="584010"/>
                  </a:lnTo>
                  <a:lnTo>
                    <a:pt x="3504799" y="591925"/>
                  </a:lnTo>
                  <a:lnTo>
                    <a:pt x="3450823" y="599550"/>
                  </a:lnTo>
                  <a:lnTo>
                    <a:pt x="3395249" y="606879"/>
                  </a:lnTo>
                  <a:lnTo>
                    <a:pt x="3338124" y="613902"/>
                  </a:lnTo>
                  <a:lnTo>
                    <a:pt x="3279495" y="620613"/>
                  </a:lnTo>
                  <a:lnTo>
                    <a:pt x="3219410" y="627004"/>
                  </a:lnTo>
                  <a:lnTo>
                    <a:pt x="3157915" y="633067"/>
                  </a:lnTo>
                  <a:lnTo>
                    <a:pt x="3095060" y="638794"/>
                  </a:lnTo>
                  <a:lnTo>
                    <a:pt x="3030890" y="644179"/>
                  </a:lnTo>
                  <a:lnTo>
                    <a:pt x="2965453" y="649212"/>
                  </a:lnTo>
                  <a:lnTo>
                    <a:pt x="2898797" y="653887"/>
                  </a:lnTo>
                  <a:lnTo>
                    <a:pt x="2830970" y="658195"/>
                  </a:lnTo>
                  <a:lnTo>
                    <a:pt x="2762018" y="662130"/>
                  </a:lnTo>
                  <a:lnTo>
                    <a:pt x="2691988" y="665683"/>
                  </a:lnTo>
                  <a:lnTo>
                    <a:pt x="2620930" y="668847"/>
                  </a:lnTo>
                  <a:lnTo>
                    <a:pt x="2548889" y="671614"/>
                  </a:lnTo>
                  <a:lnTo>
                    <a:pt x="2475913" y="673976"/>
                  </a:lnTo>
                  <a:lnTo>
                    <a:pt x="2402050" y="675926"/>
                  </a:lnTo>
                  <a:lnTo>
                    <a:pt x="2327348" y="677456"/>
                  </a:lnTo>
                  <a:lnTo>
                    <a:pt x="2251852" y="678558"/>
                  </a:lnTo>
                  <a:lnTo>
                    <a:pt x="2175612" y="679225"/>
                  </a:lnTo>
                  <a:lnTo>
                    <a:pt x="2098674" y="679449"/>
                  </a:lnTo>
                  <a:lnTo>
                    <a:pt x="2021736" y="679225"/>
                  </a:lnTo>
                  <a:lnTo>
                    <a:pt x="1945495" y="678558"/>
                  </a:lnTo>
                  <a:lnTo>
                    <a:pt x="1870000" y="677456"/>
                  </a:lnTo>
                  <a:lnTo>
                    <a:pt x="1795297" y="675926"/>
                  </a:lnTo>
                  <a:lnTo>
                    <a:pt x="1721434" y="673976"/>
                  </a:lnTo>
                  <a:lnTo>
                    <a:pt x="1648459" y="671614"/>
                  </a:lnTo>
                  <a:lnTo>
                    <a:pt x="1576418" y="668847"/>
                  </a:lnTo>
                  <a:lnTo>
                    <a:pt x="1505359" y="665683"/>
                  </a:lnTo>
                  <a:lnTo>
                    <a:pt x="1435330" y="662130"/>
                  </a:lnTo>
                  <a:lnTo>
                    <a:pt x="1366378" y="658195"/>
                  </a:lnTo>
                  <a:lnTo>
                    <a:pt x="1298551" y="653887"/>
                  </a:lnTo>
                  <a:lnTo>
                    <a:pt x="1231895" y="649212"/>
                  </a:lnTo>
                  <a:lnTo>
                    <a:pt x="1166458" y="644179"/>
                  </a:lnTo>
                  <a:lnTo>
                    <a:pt x="1102288" y="638794"/>
                  </a:lnTo>
                  <a:lnTo>
                    <a:pt x="1039433" y="633067"/>
                  </a:lnTo>
                  <a:lnTo>
                    <a:pt x="977938" y="627004"/>
                  </a:lnTo>
                  <a:lnTo>
                    <a:pt x="917853" y="620613"/>
                  </a:lnTo>
                  <a:lnTo>
                    <a:pt x="859224" y="613902"/>
                  </a:lnTo>
                  <a:lnTo>
                    <a:pt x="802099" y="606879"/>
                  </a:lnTo>
                  <a:lnTo>
                    <a:pt x="746525" y="599550"/>
                  </a:lnTo>
                  <a:lnTo>
                    <a:pt x="692549" y="591925"/>
                  </a:lnTo>
                  <a:lnTo>
                    <a:pt x="640220" y="584010"/>
                  </a:lnTo>
                  <a:lnTo>
                    <a:pt x="589584" y="575813"/>
                  </a:lnTo>
                  <a:lnTo>
                    <a:pt x="540688" y="567342"/>
                  </a:lnTo>
                  <a:lnTo>
                    <a:pt x="493581" y="558605"/>
                  </a:lnTo>
                  <a:lnTo>
                    <a:pt x="448310" y="549609"/>
                  </a:lnTo>
                  <a:lnTo>
                    <a:pt x="404922" y="540362"/>
                  </a:lnTo>
                  <a:lnTo>
                    <a:pt x="363464" y="530871"/>
                  </a:lnTo>
                  <a:lnTo>
                    <a:pt x="323984" y="521145"/>
                  </a:lnTo>
                  <a:lnTo>
                    <a:pt x="286530" y="511190"/>
                  </a:lnTo>
                  <a:lnTo>
                    <a:pt x="217887" y="490628"/>
                  </a:lnTo>
                  <a:lnTo>
                    <a:pt x="157914" y="469245"/>
                  </a:lnTo>
                  <a:lnTo>
                    <a:pt x="106991" y="447104"/>
                  </a:lnTo>
                  <a:lnTo>
                    <a:pt x="65497" y="424265"/>
                  </a:lnTo>
                  <a:lnTo>
                    <a:pt x="33812" y="400790"/>
                  </a:lnTo>
                  <a:lnTo>
                    <a:pt x="5504" y="364520"/>
                  </a:lnTo>
                  <a:lnTo>
                    <a:pt x="0" y="339724"/>
                  </a:lnTo>
                  <a:close/>
                </a:path>
              </a:pathLst>
            </a:custGeom>
            <a:ln w="28574">
              <a:solidFill>
                <a:srgbClr val="000000"/>
              </a:solidFill>
            </a:ln>
          </p:spPr>
          <p:txBody>
            <a:bodyPr wrap="square" lIns="0" tIns="0" rIns="0" bIns="0" rtlCol="0"/>
            <a:lstStyle/>
            <a:p>
              <a:endParaRPr/>
            </a:p>
          </p:txBody>
        </p:sp>
        <p:sp>
          <p:nvSpPr>
            <p:cNvPr id="26" name="object 26"/>
            <p:cNvSpPr txBox="1"/>
            <p:nvPr/>
          </p:nvSpPr>
          <p:spPr>
            <a:xfrm>
              <a:off x="1680198" y="5054126"/>
              <a:ext cx="7106284" cy="1238250"/>
            </a:xfrm>
            <a:prstGeom prst="rect">
              <a:avLst/>
            </a:prstGeom>
          </p:spPr>
          <p:txBody>
            <a:bodyPr vert="horz" wrap="square" lIns="0" tIns="192405" rIns="0" bIns="0" rtlCol="0">
              <a:spAutoFit/>
            </a:bodyPr>
            <a:lstStyle/>
            <a:p>
              <a:pPr marL="12700">
                <a:lnSpc>
                  <a:spcPct val="100000"/>
                </a:lnSpc>
                <a:spcBef>
                  <a:spcPts val="1515"/>
                </a:spcBef>
              </a:pPr>
              <a:r>
                <a:rPr sz="2800" b="1" i="1" spc="-5" dirty="0">
                  <a:solidFill>
                    <a:srgbClr val="FFFFFF"/>
                  </a:solidFill>
                  <a:latin typeface="华文新魏" panose="02010800040101010101" charset="-122"/>
                  <a:cs typeface="华文新魏" panose="02010800040101010101" charset="-122"/>
                </a:rPr>
                <a:t>选择“取款”</a:t>
              </a:r>
              <a:endParaRPr sz="2800">
                <a:latin typeface="华文新魏" panose="02010800040101010101" charset="-122"/>
                <a:cs typeface="华文新魏" panose="02010800040101010101" charset="-122"/>
              </a:endParaRPr>
            </a:p>
            <a:p>
              <a:pPr marL="4248150">
                <a:lnSpc>
                  <a:spcPct val="100000"/>
                </a:lnSpc>
                <a:spcBef>
                  <a:spcPts val="1415"/>
                </a:spcBef>
              </a:pPr>
              <a:r>
                <a:rPr sz="2800" b="1" i="1" spc="-5" dirty="0">
                  <a:solidFill>
                    <a:srgbClr val="FFFFFF"/>
                  </a:solidFill>
                  <a:latin typeface="华文新魏" panose="02010800040101010101" charset="-122"/>
                  <a:cs typeface="华文新魏" panose="02010800040101010101" charset="-122"/>
                </a:rPr>
                <a:t>选择“查询余额”</a:t>
              </a:r>
              <a:endParaRPr sz="2800">
                <a:latin typeface="华文新魏" panose="02010800040101010101" charset="-122"/>
                <a:cs typeface="华文新魏" panose="02010800040101010101" charset="-122"/>
              </a:endParaRPr>
            </a:p>
          </p:txBody>
        </p:sp>
        <p:sp>
          <p:nvSpPr>
            <p:cNvPr id="27" name="object 27"/>
            <p:cNvSpPr/>
            <p:nvPr/>
          </p:nvSpPr>
          <p:spPr>
            <a:xfrm>
              <a:off x="778932" y="3627438"/>
              <a:ext cx="3075940" cy="679450"/>
            </a:xfrm>
            <a:custGeom>
              <a:avLst/>
              <a:gdLst/>
              <a:ahLst/>
              <a:cxnLst/>
              <a:rect l="l" t="t" r="r" b="b"/>
              <a:pathLst>
                <a:path w="3075940" h="679450">
                  <a:moveTo>
                    <a:pt x="1537759" y="0"/>
                  </a:moveTo>
                  <a:lnTo>
                    <a:pt x="1463253" y="391"/>
                  </a:lnTo>
                  <a:lnTo>
                    <a:pt x="1389662" y="1555"/>
                  </a:lnTo>
                  <a:lnTo>
                    <a:pt x="1317067" y="3472"/>
                  </a:lnTo>
                  <a:lnTo>
                    <a:pt x="1245549" y="6125"/>
                  </a:lnTo>
                  <a:lnTo>
                    <a:pt x="1175187" y="9497"/>
                  </a:lnTo>
                  <a:lnTo>
                    <a:pt x="1106062" y="13569"/>
                  </a:lnTo>
                  <a:lnTo>
                    <a:pt x="1038256" y="18324"/>
                  </a:lnTo>
                  <a:lnTo>
                    <a:pt x="971848" y="23743"/>
                  </a:lnTo>
                  <a:lnTo>
                    <a:pt x="906919" y="29810"/>
                  </a:lnTo>
                  <a:lnTo>
                    <a:pt x="843550" y="36506"/>
                  </a:lnTo>
                  <a:lnTo>
                    <a:pt x="781820" y="43813"/>
                  </a:lnTo>
                  <a:lnTo>
                    <a:pt x="721812" y="51714"/>
                  </a:lnTo>
                  <a:lnTo>
                    <a:pt x="663604" y="60191"/>
                  </a:lnTo>
                  <a:lnTo>
                    <a:pt x="607279" y="69226"/>
                  </a:lnTo>
                  <a:lnTo>
                    <a:pt x="552916" y="78802"/>
                  </a:lnTo>
                  <a:lnTo>
                    <a:pt x="500596" y="88900"/>
                  </a:lnTo>
                  <a:lnTo>
                    <a:pt x="450399" y="99502"/>
                  </a:lnTo>
                  <a:lnTo>
                    <a:pt x="402406" y="110592"/>
                  </a:lnTo>
                  <a:lnTo>
                    <a:pt x="356698" y="122150"/>
                  </a:lnTo>
                  <a:lnTo>
                    <a:pt x="313355" y="134160"/>
                  </a:lnTo>
                  <a:lnTo>
                    <a:pt x="272457" y="146604"/>
                  </a:lnTo>
                  <a:lnTo>
                    <a:pt x="234086" y="159463"/>
                  </a:lnTo>
                  <a:lnTo>
                    <a:pt x="198322" y="172721"/>
                  </a:lnTo>
                  <a:lnTo>
                    <a:pt x="134936" y="200358"/>
                  </a:lnTo>
                  <a:lnTo>
                    <a:pt x="82943" y="229373"/>
                  </a:lnTo>
                  <a:lnTo>
                    <a:pt x="42989" y="259624"/>
                  </a:lnTo>
                  <a:lnTo>
                    <a:pt x="15717" y="290969"/>
                  </a:lnTo>
                  <a:lnTo>
                    <a:pt x="0" y="339725"/>
                  </a:lnTo>
                  <a:lnTo>
                    <a:pt x="1773" y="356184"/>
                  </a:lnTo>
                  <a:lnTo>
                    <a:pt x="27728" y="404280"/>
                  </a:lnTo>
                  <a:lnTo>
                    <a:pt x="61421" y="435096"/>
                  </a:lnTo>
                  <a:lnTo>
                    <a:pt x="107475" y="464746"/>
                  </a:lnTo>
                  <a:lnTo>
                    <a:pt x="165245" y="493090"/>
                  </a:lnTo>
                  <a:lnTo>
                    <a:pt x="234086" y="519985"/>
                  </a:lnTo>
                  <a:lnTo>
                    <a:pt x="272457" y="532844"/>
                  </a:lnTo>
                  <a:lnTo>
                    <a:pt x="313355" y="545288"/>
                  </a:lnTo>
                  <a:lnTo>
                    <a:pt x="356698" y="557297"/>
                  </a:lnTo>
                  <a:lnTo>
                    <a:pt x="402406" y="568856"/>
                  </a:lnTo>
                  <a:lnTo>
                    <a:pt x="450399" y="579946"/>
                  </a:lnTo>
                  <a:lnTo>
                    <a:pt x="500596" y="590548"/>
                  </a:lnTo>
                  <a:lnTo>
                    <a:pt x="552916" y="600646"/>
                  </a:lnTo>
                  <a:lnTo>
                    <a:pt x="607279" y="610222"/>
                  </a:lnTo>
                  <a:lnTo>
                    <a:pt x="663604" y="619257"/>
                  </a:lnTo>
                  <a:lnTo>
                    <a:pt x="721812" y="627734"/>
                  </a:lnTo>
                  <a:lnTo>
                    <a:pt x="781820" y="635635"/>
                  </a:lnTo>
                  <a:lnTo>
                    <a:pt x="843550" y="642942"/>
                  </a:lnTo>
                  <a:lnTo>
                    <a:pt x="906919" y="649638"/>
                  </a:lnTo>
                  <a:lnTo>
                    <a:pt x="971848" y="655705"/>
                  </a:lnTo>
                  <a:lnTo>
                    <a:pt x="1038256" y="661124"/>
                  </a:lnTo>
                  <a:lnTo>
                    <a:pt x="1106062" y="665879"/>
                  </a:lnTo>
                  <a:lnTo>
                    <a:pt x="1175187" y="669951"/>
                  </a:lnTo>
                  <a:lnTo>
                    <a:pt x="1245549" y="673323"/>
                  </a:lnTo>
                  <a:lnTo>
                    <a:pt x="1317067" y="675976"/>
                  </a:lnTo>
                  <a:lnTo>
                    <a:pt x="1389662" y="677893"/>
                  </a:lnTo>
                  <a:lnTo>
                    <a:pt x="1463253" y="679056"/>
                  </a:lnTo>
                  <a:lnTo>
                    <a:pt x="1537759" y="679448"/>
                  </a:lnTo>
                  <a:lnTo>
                    <a:pt x="1612264" y="679056"/>
                  </a:lnTo>
                  <a:lnTo>
                    <a:pt x="1685855" y="677893"/>
                  </a:lnTo>
                  <a:lnTo>
                    <a:pt x="1758450" y="675976"/>
                  </a:lnTo>
                  <a:lnTo>
                    <a:pt x="1829969" y="673323"/>
                  </a:lnTo>
                  <a:lnTo>
                    <a:pt x="1900330" y="669951"/>
                  </a:lnTo>
                  <a:lnTo>
                    <a:pt x="1969455" y="665879"/>
                  </a:lnTo>
                  <a:lnTo>
                    <a:pt x="2037261" y="661124"/>
                  </a:lnTo>
                  <a:lnTo>
                    <a:pt x="2103669" y="655705"/>
                  </a:lnTo>
                  <a:lnTo>
                    <a:pt x="2168598" y="649638"/>
                  </a:lnTo>
                  <a:lnTo>
                    <a:pt x="2231968" y="642942"/>
                  </a:lnTo>
                  <a:lnTo>
                    <a:pt x="2293697" y="635635"/>
                  </a:lnTo>
                  <a:lnTo>
                    <a:pt x="2353705" y="627734"/>
                  </a:lnTo>
                  <a:lnTo>
                    <a:pt x="2411913" y="619257"/>
                  </a:lnTo>
                  <a:lnTo>
                    <a:pt x="2468238" y="610222"/>
                  </a:lnTo>
                  <a:lnTo>
                    <a:pt x="2522601" y="600646"/>
                  </a:lnTo>
                  <a:lnTo>
                    <a:pt x="2574921" y="590548"/>
                  </a:lnTo>
                  <a:lnTo>
                    <a:pt x="2625118" y="579946"/>
                  </a:lnTo>
                  <a:lnTo>
                    <a:pt x="2673111" y="568856"/>
                  </a:lnTo>
                  <a:lnTo>
                    <a:pt x="2718819" y="557297"/>
                  </a:lnTo>
                  <a:lnTo>
                    <a:pt x="2762162" y="545288"/>
                  </a:lnTo>
                  <a:lnTo>
                    <a:pt x="2803059" y="532844"/>
                  </a:lnTo>
                  <a:lnTo>
                    <a:pt x="2841430" y="519985"/>
                  </a:lnTo>
                  <a:lnTo>
                    <a:pt x="2877194" y="506728"/>
                  </a:lnTo>
                  <a:lnTo>
                    <a:pt x="2940581" y="479091"/>
                  </a:lnTo>
                  <a:lnTo>
                    <a:pt x="2992573" y="450075"/>
                  </a:lnTo>
                  <a:lnTo>
                    <a:pt x="3032527" y="419825"/>
                  </a:lnTo>
                  <a:lnTo>
                    <a:pt x="3059799" y="388480"/>
                  </a:lnTo>
                  <a:lnTo>
                    <a:pt x="3075517" y="339725"/>
                  </a:lnTo>
                  <a:lnTo>
                    <a:pt x="3073743" y="323264"/>
                  </a:lnTo>
                  <a:lnTo>
                    <a:pt x="3047789" y="275169"/>
                  </a:lnTo>
                  <a:lnTo>
                    <a:pt x="3014095" y="244353"/>
                  </a:lnTo>
                  <a:lnTo>
                    <a:pt x="2968041" y="214702"/>
                  </a:lnTo>
                  <a:lnTo>
                    <a:pt x="2910271" y="186358"/>
                  </a:lnTo>
                  <a:lnTo>
                    <a:pt x="2841430" y="159463"/>
                  </a:lnTo>
                  <a:lnTo>
                    <a:pt x="2803059" y="146604"/>
                  </a:lnTo>
                  <a:lnTo>
                    <a:pt x="2762162" y="134160"/>
                  </a:lnTo>
                  <a:lnTo>
                    <a:pt x="2718819" y="122150"/>
                  </a:lnTo>
                  <a:lnTo>
                    <a:pt x="2673111" y="110592"/>
                  </a:lnTo>
                  <a:lnTo>
                    <a:pt x="2625118" y="99502"/>
                  </a:lnTo>
                  <a:lnTo>
                    <a:pt x="2574921" y="88900"/>
                  </a:lnTo>
                  <a:lnTo>
                    <a:pt x="2522601" y="78802"/>
                  </a:lnTo>
                  <a:lnTo>
                    <a:pt x="2468238" y="69226"/>
                  </a:lnTo>
                  <a:lnTo>
                    <a:pt x="2411913" y="60191"/>
                  </a:lnTo>
                  <a:lnTo>
                    <a:pt x="2353705" y="51714"/>
                  </a:lnTo>
                  <a:lnTo>
                    <a:pt x="2293697" y="43813"/>
                  </a:lnTo>
                  <a:lnTo>
                    <a:pt x="2231968" y="36506"/>
                  </a:lnTo>
                  <a:lnTo>
                    <a:pt x="2168598" y="29810"/>
                  </a:lnTo>
                  <a:lnTo>
                    <a:pt x="2103669" y="23743"/>
                  </a:lnTo>
                  <a:lnTo>
                    <a:pt x="2037261" y="18324"/>
                  </a:lnTo>
                  <a:lnTo>
                    <a:pt x="1969455" y="13569"/>
                  </a:lnTo>
                  <a:lnTo>
                    <a:pt x="1900330" y="9497"/>
                  </a:lnTo>
                  <a:lnTo>
                    <a:pt x="1829969" y="6125"/>
                  </a:lnTo>
                  <a:lnTo>
                    <a:pt x="1758450" y="3472"/>
                  </a:lnTo>
                  <a:lnTo>
                    <a:pt x="1685855" y="1555"/>
                  </a:lnTo>
                  <a:lnTo>
                    <a:pt x="1612264" y="391"/>
                  </a:lnTo>
                  <a:lnTo>
                    <a:pt x="1537759" y="0"/>
                  </a:lnTo>
                  <a:close/>
                </a:path>
              </a:pathLst>
            </a:custGeom>
            <a:solidFill>
              <a:srgbClr val="7A4779"/>
            </a:solidFill>
          </p:spPr>
          <p:txBody>
            <a:bodyPr wrap="square" lIns="0" tIns="0" rIns="0" bIns="0" rtlCol="0"/>
            <a:lstStyle/>
            <a:p>
              <a:endParaRPr/>
            </a:p>
          </p:txBody>
        </p:sp>
        <p:sp>
          <p:nvSpPr>
            <p:cNvPr id="28" name="object 28"/>
            <p:cNvSpPr/>
            <p:nvPr/>
          </p:nvSpPr>
          <p:spPr>
            <a:xfrm>
              <a:off x="778932" y="3627438"/>
              <a:ext cx="3075940" cy="679450"/>
            </a:xfrm>
            <a:custGeom>
              <a:avLst/>
              <a:gdLst/>
              <a:ahLst/>
              <a:cxnLst/>
              <a:rect l="l" t="t" r="r" b="b"/>
              <a:pathLst>
                <a:path w="3075940" h="679450">
                  <a:moveTo>
                    <a:pt x="0" y="339724"/>
                  </a:moveTo>
                  <a:lnTo>
                    <a:pt x="15717" y="290969"/>
                  </a:lnTo>
                  <a:lnTo>
                    <a:pt x="42989" y="259624"/>
                  </a:lnTo>
                  <a:lnTo>
                    <a:pt x="82943" y="229373"/>
                  </a:lnTo>
                  <a:lnTo>
                    <a:pt x="134936" y="200358"/>
                  </a:lnTo>
                  <a:lnTo>
                    <a:pt x="198322" y="172721"/>
                  </a:lnTo>
                  <a:lnTo>
                    <a:pt x="234086" y="159464"/>
                  </a:lnTo>
                  <a:lnTo>
                    <a:pt x="272457" y="146604"/>
                  </a:lnTo>
                  <a:lnTo>
                    <a:pt x="313355" y="134161"/>
                  </a:lnTo>
                  <a:lnTo>
                    <a:pt x="356698" y="122151"/>
                  </a:lnTo>
                  <a:lnTo>
                    <a:pt x="402406" y="110592"/>
                  </a:lnTo>
                  <a:lnTo>
                    <a:pt x="450399" y="99503"/>
                  </a:lnTo>
                  <a:lnTo>
                    <a:pt x="500595" y="88900"/>
                  </a:lnTo>
                  <a:lnTo>
                    <a:pt x="552916" y="78802"/>
                  </a:lnTo>
                  <a:lnTo>
                    <a:pt x="607279" y="69227"/>
                  </a:lnTo>
                  <a:lnTo>
                    <a:pt x="663604" y="60191"/>
                  </a:lnTo>
                  <a:lnTo>
                    <a:pt x="721811" y="51714"/>
                  </a:lnTo>
                  <a:lnTo>
                    <a:pt x="781820" y="43813"/>
                  </a:lnTo>
                  <a:lnTo>
                    <a:pt x="843549" y="36506"/>
                  </a:lnTo>
                  <a:lnTo>
                    <a:pt x="906918" y="29810"/>
                  </a:lnTo>
                  <a:lnTo>
                    <a:pt x="971847" y="23743"/>
                  </a:lnTo>
                  <a:lnTo>
                    <a:pt x="1038255" y="18324"/>
                  </a:lnTo>
                  <a:lnTo>
                    <a:pt x="1106062" y="13569"/>
                  </a:lnTo>
                  <a:lnTo>
                    <a:pt x="1175186" y="9497"/>
                  </a:lnTo>
                  <a:lnTo>
                    <a:pt x="1245548" y="6125"/>
                  </a:lnTo>
                  <a:lnTo>
                    <a:pt x="1317067" y="3472"/>
                  </a:lnTo>
                  <a:lnTo>
                    <a:pt x="1389662" y="1555"/>
                  </a:lnTo>
                  <a:lnTo>
                    <a:pt x="1463252" y="391"/>
                  </a:lnTo>
                  <a:lnTo>
                    <a:pt x="1537758" y="0"/>
                  </a:lnTo>
                  <a:lnTo>
                    <a:pt x="1612264" y="391"/>
                  </a:lnTo>
                  <a:lnTo>
                    <a:pt x="1685855" y="1555"/>
                  </a:lnTo>
                  <a:lnTo>
                    <a:pt x="1758449" y="3472"/>
                  </a:lnTo>
                  <a:lnTo>
                    <a:pt x="1829968" y="6125"/>
                  </a:lnTo>
                  <a:lnTo>
                    <a:pt x="1900330" y="9497"/>
                  </a:lnTo>
                  <a:lnTo>
                    <a:pt x="1969454" y="13569"/>
                  </a:lnTo>
                  <a:lnTo>
                    <a:pt x="2037261" y="18324"/>
                  </a:lnTo>
                  <a:lnTo>
                    <a:pt x="2103669" y="23743"/>
                  </a:lnTo>
                  <a:lnTo>
                    <a:pt x="2168598" y="29810"/>
                  </a:lnTo>
                  <a:lnTo>
                    <a:pt x="2231967" y="36506"/>
                  </a:lnTo>
                  <a:lnTo>
                    <a:pt x="2293696" y="43813"/>
                  </a:lnTo>
                  <a:lnTo>
                    <a:pt x="2353705" y="51714"/>
                  </a:lnTo>
                  <a:lnTo>
                    <a:pt x="2411912" y="60191"/>
                  </a:lnTo>
                  <a:lnTo>
                    <a:pt x="2468238" y="69227"/>
                  </a:lnTo>
                  <a:lnTo>
                    <a:pt x="2522601" y="78802"/>
                  </a:lnTo>
                  <a:lnTo>
                    <a:pt x="2574921" y="88900"/>
                  </a:lnTo>
                  <a:lnTo>
                    <a:pt x="2625118" y="99503"/>
                  </a:lnTo>
                  <a:lnTo>
                    <a:pt x="2673110" y="110592"/>
                  </a:lnTo>
                  <a:lnTo>
                    <a:pt x="2718819" y="122151"/>
                  </a:lnTo>
                  <a:lnTo>
                    <a:pt x="2762162" y="134161"/>
                  </a:lnTo>
                  <a:lnTo>
                    <a:pt x="2803059" y="146604"/>
                  </a:lnTo>
                  <a:lnTo>
                    <a:pt x="2841430" y="159464"/>
                  </a:lnTo>
                  <a:lnTo>
                    <a:pt x="2877194" y="172721"/>
                  </a:lnTo>
                  <a:lnTo>
                    <a:pt x="2940581" y="200358"/>
                  </a:lnTo>
                  <a:lnTo>
                    <a:pt x="2992573" y="229373"/>
                  </a:lnTo>
                  <a:lnTo>
                    <a:pt x="3032527" y="259624"/>
                  </a:lnTo>
                  <a:lnTo>
                    <a:pt x="3059799" y="290969"/>
                  </a:lnTo>
                  <a:lnTo>
                    <a:pt x="3075517" y="339724"/>
                  </a:lnTo>
                  <a:lnTo>
                    <a:pt x="3073743" y="356184"/>
                  </a:lnTo>
                  <a:lnTo>
                    <a:pt x="3047789" y="404280"/>
                  </a:lnTo>
                  <a:lnTo>
                    <a:pt x="3014095" y="435096"/>
                  </a:lnTo>
                  <a:lnTo>
                    <a:pt x="2968041" y="464747"/>
                  </a:lnTo>
                  <a:lnTo>
                    <a:pt x="2910271" y="493090"/>
                  </a:lnTo>
                  <a:lnTo>
                    <a:pt x="2841430" y="519985"/>
                  </a:lnTo>
                  <a:lnTo>
                    <a:pt x="2803059" y="532844"/>
                  </a:lnTo>
                  <a:lnTo>
                    <a:pt x="2762162" y="545288"/>
                  </a:lnTo>
                  <a:lnTo>
                    <a:pt x="2718819" y="557298"/>
                  </a:lnTo>
                  <a:lnTo>
                    <a:pt x="2673110" y="568857"/>
                  </a:lnTo>
                  <a:lnTo>
                    <a:pt x="2625118" y="579946"/>
                  </a:lnTo>
                  <a:lnTo>
                    <a:pt x="2574921" y="590549"/>
                  </a:lnTo>
                  <a:lnTo>
                    <a:pt x="2522601" y="600647"/>
                  </a:lnTo>
                  <a:lnTo>
                    <a:pt x="2468238" y="610222"/>
                  </a:lnTo>
                  <a:lnTo>
                    <a:pt x="2411912" y="619257"/>
                  </a:lnTo>
                  <a:lnTo>
                    <a:pt x="2353705" y="627734"/>
                  </a:lnTo>
                  <a:lnTo>
                    <a:pt x="2293696" y="635635"/>
                  </a:lnTo>
                  <a:lnTo>
                    <a:pt x="2231967" y="642943"/>
                  </a:lnTo>
                  <a:lnTo>
                    <a:pt x="2168598" y="649639"/>
                  </a:lnTo>
                  <a:lnTo>
                    <a:pt x="2103669" y="655706"/>
                  </a:lnTo>
                  <a:lnTo>
                    <a:pt x="2037261" y="661125"/>
                  </a:lnTo>
                  <a:lnTo>
                    <a:pt x="1969454" y="665880"/>
                  </a:lnTo>
                  <a:lnTo>
                    <a:pt x="1900330" y="669952"/>
                  </a:lnTo>
                  <a:lnTo>
                    <a:pt x="1829968" y="673323"/>
                  </a:lnTo>
                  <a:lnTo>
                    <a:pt x="1758449" y="675977"/>
                  </a:lnTo>
                  <a:lnTo>
                    <a:pt x="1685855" y="677894"/>
                  </a:lnTo>
                  <a:lnTo>
                    <a:pt x="1612264" y="679057"/>
                  </a:lnTo>
                  <a:lnTo>
                    <a:pt x="1537758" y="679449"/>
                  </a:lnTo>
                  <a:lnTo>
                    <a:pt x="1463252" y="679057"/>
                  </a:lnTo>
                  <a:lnTo>
                    <a:pt x="1389662" y="677894"/>
                  </a:lnTo>
                  <a:lnTo>
                    <a:pt x="1317067" y="675977"/>
                  </a:lnTo>
                  <a:lnTo>
                    <a:pt x="1245548" y="673323"/>
                  </a:lnTo>
                  <a:lnTo>
                    <a:pt x="1175186" y="669952"/>
                  </a:lnTo>
                  <a:lnTo>
                    <a:pt x="1106062" y="665880"/>
                  </a:lnTo>
                  <a:lnTo>
                    <a:pt x="1038255" y="661125"/>
                  </a:lnTo>
                  <a:lnTo>
                    <a:pt x="971847" y="655706"/>
                  </a:lnTo>
                  <a:lnTo>
                    <a:pt x="906918" y="649639"/>
                  </a:lnTo>
                  <a:lnTo>
                    <a:pt x="843549" y="642943"/>
                  </a:lnTo>
                  <a:lnTo>
                    <a:pt x="781820" y="635635"/>
                  </a:lnTo>
                  <a:lnTo>
                    <a:pt x="721811" y="627734"/>
                  </a:lnTo>
                  <a:lnTo>
                    <a:pt x="663604" y="619257"/>
                  </a:lnTo>
                  <a:lnTo>
                    <a:pt x="607279" y="610222"/>
                  </a:lnTo>
                  <a:lnTo>
                    <a:pt x="552916" y="600647"/>
                  </a:lnTo>
                  <a:lnTo>
                    <a:pt x="500595" y="590549"/>
                  </a:lnTo>
                  <a:lnTo>
                    <a:pt x="450399" y="579946"/>
                  </a:lnTo>
                  <a:lnTo>
                    <a:pt x="402406" y="568857"/>
                  </a:lnTo>
                  <a:lnTo>
                    <a:pt x="356698" y="557298"/>
                  </a:lnTo>
                  <a:lnTo>
                    <a:pt x="313355" y="545288"/>
                  </a:lnTo>
                  <a:lnTo>
                    <a:pt x="272457" y="532844"/>
                  </a:lnTo>
                  <a:lnTo>
                    <a:pt x="234086" y="519985"/>
                  </a:lnTo>
                  <a:lnTo>
                    <a:pt x="198322" y="506728"/>
                  </a:lnTo>
                  <a:lnTo>
                    <a:pt x="134936" y="479091"/>
                  </a:lnTo>
                  <a:lnTo>
                    <a:pt x="82943" y="450076"/>
                  </a:lnTo>
                  <a:lnTo>
                    <a:pt x="42989" y="419825"/>
                  </a:lnTo>
                  <a:lnTo>
                    <a:pt x="15717" y="388480"/>
                  </a:lnTo>
                  <a:lnTo>
                    <a:pt x="0" y="339724"/>
                  </a:lnTo>
                  <a:close/>
                </a:path>
              </a:pathLst>
            </a:custGeom>
            <a:ln w="28574">
              <a:solidFill>
                <a:srgbClr val="000000"/>
              </a:solidFill>
            </a:ln>
          </p:spPr>
          <p:txBody>
            <a:bodyPr wrap="square" lIns="0" tIns="0" rIns="0" bIns="0" rtlCol="0"/>
            <a:lstStyle/>
            <a:p>
              <a:endParaRPr/>
            </a:p>
          </p:txBody>
        </p:sp>
        <p:sp>
          <p:nvSpPr>
            <p:cNvPr id="29" name="object 29"/>
            <p:cNvSpPr txBox="1"/>
            <p:nvPr/>
          </p:nvSpPr>
          <p:spPr>
            <a:xfrm>
              <a:off x="1232507" y="3695542"/>
              <a:ext cx="2159000" cy="452120"/>
            </a:xfrm>
            <a:prstGeom prst="rect">
              <a:avLst/>
            </a:prstGeom>
          </p:spPr>
          <p:txBody>
            <a:bodyPr vert="horz" wrap="square" lIns="0" tIns="12700" rIns="0" bIns="0" rtlCol="0">
              <a:spAutoFit/>
            </a:bodyPr>
            <a:lstStyle/>
            <a:p>
              <a:pPr marL="12700">
                <a:lnSpc>
                  <a:spcPct val="100000"/>
                </a:lnSpc>
                <a:spcBef>
                  <a:spcPts val="100"/>
                </a:spcBef>
              </a:pPr>
              <a:r>
                <a:rPr sz="2800" b="1" i="1" spc="-5" dirty="0">
                  <a:solidFill>
                    <a:srgbClr val="FFFFFF"/>
                  </a:solidFill>
                  <a:latin typeface="华文新魏" panose="02010800040101010101" charset="-122"/>
                  <a:cs typeface="华文新魏" panose="02010800040101010101" charset="-122"/>
                </a:rPr>
                <a:t>选择“转账”</a:t>
              </a:r>
              <a:endParaRPr sz="2800">
                <a:latin typeface="华文新魏" panose="02010800040101010101" charset="-122"/>
                <a:cs typeface="华文新魏" panose="02010800040101010101" charset="-122"/>
              </a:endParaRPr>
            </a:p>
          </p:txBody>
        </p:sp>
        <p:sp>
          <p:nvSpPr>
            <p:cNvPr id="30" name="object 30"/>
            <p:cNvSpPr/>
            <p:nvPr/>
          </p:nvSpPr>
          <p:spPr>
            <a:xfrm>
              <a:off x="7628466" y="2641600"/>
              <a:ext cx="4055745" cy="751205"/>
            </a:xfrm>
            <a:custGeom>
              <a:avLst/>
              <a:gdLst/>
              <a:ahLst/>
              <a:cxnLst/>
              <a:rect l="l" t="t" r="r" b="b"/>
              <a:pathLst>
                <a:path w="4055745" h="751205">
                  <a:moveTo>
                    <a:pt x="2027767" y="0"/>
                  </a:moveTo>
                  <a:lnTo>
                    <a:pt x="1876432" y="1029"/>
                  </a:lnTo>
                  <a:lnTo>
                    <a:pt x="1728118" y="4070"/>
                  </a:lnTo>
                  <a:lnTo>
                    <a:pt x="1583217" y="9050"/>
                  </a:lnTo>
                  <a:lnTo>
                    <a:pt x="1442121" y="15895"/>
                  </a:lnTo>
                  <a:lnTo>
                    <a:pt x="1305222" y="24534"/>
                  </a:lnTo>
                  <a:lnTo>
                    <a:pt x="1172912" y="34894"/>
                  </a:lnTo>
                  <a:lnTo>
                    <a:pt x="1045583" y="46902"/>
                  </a:lnTo>
                  <a:lnTo>
                    <a:pt x="923627" y="60486"/>
                  </a:lnTo>
                  <a:lnTo>
                    <a:pt x="807436" y="75573"/>
                  </a:lnTo>
                  <a:lnTo>
                    <a:pt x="751625" y="83657"/>
                  </a:lnTo>
                  <a:lnTo>
                    <a:pt x="697403" y="92090"/>
                  </a:lnTo>
                  <a:lnTo>
                    <a:pt x="644818" y="100862"/>
                  </a:lnTo>
                  <a:lnTo>
                    <a:pt x="593919" y="109965"/>
                  </a:lnTo>
                  <a:lnTo>
                    <a:pt x="544756" y="119388"/>
                  </a:lnTo>
                  <a:lnTo>
                    <a:pt x="497377" y="129125"/>
                  </a:lnTo>
                  <a:lnTo>
                    <a:pt x="451831" y="139164"/>
                  </a:lnTo>
                  <a:lnTo>
                    <a:pt x="408168" y="149497"/>
                  </a:lnTo>
                  <a:lnTo>
                    <a:pt x="366437" y="160116"/>
                  </a:lnTo>
                  <a:lnTo>
                    <a:pt x="326686" y="171010"/>
                  </a:lnTo>
                  <a:lnTo>
                    <a:pt x="288964" y="182172"/>
                  </a:lnTo>
                  <a:lnTo>
                    <a:pt x="219805" y="205258"/>
                  </a:lnTo>
                  <a:lnTo>
                    <a:pt x="159352" y="229304"/>
                  </a:lnTo>
                  <a:lnTo>
                    <a:pt x="107997" y="254235"/>
                  </a:lnTo>
                  <a:lnTo>
                    <a:pt x="66132" y="279980"/>
                  </a:lnTo>
                  <a:lnTo>
                    <a:pt x="34149" y="306465"/>
                  </a:lnTo>
                  <a:lnTo>
                    <a:pt x="5561" y="347423"/>
                  </a:lnTo>
                  <a:lnTo>
                    <a:pt x="0" y="375443"/>
                  </a:lnTo>
                  <a:lnTo>
                    <a:pt x="1398" y="389519"/>
                  </a:lnTo>
                  <a:lnTo>
                    <a:pt x="21986" y="430924"/>
                  </a:lnTo>
                  <a:lnTo>
                    <a:pt x="66132" y="470907"/>
                  </a:lnTo>
                  <a:lnTo>
                    <a:pt x="107997" y="496652"/>
                  </a:lnTo>
                  <a:lnTo>
                    <a:pt x="159352" y="521584"/>
                  </a:lnTo>
                  <a:lnTo>
                    <a:pt x="219805" y="545629"/>
                  </a:lnTo>
                  <a:lnTo>
                    <a:pt x="288964" y="568716"/>
                  </a:lnTo>
                  <a:lnTo>
                    <a:pt x="326686" y="579877"/>
                  </a:lnTo>
                  <a:lnTo>
                    <a:pt x="366437" y="590772"/>
                  </a:lnTo>
                  <a:lnTo>
                    <a:pt x="408168" y="601390"/>
                  </a:lnTo>
                  <a:lnTo>
                    <a:pt x="451831" y="611724"/>
                  </a:lnTo>
                  <a:lnTo>
                    <a:pt x="497377" y="621763"/>
                  </a:lnTo>
                  <a:lnTo>
                    <a:pt x="544756" y="631499"/>
                  </a:lnTo>
                  <a:lnTo>
                    <a:pt x="593919" y="640923"/>
                  </a:lnTo>
                  <a:lnTo>
                    <a:pt x="644818" y="650026"/>
                  </a:lnTo>
                  <a:lnTo>
                    <a:pt x="697403" y="658798"/>
                  </a:lnTo>
                  <a:lnTo>
                    <a:pt x="751625" y="667231"/>
                  </a:lnTo>
                  <a:lnTo>
                    <a:pt x="807436" y="675315"/>
                  </a:lnTo>
                  <a:lnTo>
                    <a:pt x="923627" y="690402"/>
                  </a:lnTo>
                  <a:lnTo>
                    <a:pt x="1045583" y="703985"/>
                  </a:lnTo>
                  <a:lnTo>
                    <a:pt x="1172912" y="715994"/>
                  </a:lnTo>
                  <a:lnTo>
                    <a:pt x="1305222" y="726353"/>
                  </a:lnTo>
                  <a:lnTo>
                    <a:pt x="1442121" y="734992"/>
                  </a:lnTo>
                  <a:lnTo>
                    <a:pt x="1583217" y="741838"/>
                  </a:lnTo>
                  <a:lnTo>
                    <a:pt x="1728118" y="746817"/>
                  </a:lnTo>
                  <a:lnTo>
                    <a:pt x="1876432" y="749858"/>
                  </a:lnTo>
                  <a:lnTo>
                    <a:pt x="2027767" y="750888"/>
                  </a:lnTo>
                  <a:lnTo>
                    <a:pt x="2179101" y="749858"/>
                  </a:lnTo>
                  <a:lnTo>
                    <a:pt x="2327415" y="746817"/>
                  </a:lnTo>
                  <a:lnTo>
                    <a:pt x="2472316" y="741838"/>
                  </a:lnTo>
                  <a:lnTo>
                    <a:pt x="2613412" y="734992"/>
                  </a:lnTo>
                  <a:lnTo>
                    <a:pt x="2750312" y="726353"/>
                  </a:lnTo>
                  <a:lnTo>
                    <a:pt x="2882622" y="715994"/>
                  </a:lnTo>
                  <a:lnTo>
                    <a:pt x="3009951" y="703985"/>
                  </a:lnTo>
                  <a:lnTo>
                    <a:pt x="3131907" y="690402"/>
                  </a:lnTo>
                  <a:lnTo>
                    <a:pt x="3248097" y="675315"/>
                  </a:lnTo>
                  <a:lnTo>
                    <a:pt x="3303908" y="667231"/>
                  </a:lnTo>
                  <a:lnTo>
                    <a:pt x="3358130" y="658798"/>
                  </a:lnTo>
                  <a:lnTo>
                    <a:pt x="3410715" y="650026"/>
                  </a:lnTo>
                  <a:lnTo>
                    <a:pt x="3461614" y="640923"/>
                  </a:lnTo>
                  <a:lnTo>
                    <a:pt x="3510777" y="631499"/>
                  </a:lnTo>
                  <a:lnTo>
                    <a:pt x="3558156" y="621763"/>
                  </a:lnTo>
                  <a:lnTo>
                    <a:pt x="3603701" y="611724"/>
                  </a:lnTo>
                  <a:lnTo>
                    <a:pt x="3647364" y="601390"/>
                  </a:lnTo>
                  <a:lnTo>
                    <a:pt x="3689096" y="590772"/>
                  </a:lnTo>
                  <a:lnTo>
                    <a:pt x="3728847" y="579877"/>
                  </a:lnTo>
                  <a:lnTo>
                    <a:pt x="3766569" y="568716"/>
                  </a:lnTo>
                  <a:lnTo>
                    <a:pt x="3835728" y="545629"/>
                  </a:lnTo>
                  <a:lnTo>
                    <a:pt x="3896181" y="521584"/>
                  </a:lnTo>
                  <a:lnTo>
                    <a:pt x="3947536" y="496652"/>
                  </a:lnTo>
                  <a:lnTo>
                    <a:pt x="3989401" y="470907"/>
                  </a:lnTo>
                  <a:lnTo>
                    <a:pt x="4021383" y="444422"/>
                  </a:lnTo>
                  <a:lnTo>
                    <a:pt x="4049971" y="403463"/>
                  </a:lnTo>
                  <a:lnTo>
                    <a:pt x="4055532" y="375443"/>
                  </a:lnTo>
                  <a:lnTo>
                    <a:pt x="4054134" y="361368"/>
                  </a:lnTo>
                  <a:lnTo>
                    <a:pt x="4033546" y="319963"/>
                  </a:lnTo>
                  <a:lnTo>
                    <a:pt x="3989401" y="279980"/>
                  </a:lnTo>
                  <a:lnTo>
                    <a:pt x="3947536" y="254235"/>
                  </a:lnTo>
                  <a:lnTo>
                    <a:pt x="3896181" y="229304"/>
                  </a:lnTo>
                  <a:lnTo>
                    <a:pt x="3835728" y="205258"/>
                  </a:lnTo>
                  <a:lnTo>
                    <a:pt x="3766569" y="182172"/>
                  </a:lnTo>
                  <a:lnTo>
                    <a:pt x="3728847" y="171010"/>
                  </a:lnTo>
                  <a:lnTo>
                    <a:pt x="3689096" y="160116"/>
                  </a:lnTo>
                  <a:lnTo>
                    <a:pt x="3647364" y="149497"/>
                  </a:lnTo>
                  <a:lnTo>
                    <a:pt x="3603701" y="139164"/>
                  </a:lnTo>
                  <a:lnTo>
                    <a:pt x="3558156" y="129125"/>
                  </a:lnTo>
                  <a:lnTo>
                    <a:pt x="3510777" y="119388"/>
                  </a:lnTo>
                  <a:lnTo>
                    <a:pt x="3461614" y="109965"/>
                  </a:lnTo>
                  <a:lnTo>
                    <a:pt x="3410715" y="100862"/>
                  </a:lnTo>
                  <a:lnTo>
                    <a:pt x="3358130" y="92090"/>
                  </a:lnTo>
                  <a:lnTo>
                    <a:pt x="3303908" y="83657"/>
                  </a:lnTo>
                  <a:lnTo>
                    <a:pt x="3248097" y="75573"/>
                  </a:lnTo>
                  <a:lnTo>
                    <a:pt x="3131907" y="60486"/>
                  </a:lnTo>
                  <a:lnTo>
                    <a:pt x="3009951" y="46902"/>
                  </a:lnTo>
                  <a:lnTo>
                    <a:pt x="2882622" y="34894"/>
                  </a:lnTo>
                  <a:lnTo>
                    <a:pt x="2750312" y="24534"/>
                  </a:lnTo>
                  <a:lnTo>
                    <a:pt x="2613412" y="15895"/>
                  </a:lnTo>
                  <a:lnTo>
                    <a:pt x="2472316" y="9050"/>
                  </a:lnTo>
                  <a:lnTo>
                    <a:pt x="2327415" y="4070"/>
                  </a:lnTo>
                  <a:lnTo>
                    <a:pt x="2253660" y="2303"/>
                  </a:lnTo>
                  <a:lnTo>
                    <a:pt x="2179101" y="1029"/>
                  </a:lnTo>
                  <a:lnTo>
                    <a:pt x="2103787" y="258"/>
                  </a:lnTo>
                  <a:lnTo>
                    <a:pt x="2027767" y="0"/>
                  </a:lnTo>
                  <a:close/>
                </a:path>
              </a:pathLst>
            </a:custGeom>
            <a:solidFill>
              <a:srgbClr val="7A4779"/>
            </a:solidFill>
          </p:spPr>
          <p:txBody>
            <a:bodyPr wrap="square" lIns="0" tIns="0" rIns="0" bIns="0" rtlCol="0"/>
            <a:lstStyle/>
            <a:p>
              <a:endParaRPr/>
            </a:p>
          </p:txBody>
        </p:sp>
        <p:sp>
          <p:nvSpPr>
            <p:cNvPr id="31" name="object 31"/>
            <p:cNvSpPr/>
            <p:nvPr/>
          </p:nvSpPr>
          <p:spPr>
            <a:xfrm>
              <a:off x="7628465" y="2641600"/>
              <a:ext cx="4055745" cy="751205"/>
            </a:xfrm>
            <a:custGeom>
              <a:avLst/>
              <a:gdLst/>
              <a:ahLst/>
              <a:cxnLst/>
              <a:rect l="l" t="t" r="r" b="b"/>
              <a:pathLst>
                <a:path w="4055745" h="751205">
                  <a:moveTo>
                    <a:pt x="0" y="375443"/>
                  </a:moveTo>
                  <a:lnTo>
                    <a:pt x="12440" y="333619"/>
                  </a:lnTo>
                  <a:lnTo>
                    <a:pt x="48880" y="293134"/>
                  </a:lnTo>
                  <a:lnTo>
                    <a:pt x="85853" y="267010"/>
                  </a:lnTo>
                  <a:lnTo>
                    <a:pt x="132512" y="241663"/>
                  </a:lnTo>
                  <a:lnTo>
                    <a:pt x="188465" y="217166"/>
                  </a:lnTo>
                  <a:lnTo>
                    <a:pt x="253320" y="193591"/>
                  </a:lnTo>
                  <a:lnTo>
                    <a:pt x="326685" y="171010"/>
                  </a:lnTo>
                  <a:lnTo>
                    <a:pt x="366436" y="160116"/>
                  </a:lnTo>
                  <a:lnTo>
                    <a:pt x="408168" y="149497"/>
                  </a:lnTo>
                  <a:lnTo>
                    <a:pt x="451831" y="139164"/>
                  </a:lnTo>
                  <a:lnTo>
                    <a:pt x="497377" y="129125"/>
                  </a:lnTo>
                  <a:lnTo>
                    <a:pt x="544755" y="119388"/>
                  </a:lnTo>
                  <a:lnTo>
                    <a:pt x="593919" y="109964"/>
                  </a:lnTo>
                  <a:lnTo>
                    <a:pt x="644817" y="100862"/>
                  </a:lnTo>
                  <a:lnTo>
                    <a:pt x="697402" y="92090"/>
                  </a:lnTo>
                  <a:lnTo>
                    <a:pt x="751625" y="83657"/>
                  </a:lnTo>
                  <a:lnTo>
                    <a:pt x="807436" y="75573"/>
                  </a:lnTo>
                  <a:lnTo>
                    <a:pt x="864786" y="67846"/>
                  </a:lnTo>
                  <a:lnTo>
                    <a:pt x="923626" y="60486"/>
                  </a:lnTo>
                  <a:lnTo>
                    <a:pt x="983908" y="53502"/>
                  </a:lnTo>
                  <a:lnTo>
                    <a:pt x="1045582" y="46902"/>
                  </a:lnTo>
                  <a:lnTo>
                    <a:pt x="1108599" y="40697"/>
                  </a:lnTo>
                  <a:lnTo>
                    <a:pt x="1172911" y="34894"/>
                  </a:lnTo>
                  <a:lnTo>
                    <a:pt x="1238468" y="29504"/>
                  </a:lnTo>
                  <a:lnTo>
                    <a:pt x="1305221" y="24534"/>
                  </a:lnTo>
                  <a:lnTo>
                    <a:pt x="1373122" y="19995"/>
                  </a:lnTo>
                  <a:lnTo>
                    <a:pt x="1442120" y="15895"/>
                  </a:lnTo>
                  <a:lnTo>
                    <a:pt x="1512168" y="12244"/>
                  </a:lnTo>
                  <a:lnTo>
                    <a:pt x="1583217" y="9050"/>
                  </a:lnTo>
                  <a:lnTo>
                    <a:pt x="1655216" y="6322"/>
                  </a:lnTo>
                  <a:lnTo>
                    <a:pt x="1728118" y="4070"/>
                  </a:lnTo>
                  <a:lnTo>
                    <a:pt x="1801873" y="2303"/>
                  </a:lnTo>
                  <a:lnTo>
                    <a:pt x="1876432" y="1029"/>
                  </a:lnTo>
                  <a:lnTo>
                    <a:pt x="1951746" y="258"/>
                  </a:lnTo>
                  <a:lnTo>
                    <a:pt x="2027766" y="0"/>
                  </a:lnTo>
                  <a:lnTo>
                    <a:pt x="2103787" y="258"/>
                  </a:lnTo>
                  <a:lnTo>
                    <a:pt x="2179101" y="1029"/>
                  </a:lnTo>
                  <a:lnTo>
                    <a:pt x="2253660" y="2303"/>
                  </a:lnTo>
                  <a:lnTo>
                    <a:pt x="2327415" y="4070"/>
                  </a:lnTo>
                  <a:lnTo>
                    <a:pt x="2400316" y="6322"/>
                  </a:lnTo>
                  <a:lnTo>
                    <a:pt x="2472316" y="9050"/>
                  </a:lnTo>
                  <a:lnTo>
                    <a:pt x="2543364" y="12244"/>
                  </a:lnTo>
                  <a:lnTo>
                    <a:pt x="2613412" y="15895"/>
                  </a:lnTo>
                  <a:lnTo>
                    <a:pt x="2682411" y="19995"/>
                  </a:lnTo>
                  <a:lnTo>
                    <a:pt x="2750311" y="24534"/>
                  </a:lnTo>
                  <a:lnTo>
                    <a:pt x="2817064" y="29504"/>
                  </a:lnTo>
                  <a:lnTo>
                    <a:pt x="2882621" y="34894"/>
                  </a:lnTo>
                  <a:lnTo>
                    <a:pt x="2946933" y="40697"/>
                  </a:lnTo>
                  <a:lnTo>
                    <a:pt x="3009950" y="46902"/>
                  </a:lnTo>
                  <a:lnTo>
                    <a:pt x="3071625" y="53502"/>
                  </a:lnTo>
                  <a:lnTo>
                    <a:pt x="3131906" y="60486"/>
                  </a:lnTo>
                  <a:lnTo>
                    <a:pt x="3190747" y="67846"/>
                  </a:lnTo>
                  <a:lnTo>
                    <a:pt x="3248097" y="75573"/>
                  </a:lnTo>
                  <a:lnTo>
                    <a:pt x="3303908" y="83657"/>
                  </a:lnTo>
                  <a:lnTo>
                    <a:pt x="3358130" y="92090"/>
                  </a:lnTo>
                  <a:lnTo>
                    <a:pt x="3410715" y="100862"/>
                  </a:lnTo>
                  <a:lnTo>
                    <a:pt x="3461614" y="109964"/>
                  </a:lnTo>
                  <a:lnTo>
                    <a:pt x="3510777" y="119388"/>
                  </a:lnTo>
                  <a:lnTo>
                    <a:pt x="3558156" y="129125"/>
                  </a:lnTo>
                  <a:lnTo>
                    <a:pt x="3603701" y="139164"/>
                  </a:lnTo>
                  <a:lnTo>
                    <a:pt x="3647364" y="149497"/>
                  </a:lnTo>
                  <a:lnTo>
                    <a:pt x="3689096" y="160116"/>
                  </a:lnTo>
                  <a:lnTo>
                    <a:pt x="3728847" y="171010"/>
                  </a:lnTo>
                  <a:lnTo>
                    <a:pt x="3766569" y="182172"/>
                  </a:lnTo>
                  <a:lnTo>
                    <a:pt x="3835728" y="205258"/>
                  </a:lnTo>
                  <a:lnTo>
                    <a:pt x="3896181" y="229304"/>
                  </a:lnTo>
                  <a:lnTo>
                    <a:pt x="3947536" y="254235"/>
                  </a:lnTo>
                  <a:lnTo>
                    <a:pt x="3989401" y="279980"/>
                  </a:lnTo>
                  <a:lnTo>
                    <a:pt x="4021383" y="306465"/>
                  </a:lnTo>
                  <a:lnTo>
                    <a:pt x="4049971" y="347423"/>
                  </a:lnTo>
                  <a:lnTo>
                    <a:pt x="4055533" y="375443"/>
                  </a:lnTo>
                  <a:lnTo>
                    <a:pt x="4054134" y="389519"/>
                  </a:lnTo>
                  <a:lnTo>
                    <a:pt x="4033546" y="430924"/>
                  </a:lnTo>
                  <a:lnTo>
                    <a:pt x="3989401" y="470907"/>
                  </a:lnTo>
                  <a:lnTo>
                    <a:pt x="3947536" y="496652"/>
                  </a:lnTo>
                  <a:lnTo>
                    <a:pt x="3896181" y="521583"/>
                  </a:lnTo>
                  <a:lnTo>
                    <a:pt x="3835728" y="545628"/>
                  </a:lnTo>
                  <a:lnTo>
                    <a:pt x="3766569" y="568715"/>
                  </a:lnTo>
                  <a:lnTo>
                    <a:pt x="3728847" y="579876"/>
                  </a:lnTo>
                  <a:lnTo>
                    <a:pt x="3689096" y="590771"/>
                  </a:lnTo>
                  <a:lnTo>
                    <a:pt x="3647364" y="601389"/>
                  </a:lnTo>
                  <a:lnTo>
                    <a:pt x="3603701" y="611723"/>
                  </a:lnTo>
                  <a:lnTo>
                    <a:pt x="3558156" y="621762"/>
                  </a:lnTo>
                  <a:lnTo>
                    <a:pt x="3510777" y="631498"/>
                  </a:lnTo>
                  <a:lnTo>
                    <a:pt x="3461614" y="640922"/>
                  </a:lnTo>
                  <a:lnTo>
                    <a:pt x="3410715" y="650025"/>
                  </a:lnTo>
                  <a:lnTo>
                    <a:pt x="3358130" y="658797"/>
                  </a:lnTo>
                  <a:lnTo>
                    <a:pt x="3303908" y="667230"/>
                  </a:lnTo>
                  <a:lnTo>
                    <a:pt x="3248097" y="675314"/>
                  </a:lnTo>
                  <a:lnTo>
                    <a:pt x="3190747" y="683041"/>
                  </a:lnTo>
                  <a:lnTo>
                    <a:pt x="3131906" y="690401"/>
                  </a:lnTo>
                  <a:lnTo>
                    <a:pt x="3071625" y="697385"/>
                  </a:lnTo>
                  <a:lnTo>
                    <a:pt x="3009950" y="703985"/>
                  </a:lnTo>
                  <a:lnTo>
                    <a:pt x="2946933" y="710190"/>
                  </a:lnTo>
                  <a:lnTo>
                    <a:pt x="2882621" y="715993"/>
                  </a:lnTo>
                  <a:lnTo>
                    <a:pt x="2817064" y="721383"/>
                  </a:lnTo>
                  <a:lnTo>
                    <a:pt x="2750311" y="726352"/>
                  </a:lnTo>
                  <a:lnTo>
                    <a:pt x="2682411" y="730892"/>
                  </a:lnTo>
                  <a:lnTo>
                    <a:pt x="2613412" y="734991"/>
                  </a:lnTo>
                  <a:lnTo>
                    <a:pt x="2543364" y="738643"/>
                  </a:lnTo>
                  <a:lnTo>
                    <a:pt x="2472316" y="741837"/>
                  </a:lnTo>
                  <a:lnTo>
                    <a:pt x="2400316" y="744565"/>
                  </a:lnTo>
                  <a:lnTo>
                    <a:pt x="2327415" y="746817"/>
                  </a:lnTo>
                  <a:lnTo>
                    <a:pt x="2253660" y="748584"/>
                  </a:lnTo>
                  <a:lnTo>
                    <a:pt x="2179101" y="749858"/>
                  </a:lnTo>
                  <a:lnTo>
                    <a:pt x="2103787" y="750628"/>
                  </a:lnTo>
                  <a:lnTo>
                    <a:pt x="2027766" y="750887"/>
                  </a:lnTo>
                  <a:lnTo>
                    <a:pt x="1951746" y="750628"/>
                  </a:lnTo>
                  <a:lnTo>
                    <a:pt x="1876432" y="749858"/>
                  </a:lnTo>
                  <a:lnTo>
                    <a:pt x="1801873" y="748584"/>
                  </a:lnTo>
                  <a:lnTo>
                    <a:pt x="1728118" y="746817"/>
                  </a:lnTo>
                  <a:lnTo>
                    <a:pt x="1655216" y="744565"/>
                  </a:lnTo>
                  <a:lnTo>
                    <a:pt x="1583217" y="741837"/>
                  </a:lnTo>
                  <a:lnTo>
                    <a:pt x="1512168" y="738643"/>
                  </a:lnTo>
                  <a:lnTo>
                    <a:pt x="1442120" y="734991"/>
                  </a:lnTo>
                  <a:lnTo>
                    <a:pt x="1373122" y="730892"/>
                  </a:lnTo>
                  <a:lnTo>
                    <a:pt x="1305221" y="726352"/>
                  </a:lnTo>
                  <a:lnTo>
                    <a:pt x="1238468" y="721383"/>
                  </a:lnTo>
                  <a:lnTo>
                    <a:pt x="1172911" y="715993"/>
                  </a:lnTo>
                  <a:lnTo>
                    <a:pt x="1108599" y="710190"/>
                  </a:lnTo>
                  <a:lnTo>
                    <a:pt x="1045582" y="703985"/>
                  </a:lnTo>
                  <a:lnTo>
                    <a:pt x="983908" y="697385"/>
                  </a:lnTo>
                  <a:lnTo>
                    <a:pt x="923626" y="690401"/>
                  </a:lnTo>
                  <a:lnTo>
                    <a:pt x="864786" y="683041"/>
                  </a:lnTo>
                  <a:lnTo>
                    <a:pt x="807436" y="675314"/>
                  </a:lnTo>
                  <a:lnTo>
                    <a:pt x="751625" y="667230"/>
                  </a:lnTo>
                  <a:lnTo>
                    <a:pt x="697402" y="658797"/>
                  </a:lnTo>
                  <a:lnTo>
                    <a:pt x="644817" y="650025"/>
                  </a:lnTo>
                  <a:lnTo>
                    <a:pt x="593919" y="640922"/>
                  </a:lnTo>
                  <a:lnTo>
                    <a:pt x="544755" y="631498"/>
                  </a:lnTo>
                  <a:lnTo>
                    <a:pt x="497377" y="621762"/>
                  </a:lnTo>
                  <a:lnTo>
                    <a:pt x="451831" y="611723"/>
                  </a:lnTo>
                  <a:lnTo>
                    <a:pt x="408168" y="601389"/>
                  </a:lnTo>
                  <a:lnTo>
                    <a:pt x="366436" y="590771"/>
                  </a:lnTo>
                  <a:lnTo>
                    <a:pt x="326685" y="579876"/>
                  </a:lnTo>
                  <a:lnTo>
                    <a:pt x="288964" y="568715"/>
                  </a:lnTo>
                  <a:lnTo>
                    <a:pt x="219805" y="545628"/>
                  </a:lnTo>
                  <a:lnTo>
                    <a:pt x="159351" y="521583"/>
                  </a:lnTo>
                  <a:lnTo>
                    <a:pt x="107996" y="496652"/>
                  </a:lnTo>
                  <a:lnTo>
                    <a:pt x="66131" y="470907"/>
                  </a:lnTo>
                  <a:lnTo>
                    <a:pt x="34149" y="444421"/>
                  </a:lnTo>
                  <a:lnTo>
                    <a:pt x="5561" y="403463"/>
                  </a:lnTo>
                  <a:lnTo>
                    <a:pt x="0" y="375443"/>
                  </a:lnTo>
                  <a:close/>
                </a:path>
              </a:pathLst>
            </a:custGeom>
            <a:ln w="28574">
              <a:solidFill>
                <a:srgbClr val="000000"/>
              </a:solidFill>
            </a:ln>
          </p:spPr>
          <p:txBody>
            <a:bodyPr wrap="square" lIns="0" tIns="0" rIns="0" bIns="0" rtlCol="0"/>
            <a:lstStyle/>
            <a:p>
              <a:endParaRPr/>
            </a:p>
          </p:txBody>
        </p:sp>
        <p:sp>
          <p:nvSpPr>
            <p:cNvPr id="32" name="object 32"/>
            <p:cNvSpPr/>
            <p:nvPr/>
          </p:nvSpPr>
          <p:spPr>
            <a:xfrm>
              <a:off x="3161997" y="1892798"/>
              <a:ext cx="2312035" cy="1216025"/>
            </a:xfrm>
            <a:custGeom>
              <a:avLst/>
              <a:gdLst/>
              <a:ahLst/>
              <a:cxnLst/>
              <a:rect l="l" t="t" r="r" b="b"/>
              <a:pathLst>
                <a:path w="2312035" h="1216025">
                  <a:moveTo>
                    <a:pt x="2311701" y="1215527"/>
                  </a:moveTo>
                  <a:lnTo>
                    <a:pt x="0" y="0"/>
                  </a:lnTo>
                </a:path>
              </a:pathLst>
            </a:custGeom>
            <a:ln w="28574">
              <a:solidFill>
                <a:srgbClr val="000000"/>
              </a:solidFill>
            </a:ln>
          </p:spPr>
          <p:txBody>
            <a:bodyPr wrap="square" lIns="0" tIns="0" rIns="0" bIns="0" rtlCol="0"/>
            <a:lstStyle/>
            <a:p>
              <a:endParaRPr/>
            </a:p>
          </p:txBody>
        </p:sp>
        <p:sp>
          <p:nvSpPr>
            <p:cNvPr id="33" name="object 33"/>
            <p:cNvSpPr/>
            <p:nvPr/>
          </p:nvSpPr>
          <p:spPr>
            <a:xfrm>
              <a:off x="3136900" y="1873813"/>
              <a:ext cx="138865" cy="119439"/>
            </a:xfrm>
            <a:prstGeom prst="rect">
              <a:avLst/>
            </a:prstGeom>
            <a:blipFill>
              <a:blip r:embed="rId3" cstate="print"/>
              <a:stretch>
                <a:fillRect/>
              </a:stretch>
            </a:blipFill>
          </p:spPr>
          <p:txBody>
            <a:bodyPr wrap="square" lIns="0" tIns="0" rIns="0" bIns="0" rtlCol="0"/>
            <a:lstStyle/>
            <a:p>
              <a:endParaRPr/>
            </a:p>
          </p:txBody>
        </p:sp>
        <p:sp>
          <p:nvSpPr>
            <p:cNvPr id="34" name="object 34"/>
            <p:cNvSpPr/>
            <p:nvPr/>
          </p:nvSpPr>
          <p:spPr>
            <a:xfrm>
              <a:off x="3164894" y="3036633"/>
              <a:ext cx="2219960" cy="357505"/>
            </a:xfrm>
            <a:custGeom>
              <a:avLst/>
              <a:gdLst/>
              <a:ahLst/>
              <a:cxnLst/>
              <a:rect l="l" t="t" r="r" b="b"/>
              <a:pathLst>
                <a:path w="2219960" h="357505">
                  <a:moveTo>
                    <a:pt x="2219905" y="357442"/>
                  </a:moveTo>
                  <a:lnTo>
                    <a:pt x="0" y="0"/>
                  </a:lnTo>
                </a:path>
              </a:pathLst>
            </a:custGeom>
            <a:ln w="28574">
              <a:solidFill>
                <a:srgbClr val="000000"/>
              </a:solidFill>
            </a:ln>
          </p:spPr>
          <p:txBody>
            <a:bodyPr wrap="square" lIns="0" tIns="0" rIns="0" bIns="0" rtlCol="0"/>
            <a:lstStyle/>
            <a:p>
              <a:endParaRPr/>
            </a:p>
          </p:txBody>
        </p:sp>
        <p:sp>
          <p:nvSpPr>
            <p:cNvPr id="35" name="object 35"/>
            <p:cNvSpPr/>
            <p:nvPr/>
          </p:nvSpPr>
          <p:spPr>
            <a:xfrm>
              <a:off x="3136901" y="2984719"/>
              <a:ext cx="136749" cy="130959"/>
            </a:xfrm>
            <a:prstGeom prst="rect">
              <a:avLst/>
            </a:prstGeom>
            <a:blipFill>
              <a:blip r:embed="rId4" cstate="print"/>
              <a:stretch>
                <a:fillRect/>
              </a:stretch>
            </a:blipFill>
          </p:spPr>
          <p:txBody>
            <a:bodyPr wrap="square" lIns="0" tIns="0" rIns="0" bIns="0" rtlCol="0"/>
            <a:lstStyle/>
            <a:p>
              <a:endParaRPr/>
            </a:p>
          </p:txBody>
        </p:sp>
        <p:sp>
          <p:nvSpPr>
            <p:cNvPr id="36" name="object 36"/>
            <p:cNvSpPr/>
            <p:nvPr/>
          </p:nvSpPr>
          <p:spPr>
            <a:xfrm>
              <a:off x="3964229" y="3660775"/>
              <a:ext cx="1383030" cy="401955"/>
            </a:xfrm>
            <a:custGeom>
              <a:avLst/>
              <a:gdLst/>
              <a:ahLst/>
              <a:cxnLst/>
              <a:rect l="l" t="t" r="r" b="b"/>
              <a:pathLst>
                <a:path w="1383029" h="401954">
                  <a:moveTo>
                    <a:pt x="1382470" y="0"/>
                  </a:moveTo>
                  <a:lnTo>
                    <a:pt x="0" y="401663"/>
                  </a:lnTo>
                </a:path>
              </a:pathLst>
            </a:custGeom>
            <a:ln w="28574">
              <a:solidFill>
                <a:srgbClr val="000000"/>
              </a:solidFill>
            </a:ln>
          </p:spPr>
          <p:txBody>
            <a:bodyPr wrap="square" lIns="0" tIns="0" rIns="0" bIns="0" rtlCol="0"/>
            <a:lstStyle/>
            <a:p>
              <a:endParaRPr/>
            </a:p>
          </p:txBody>
        </p:sp>
        <p:sp>
          <p:nvSpPr>
            <p:cNvPr id="37" name="object 37"/>
            <p:cNvSpPr/>
            <p:nvPr/>
          </p:nvSpPr>
          <p:spPr>
            <a:xfrm>
              <a:off x="3937001" y="3974708"/>
              <a:ext cx="139278" cy="127609"/>
            </a:xfrm>
            <a:prstGeom prst="rect">
              <a:avLst/>
            </a:prstGeom>
            <a:blipFill>
              <a:blip r:embed="rId5" cstate="print"/>
              <a:stretch>
                <a:fillRect/>
              </a:stretch>
            </a:blipFill>
          </p:spPr>
          <p:txBody>
            <a:bodyPr wrap="square" lIns="0" tIns="0" rIns="0" bIns="0" rtlCol="0"/>
            <a:lstStyle/>
            <a:p>
              <a:endParaRPr/>
            </a:p>
          </p:txBody>
        </p:sp>
        <p:sp>
          <p:nvSpPr>
            <p:cNvPr id="38" name="object 38"/>
            <p:cNvSpPr/>
            <p:nvPr/>
          </p:nvSpPr>
          <p:spPr>
            <a:xfrm>
              <a:off x="4115368" y="4194175"/>
              <a:ext cx="1282700" cy="1074420"/>
            </a:xfrm>
            <a:custGeom>
              <a:avLst/>
              <a:gdLst/>
              <a:ahLst/>
              <a:cxnLst/>
              <a:rect l="l" t="t" r="r" b="b"/>
              <a:pathLst>
                <a:path w="1282700" h="1074420">
                  <a:moveTo>
                    <a:pt x="1282129" y="0"/>
                  </a:moveTo>
                  <a:lnTo>
                    <a:pt x="0" y="1073991"/>
                  </a:lnTo>
                </a:path>
              </a:pathLst>
            </a:custGeom>
            <a:ln w="28574">
              <a:solidFill>
                <a:srgbClr val="000000"/>
              </a:solidFill>
            </a:ln>
          </p:spPr>
          <p:txBody>
            <a:bodyPr wrap="square" lIns="0" tIns="0" rIns="0" bIns="0" rtlCol="0"/>
            <a:lstStyle/>
            <a:p>
              <a:endParaRPr/>
            </a:p>
          </p:txBody>
        </p:sp>
        <p:sp>
          <p:nvSpPr>
            <p:cNvPr id="39" name="object 39"/>
            <p:cNvSpPr/>
            <p:nvPr/>
          </p:nvSpPr>
          <p:spPr>
            <a:xfrm>
              <a:off x="4093633" y="5158670"/>
              <a:ext cx="134975" cy="127704"/>
            </a:xfrm>
            <a:prstGeom prst="rect">
              <a:avLst/>
            </a:prstGeom>
            <a:blipFill>
              <a:blip r:embed="rId6" cstate="print"/>
              <a:stretch>
                <a:fillRect/>
              </a:stretch>
            </a:blipFill>
          </p:spPr>
          <p:txBody>
            <a:bodyPr wrap="square" lIns="0" tIns="0" rIns="0" bIns="0" rtlCol="0"/>
            <a:lstStyle/>
            <a:p>
              <a:endParaRPr/>
            </a:p>
          </p:txBody>
        </p:sp>
        <p:sp>
          <p:nvSpPr>
            <p:cNvPr id="40" name="object 40"/>
            <p:cNvSpPr/>
            <p:nvPr/>
          </p:nvSpPr>
          <p:spPr>
            <a:xfrm>
              <a:off x="5918200" y="4213226"/>
              <a:ext cx="837565" cy="1490345"/>
            </a:xfrm>
            <a:custGeom>
              <a:avLst/>
              <a:gdLst/>
              <a:ahLst/>
              <a:cxnLst/>
              <a:rect l="l" t="t" r="r" b="b"/>
              <a:pathLst>
                <a:path w="837565" h="1490345">
                  <a:moveTo>
                    <a:pt x="0" y="0"/>
                  </a:moveTo>
                  <a:lnTo>
                    <a:pt x="837010" y="1489753"/>
                  </a:lnTo>
                </a:path>
              </a:pathLst>
            </a:custGeom>
            <a:ln w="28574">
              <a:solidFill>
                <a:srgbClr val="000000"/>
              </a:solidFill>
            </a:ln>
          </p:spPr>
          <p:txBody>
            <a:bodyPr wrap="square" lIns="0" tIns="0" rIns="0" bIns="0" rtlCol="0"/>
            <a:lstStyle/>
            <a:p>
              <a:endParaRPr/>
            </a:p>
          </p:txBody>
        </p:sp>
        <p:sp>
          <p:nvSpPr>
            <p:cNvPr id="41" name="object 41"/>
            <p:cNvSpPr/>
            <p:nvPr/>
          </p:nvSpPr>
          <p:spPr>
            <a:xfrm>
              <a:off x="6653307" y="5589335"/>
              <a:ext cx="117922" cy="138365"/>
            </a:xfrm>
            <a:prstGeom prst="rect">
              <a:avLst/>
            </a:prstGeom>
            <a:blipFill>
              <a:blip r:embed="rId7" cstate="print"/>
              <a:stretch>
                <a:fillRect/>
              </a:stretch>
            </a:blipFill>
          </p:spPr>
          <p:txBody>
            <a:bodyPr wrap="square" lIns="0" tIns="0" rIns="0" bIns="0" rtlCol="0"/>
            <a:lstStyle/>
            <a:p>
              <a:endParaRPr/>
            </a:p>
          </p:txBody>
        </p:sp>
        <p:sp>
          <p:nvSpPr>
            <p:cNvPr id="42" name="object 42"/>
            <p:cNvSpPr/>
            <p:nvPr/>
          </p:nvSpPr>
          <p:spPr>
            <a:xfrm>
              <a:off x="6515100" y="4137026"/>
              <a:ext cx="1235075" cy="926465"/>
            </a:xfrm>
            <a:custGeom>
              <a:avLst/>
              <a:gdLst/>
              <a:ahLst/>
              <a:cxnLst/>
              <a:rect l="l" t="t" r="r" b="b"/>
              <a:pathLst>
                <a:path w="1235075" h="926464">
                  <a:moveTo>
                    <a:pt x="0" y="0"/>
                  </a:moveTo>
                  <a:lnTo>
                    <a:pt x="1234615" y="925961"/>
                  </a:lnTo>
                </a:path>
              </a:pathLst>
            </a:custGeom>
            <a:ln w="28574">
              <a:solidFill>
                <a:srgbClr val="000000"/>
              </a:solidFill>
            </a:ln>
          </p:spPr>
          <p:txBody>
            <a:bodyPr wrap="square" lIns="0" tIns="0" rIns="0" bIns="0" rtlCol="0"/>
            <a:lstStyle/>
            <a:p>
              <a:endParaRPr/>
            </a:p>
          </p:txBody>
        </p:sp>
        <p:sp>
          <p:nvSpPr>
            <p:cNvPr id="43" name="object 43"/>
            <p:cNvSpPr/>
            <p:nvPr/>
          </p:nvSpPr>
          <p:spPr>
            <a:xfrm>
              <a:off x="7636030" y="4955316"/>
              <a:ext cx="136370" cy="124684"/>
            </a:xfrm>
            <a:prstGeom prst="rect">
              <a:avLst/>
            </a:prstGeom>
            <a:blipFill>
              <a:blip r:embed="rId8" cstate="print"/>
              <a:stretch>
                <a:fillRect/>
              </a:stretch>
            </a:blipFill>
          </p:spPr>
          <p:txBody>
            <a:bodyPr wrap="square" lIns="0" tIns="0" rIns="0" bIns="0" rtlCol="0"/>
            <a:lstStyle/>
            <a:p>
              <a:endParaRPr/>
            </a:p>
          </p:txBody>
        </p:sp>
        <p:sp>
          <p:nvSpPr>
            <p:cNvPr id="44" name="object 44"/>
            <p:cNvSpPr/>
            <p:nvPr/>
          </p:nvSpPr>
          <p:spPr>
            <a:xfrm>
              <a:off x="6197598" y="3594101"/>
              <a:ext cx="2258695" cy="442595"/>
            </a:xfrm>
            <a:custGeom>
              <a:avLst/>
              <a:gdLst/>
              <a:ahLst/>
              <a:cxnLst/>
              <a:rect l="l" t="t" r="r" b="b"/>
              <a:pathLst>
                <a:path w="2258695" h="442595">
                  <a:moveTo>
                    <a:pt x="0" y="0"/>
                  </a:moveTo>
                  <a:lnTo>
                    <a:pt x="2258172" y="442225"/>
                  </a:lnTo>
                </a:path>
              </a:pathLst>
            </a:custGeom>
            <a:ln w="28574">
              <a:solidFill>
                <a:srgbClr val="000000"/>
              </a:solidFill>
            </a:ln>
          </p:spPr>
          <p:txBody>
            <a:bodyPr wrap="square" lIns="0" tIns="0" rIns="0" bIns="0" rtlCol="0"/>
            <a:lstStyle/>
            <a:p>
              <a:endParaRPr/>
            </a:p>
          </p:txBody>
        </p:sp>
        <p:sp>
          <p:nvSpPr>
            <p:cNvPr id="45" name="object 45"/>
            <p:cNvSpPr/>
            <p:nvPr/>
          </p:nvSpPr>
          <p:spPr>
            <a:xfrm>
              <a:off x="8345948" y="3954838"/>
              <a:ext cx="137650" cy="130174"/>
            </a:xfrm>
            <a:prstGeom prst="rect">
              <a:avLst/>
            </a:prstGeom>
            <a:blipFill>
              <a:blip r:embed="rId9" cstate="print"/>
              <a:stretch>
                <a:fillRect/>
              </a:stretch>
            </a:blipFill>
          </p:spPr>
          <p:txBody>
            <a:bodyPr wrap="square" lIns="0" tIns="0" rIns="0" bIns="0" rtlCol="0"/>
            <a:lstStyle/>
            <a:p>
              <a:endParaRPr/>
            </a:p>
          </p:txBody>
        </p:sp>
        <p:sp>
          <p:nvSpPr>
            <p:cNvPr id="46" name="object 46"/>
            <p:cNvSpPr/>
            <p:nvPr/>
          </p:nvSpPr>
          <p:spPr>
            <a:xfrm>
              <a:off x="6197598" y="3094776"/>
              <a:ext cx="1369695" cy="271145"/>
            </a:xfrm>
            <a:custGeom>
              <a:avLst/>
              <a:gdLst/>
              <a:ahLst/>
              <a:cxnLst/>
              <a:rect l="l" t="t" r="r" b="b"/>
              <a:pathLst>
                <a:path w="1369695" h="271144">
                  <a:moveTo>
                    <a:pt x="0" y="270724"/>
                  </a:moveTo>
                  <a:lnTo>
                    <a:pt x="1369182" y="0"/>
                  </a:lnTo>
                </a:path>
              </a:pathLst>
            </a:custGeom>
            <a:ln w="28574">
              <a:solidFill>
                <a:srgbClr val="000000"/>
              </a:solidFill>
            </a:ln>
          </p:spPr>
          <p:txBody>
            <a:bodyPr wrap="square" lIns="0" tIns="0" rIns="0" bIns="0" rtlCol="0"/>
            <a:lstStyle/>
            <a:p>
              <a:endParaRPr/>
            </a:p>
          </p:txBody>
        </p:sp>
        <p:sp>
          <p:nvSpPr>
            <p:cNvPr id="47" name="object 47"/>
            <p:cNvSpPr/>
            <p:nvPr/>
          </p:nvSpPr>
          <p:spPr>
            <a:xfrm>
              <a:off x="7456903" y="3046266"/>
              <a:ext cx="137694" cy="130128"/>
            </a:xfrm>
            <a:prstGeom prst="rect">
              <a:avLst/>
            </a:prstGeom>
            <a:blipFill>
              <a:blip r:embed="rId10" cstate="print"/>
              <a:stretch>
                <a:fillRect/>
              </a:stretch>
            </a:blipFill>
          </p:spPr>
          <p:txBody>
            <a:bodyPr wrap="square" lIns="0" tIns="0" rIns="0" bIns="0" rtlCol="0"/>
            <a:lstStyle/>
            <a:p>
              <a:endParaRPr/>
            </a:p>
          </p:txBody>
        </p:sp>
        <p:sp>
          <p:nvSpPr>
            <p:cNvPr id="48" name="object 48"/>
            <p:cNvSpPr/>
            <p:nvPr/>
          </p:nvSpPr>
          <p:spPr>
            <a:xfrm>
              <a:off x="10339614" y="1420814"/>
              <a:ext cx="294005" cy="227965"/>
            </a:xfrm>
            <a:custGeom>
              <a:avLst/>
              <a:gdLst/>
              <a:ahLst/>
              <a:cxnLst/>
              <a:rect l="l" t="t" r="r" b="b"/>
              <a:pathLst>
                <a:path w="294004" h="227965">
                  <a:moveTo>
                    <a:pt x="0" y="113829"/>
                  </a:moveTo>
                  <a:lnTo>
                    <a:pt x="11546" y="69521"/>
                  </a:lnTo>
                  <a:lnTo>
                    <a:pt x="43034" y="33339"/>
                  </a:lnTo>
                  <a:lnTo>
                    <a:pt x="89737" y="8945"/>
                  </a:lnTo>
                  <a:lnTo>
                    <a:pt x="146928" y="0"/>
                  </a:lnTo>
                  <a:lnTo>
                    <a:pt x="204120" y="8945"/>
                  </a:lnTo>
                  <a:lnTo>
                    <a:pt x="250823" y="33339"/>
                  </a:lnTo>
                  <a:lnTo>
                    <a:pt x="282311" y="69521"/>
                  </a:lnTo>
                  <a:lnTo>
                    <a:pt x="293858" y="113829"/>
                  </a:lnTo>
                  <a:lnTo>
                    <a:pt x="282311" y="158136"/>
                  </a:lnTo>
                  <a:lnTo>
                    <a:pt x="250823" y="194318"/>
                  </a:lnTo>
                  <a:lnTo>
                    <a:pt x="204120" y="218712"/>
                  </a:lnTo>
                  <a:lnTo>
                    <a:pt x="146928" y="227657"/>
                  </a:lnTo>
                  <a:lnTo>
                    <a:pt x="89737" y="218712"/>
                  </a:lnTo>
                  <a:lnTo>
                    <a:pt x="43034" y="194318"/>
                  </a:lnTo>
                  <a:lnTo>
                    <a:pt x="11546" y="158136"/>
                  </a:lnTo>
                  <a:lnTo>
                    <a:pt x="0" y="113829"/>
                  </a:lnTo>
                  <a:close/>
                </a:path>
              </a:pathLst>
            </a:custGeom>
            <a:ln w="28574">
              <a:solidFill>
                <a:srgbClr val="000000"/>
              </a:solidFill>
            </a:ln>
          </p:spPr>
          <p:txBody>
            <a:bodyPr wrap="square" lIns="0" tIns="0" rIns="0" bIns="0" rtlCol="0"/>
            <a:lstStyle/>
            <a:p>
              <a:endParaRPr/>
            </a:p>
          </p:txBody>
        </p:sp>
        <p:sp>
          <p:nvSpPr>
            <p:cNvPr id="49" name="object 49"/>
            <p:cNvSpPr/>
            <p:nvPr/>
          </p:nvSpPr>
          <p:spPr>
            <a:xfrm>
              <a:off x="10485963" y="1650306"/>
              <a:ext cx="1270" cy="213360"/>
            </a:xfrm>
            <a:custGeom>
              <a:avLst/>
              <a:gdLst/>
              <a:ahLst/>
              <a:cxnLst/>
              <a:rect l="l" t="t" r="r" b="b"/>
              <a:pathLst>
                <a:path w="1270" h="213359">
                  <a:moveTo>
                    <a:pt x="580" y="-14287"/>
                  </a:moveTo>
                  <a:lnTo>
                    <a:pt x="580" y="227256"/>
                  </a:lnTo>
                </a:path>
              </a:pathLst>
            </a:custGeom>
            <a:ln w="29736">
              <a:solidFill>
                <a:srgbClr val="000000"/>
              </a:solidFill>
            </a:ln>
          </p:spPr>
          <p:txBody>
            <a:bodyPr wrap="square" lIns="0" tIns="0" rIns="0" bIns="0" rtlCol="0"/>
            <a:lstStyle/>
            <a:p>
              <a:endParaRPr/>
            </a:p>
          </p:txBody>
        </p:sp>
        <p:sp>
          <p:nvSpPr>
            <p:cNvPr id="50" name="object 50"/>
            <p:cNvSpPr/>
            <p:nvPr/>
          </p:nvSpPr>
          <p:spPr>
            <a:xfrm>
              <a:off x="10253666" y="1709974"/>
              <a:ext cx="466090" cy="1270"/>
            </a:xfrm>
            <a:custGeom>
              <a:avLst/>
              <a:gdLst/>
              <a:ahLst/>
              <a:cxnLst/>
              <a:rect l="l" t="t" r="r" b="b"/>
              <a:pathLst>
                <a:path w="466090" h="1269">
                  <a:moveTo>
                    <a:pt x="0" y="0"/>
                  </a:moveTo>
                  <a:lnTo>
                    <a:pt x="465759" y="918"/>
                  </a:lnTo>
                </a:path>
              </a:pathLst>
            </a:custGeom>
            <a:ln w="28574">
              <a:solidFill>
                <a:srgbClr val="000000"/>
              </a:solidFill>
            </a:ln>
          </p:spPr>
          <p:txBody>
            <a:bodyPr wrap="square" lIns="0" tIns="0" rIns="0" bIns="0" rtlCol="0"/>
            <a:lstStyle/>
            <a:p>
              <a:endParaRPr/>
            </a:p>
          </p:txBody>
        </p:sp>
        <p:sp>
          <p:nvSpPr>
            <p:cNvPr id="51" name="object 51"/>
            <p:cNvSpPr/>
            <p:nvPr/>
          </p:nvSpPr>
          <p:spPr>
            <a:xfrm>
              <a:off x="10164230" y="1863275"/>
              <a:ext cx="643890" cy="250190"/>
            </a:xfrm>
            <a:custGeom>
              <a:avLst/>
              <a:gdLst/>
              <a:ahLst/>
              <a:cxnLst/>
              <a:rect l="l" t="t" r="r" b="b"/>
              <a:pathLst>
                <a:path w="643890" h="250189">
                  <a:moveTo>
                    <a:pt x="321732" y="0"/>
                  </a:moveTo>
                  <a:lnTo>
                    <a:pt x="0" y="249688"/>
                  </a:lnTo>
                  <a:lnTo>
                    <a:pt x="643467" y="249688"/>
                  </a:lnTo>
                  <a:lnTo>
                    <a:pt x="321732" y="0"/>
                  </a:lnTo>
                  <a:close/>
                </a:path>
              </a:pathLst>
            </a:custGeom>
            <a:solidFill>
              <a:srgbClr val="FFFFFF"/>
            </a:solidFill>
          </p:spPr>
          <p:txBody>
            <a:bodyPr wrap="square" lIns="0" tIns="0" rIns="0" bIns="0" rtlCol="0"/>
            <a:lstStyle/>
            <a:p>
              <a:endParaRPr/>
            </a:p>
          </p:txBody>
        </p:sp>
        <p:sp>
          <p:nvSpPr>
            <p:cNvPr id="52" name="object 52"/>
            <p:cNvSpPr/>
            <p:nvPr/>
          </p:nvSpPr>
          <p:spPr>
            <a:xfrm>
              <a:off x="10164229" y="1863275"/>
              <a:ext cx="643890" cy="250190"/>
            </a:xfrm>
            <a:custGeom>
              <a:avLst/>
              <a:gdLst/>
              <a:ahLst/>
              <a:cxnLst/>
              <a:rect l="l" t="t" r="r" b="b"/>
              <a:pathLst>
                <a:path w="643890" h="250189">
                  <a:moveTo>
                    <a:pt x="0" y="249687"/>
                  </a:moveTo>
                  <a:lnTo>
                    <a:pt x="321733" y="0"/>
                  </a:lnTo>
                  <a:lnTo>
                    <a:pt x="643466" y="249687"/>
                  </a:lnTo>
                </a:path>
              </a:pathLst>
            </a:custGeom>
            <a:ln w="28574">
              <a:solidFill>
                <a:srgbClr val="000000"/>
              </a:solidFill>
            </a:ln>
          </p:spPr>
          <p:txBody>
            <a:bodyPr wrap="square" lIns="0" tIns="0" rIns="0" bIns="0" rtlCol="0"/>
            <a:lstStyle/>
            <a:p>
              <a:endParaRPr/>
            </a:p>
          </p:txBody>
        </p:sp>
        <p:sp>
          <p:nvSpPr>
            <p:cNvPr id="53" name="object 53"/>
            <p:cNvSpPr txBox="1"/>
            <p:nvPr/>
          </p:nvSpPr>
          <p:spPr>
            <a:xfrm>
              <a:off x="8581159" y="2098452"/>
              <a:ext cx="2329815" cy="1099185"/>
            </a:xfrm>
            <a:prstGeom prst="rect">
              <a:avLst/>
            </a:prstGeom>
          </p:spPr>
          <p:txBody>
            <a:bodyPr vert="horz" wrap="square" lIns="0" tIns="12700" rIns="0" bIns="0" rtlCol="0">
              <a:spAutoFit/>
            </a:bodyPr>
            <a:lstStyle/>
            <a:p>
              <a:pPr marL="12700" marR="5080" indent="1592580">
                <a:lnSpc>
                  <a:spcPct val="126000"/>
                </a:lnSpc>
                <a:spcBef>
                  <a:spcPts val="100"/>
                </a:spcBef>
              </a:pPr>
              <a:r>
                <a:rPr sz="2800" dirty="0">
                  <a:latin typeface="华文新魏" panose="02010800040101010101" charset="-122"/>
                  <a:cs typeface="华文新魏" panose="02010800040101010101" charset="-122"/>
                </a:rPr>
                <a:t>银联 </a:t>
              </a:r>
              <a:r>
                <a:rPr sz="2800" b="1" i="1" spc="-5" dirty="0">
                  <a:solidFill>
                    <a:srgbClr val="FFFFFF"/>
                  </a:solidFill>
                  <a:latin typeface="华文新魏" panose="02010800040101010101" charset="-122"/>
                  <a:cs typeface="华文新魏" panose="02010800040101010101" charset="-122"/>
                </a:rPr>
                <a:t>选择转出账号</a:t>
              </a:r>
              <a:endParaRPr sz="2800">
                <a:latin typeface="华文新魏" panose="02010800040101010101" charset="-122"/>
                <a:cs typeface="华文新魏" panose="02010800040101010101" charset="-122"/>
              </a:endParaRPr>
            </a:p>
          </p:txBody>
        </p:sp>
        <p:sp>
          <p:nvSpPr>
            <p:cNvPr id="54" name="object 54"/>
            <p:cNvSpPr/>
            <p:nvPr/>
          </p:nvSpPr>
          <p:spPr>
            <a:xfrm>
              <a:off x="4224138" y="1541462"/>
              <a:ext cx="3382645" cy="662305"/>
            </a:xfrm>
            <a:custGeom>
              <a:avLst/>
              <a:gdLst/>
              <a:ahLst/>
              <a:cxnLst/>
              <a:rect l="l" t="t" r="r" b="b"/>
              <a:pathLst>
                <a:path w="3382645" h="662305">
                  <a:moveTo>
                    <a:pt x="1691217" y="0"/>
                  </a:moveTo>
                  <a:lnTo>
                    <a:pt x="1541394" y="1281"/>
                  </a:lnTo>
                  <a:lnTo>
                    <a:pt x="1395221" y="5052"/>
                  </a:lnTo>
                  <a:lnTo>
                    <a:pt x="1253248" y="11206"/>
                  </a:lnTo>
                  <a:lnTo>
                    <a:pt x="1116026" y="19635"/>
                  </a:lnTo>
                  <a:lnTo>
                    <a:pt x="984104" y="30232"/>
                  </a:lnTo>
                  <a:lnTo>
                    <a:pt x="920302" y="36309"/>
                  </a:lnTo>
                  <a:lnTo>
                    <a:pt x="858032" y="42888"/>
                  </a:lnTo>
                  <a:lnTo>
                    <a:pt x="797361" y="49955"/>
                  </a:lnTo>
                  <a:lnTo>
                    <a:pt x="738360" y="57496"/>
                  </a:lnTo>
                  <a:lnTo>
                    <a:pt x="681095" y="65499"/>
                  </a:lnTo>
                  <a:lnTo>
                    <a:pt x="625637" y="73949"/>
                  </a:lnTo>
                  <a:lnTo>
                    <a:pt x="572054" y="82834"/>
                  </a:lnTo>
                  <a:lnTo>
                    <a:pt x="520415" y="92139"/>
                  </a:lnTo>
                  <a:lnTo>
                    <a:pt x="470788" y="101852"/>
                  </a:lnTo>
                  <a:lnTo>
                    <a:pt x="423242" y="111958"/>
                  </a:lnTo>
                  <a:lnTo>
                    <a:pt x="377847" y="122445"/>
                  </a:lnTo>
                  <a:lnTo>
                    <a:pt x="334670" y="133299"/>
                  </a:lnTo>
                  <a:lnTo>
                    <a:pt x="293780" y="144507"/>
                  </a:lnTo>
                  <a:lnTo>
                    <a:pt x="255246" y="156054"/>
                  </a:lnTo>
                  <a:lnTo>
                    <a:pt x="185523" y="180115"/>
                  </a:lnTo>
                  <a:lnTo>
                    <a:pt x="126049" y="205375"/>
                  </a:lnTo>
                  <a:lnTo>
                    <a:pt x="77374" y="231726"/>
                  </a:lnTo>
                  <a:lnTo>
                    <a:pt x="40049" y="259061"/>
                  </a:lnTo>
                  <a:lnTo>
                    <a:pt x="6545" y="301671"/>
                  </a:lnTo>
                  <a:lnTo>
                    <a:pt x="0" y="330993"/>
                  </a:lnTo>
                  <a:lnTo>
                    <a:pt x="1647" y="345737"/>
                  </a:lnTo>
                  <a:lnTo>
                    <a:pt x="25815" y="388924"/>
                  </a:lnTo>
                  <a:lnTo>
                    <a:pt x="57259" y="416710"/>
                  </a:lnTo>
                  <a:lnTo>
                    <a:pt x="100327" y="443566"/>
                  </a:lnTo>
                  <a:lnTo>
                    <a:pt x="154470" y="469385"/>
                  </a:lnTo>
                  <a:lnTo>
                    <a:pt x="219138" y="494059"/>
                  </a:lnTo>
                  <a:lnTo>
                    <a:pt x="293780" y="517481"/>
                  </a:lnTo>
                  <a:lnTo>
                    <a:pt x="334670" y="528688"/>
                  </a:lnTo>
                  <a:lnTo>
                    <a:pt x="377847" y="539542"/>
                  </a:lnTo>
                  <a:lnTo>
                    <a:pt x="423242" y="550029"/>
                  </a:lnTo>
                  <a:lnTo>
                    <a:pt x="470788" y="560135"/>
                  </a:lnTo>
                  <a:lnTo>
                    <a:pt x="520415" y="569848"/>
                  </a:lnTo>
                  <a:lnTo>
                    <a:pt x="572054" y="579153"/>
                  </a:lnTo>
                  <a:lnTo>
                    <a:pt x="625637" y="588038"/>
                  </a:lnTo>
                  <a:lnTo>
                    <a:pt x="681095" y="596488"/>
                  </a:lnTo>
                  <a:lnTo>
                    <a:pt x="738360" y="604491"/>
                  </a:lnTo>
                  <a:lnTo>
                    <a:pt x="797361" y="612032"/>
                  </a:lnTo>
                  <a:lnTo>
                    <a:pt x="858032" y="619099"/>
                  </a:lnTo>
                  <a:lnTo>
                    <a:pt x="920302" y="625678"/>
                  </a:lnTo>
                  <a:lnTo>
                    <a:pt x="984104" y="631755"/>
                  </a:lnTo>
                  <a:lnTo>
                    <a:pt x="1116026" y="642352"/>
                  </a:lnTo>
                  <a:lnTo>
                    <a:pt x="1253248" y="650781"/>
                  </a:lnTo>
                  <a:lnTo>
                    <a:pt x="1395221" y="656935"/>
                  </a:lnTo>
                  <a:lnTo>
                    <a:pt x="1541394" y="660706"/>
                  </a:lnTo>
                  <a:lnTo>
                    <a:pt x="1691217" y="661987"/>
                  </a:lnTo>
                  <a:lnTo>
                    <a:pt x="1766550" y="661665"/>
                  </a:lnTo>
                  <a:lnTo>
                    <a:pt x="1841040" y="660706"/>
                  </a:lnTo>
                  <a:lnTo>
                    <a:pt x="1914617" y="659125"/>
                  </a:lnTo>
                  <a:lnTo>
                    <a:pt x="2058758" y="654149"/>
                  </a:lnTo>
                  <a:lnTo>
                    <a:pt x="2198424" y="646844"/>
                  </a:lnTo>
                  <a:lnTo>
                    <a:pt x="2333065" y="637318"/>
                  </a:lnTo>
                  <a:lnTo>
                    <a:pt x="2398329" y="631755"/>
                  </a:lnTo>
                  <a:lnTo>
                    <a:pt x="2462131" y="625678"/>
                  </a:lnTo>
                  <a:lnTo>
                    <a:pt x="2524401" y="619099"/>
                  </a:lnTo>
                  <a:lnTo>
                    <a:pt x="2585071" y="612032"/>
                  </a:lnTo>
                  <a:lnTo>
                    <a:pt x="2644073" y="604491"/>
                  </a:lnTo>
                  <a:lnTo>
                    <a:pt x="2701337" y="596488"/>
                  </a:lnTo>
                  <a:lnTo>
                    <a:pt x="2756795" y="588038"/>
                  </a:lnTo>
                  <a:lnTo>
                    <a:pt x="2810378" y="579153"/>
                  </a:lnTo>
                  <a:lnTo>
                    <a:pt x="2862018" y="569848"/>
                  </a:lnTo>
                  <a:lnTo>
                    <a:pt x="2911644" y="560135"/>
                  </a:lnTo>
                  <a:lnTo>
                    <a:pt x="2959190" y="550029"/>
                  </a:lnTo>
                  <a:lnTo>
                    <a:pt x="3004586" y="539542"/>
                  </a:lnTo>
                  <a:lnTo>
                    <a:pt x="3047763" y="528688"/>
                  </a:lnTo>
                  <a:lnTo>
                    <a:pt x="3088652" y="517481"/>
                  </a:lnTo>
                  <a:lnTo>
                    <a:pt x="3127186" y="505933"/>
                  </a:lnTo>
                  <a:lnTo>
                    <a:pt x="3196909" y="481872"/>
                  </a:lnTo>
                  <a:lnTo>
                    <a:pt x="3256383" y="456612"/>
                  </a:lnTo>
                  <a:lnTo>
                    <a:pt x="3305058" y="430261"/>
                  </a:lnTo>
                  <a:lnTo>
                    <a:pt x="3342383" y="402926"/>
                  </a:lnTo>
                  <a:lnTo>
                    <a:pt x="3375887" y="360316"/>
                  </a:lnTo>
                  <a:lnTo>
                    <a:pt x="3382432" y="330993"/>
                  </a:lnTo>
                  <a:lnTo>
                    <a:pt x="3380785" y="316250"/>
                  </a:lnTo>
                  <a:lnTo>
                    <a:pt x="3356617" y="273063"/>
                  </a:lnTo>
                  <a:lnTo>
                    <a:pt x="3325173" y="245277"/>
                  </a:lnTo>
                  <a:lnTo>
                    <a:pt x="3282105" y="218421"/>
                  </a:lnTo>
                  <a:lnTo>
                    <a:pt x="3227962" y="192602"/>
                  </a:lnTo>
                  <a:lnTo>
                    <a:pt x="3163294" y="167928"/>
                  </a:lnTo>
                  <a:lnTo>
                    <a:pt x="3088652" y="144507"/>
                  </a:lnTo>
                  <a:lnTo>
                    <a:pt x="3047763" y="133299"/>
                  </a:lnTo>
                  <a:lnTo>
                    <a:pt x="3004586" y="122445"/>
                  </a:lnTo>
                  <a:lnTo>
                    <a:pt x="2959190" y="111958"/>
                  </a:lnTo>
                  <a:lnTo>
                    <a:pt x="2911644" y="101852"/>
                  </a:lnTo>
                  <a:lnTo>
                    <a:pt x="2862018" y="92139"/>
                  </a:lnTo>
                  <a:lnTo>
                    <a:pt x="2810378" y="82834"/>
                  </a:lnTo>
                  <a:lnTo>
                    <a:pt x="2756795" y="73949"/>
                  </a:lnTo>
                  <a:lnTo>
                    <a:pt x="2701337" y="65499"/>
                  </a:lnTo>
                  <a:lnTo>
                    <a:pt x="2644073" y="57496"/>
                  </a:lnTo>
                  <a:lnTo>
                    <a:pt x="2585071" y="49955"/>
                  </a:lnTo>
                  <a:lnTo>
                    <a:pt x="2524401" y="42888"/>
                  </a:lnTo>
                  <a:lnTo>
                    <a:pt x="2462131" y="36309"/>
                  </a:lnTo>
                  <a:lnTo>
                    <a:pt x="2398329" y="30232"/>
                  </a:lnTo>
                  <a:lnTo>
                    <a:pt x="2266407" y="19635"/>
                  </a:lnTo>
                  <a:lnTo>
                    <a:pt x="2129185" y="11206"/>
                  </a:lnTo>
                  <a:lnTo>
                    <a:pt x="1987212" y="5052"/>
                  </a:lnTo>
                  <a:lnTo>
                    <a:pt x="1841040" y="1281"/>
                  </a:lnTo>
                  <a:lnTo>
                    <a:pt x="1766550" y="322"/>
                  </a:lnTo>
                  <a:lnTo>
                    <a:pt x="1691217" y="0"/>
                  </a:lnTo>
                  <a:close/>
                </a:path>
              </a:pathLst>
            </a:custGeom>
            <a:solidFill>
              <a:srgbClr val="7A4779"/>
            </a:solidFill>
          </p:spPr>
          <p:txBody>
            <a:bodyPr wrap="square" lIns="0" tIns="0" rIns="0" bIns="0" rtlCol="0"/>
            <a:lstStyle/>
            <a:p>
              <a:endParaRPr/>
            </a:p>
          </p:txBody>
        </p:sp>
        <p:sp>
          <p:nvSpPr>
            <p:cNvPr id="55" name="object 55"/>
            <p:cNvSpPr/>
            <p:nvPr/>
          </p:nvSpPr>
          <p:spPr>
            <a:xfrm>
              <a:off x="4224137" y="1541462"/>
              <a:ext cx="3382645" cy="662305"/>
            </a:xfrm>
            <a:custGeom>
              <a:avLst/>
              <a:gdLst/>
              <a:ahLst/>
              <a:cxnLst/>
              <a:rect l="l" t="t" r="r" b="b"/>
              <a:pathLst>
                <a:path w="3382645" h="662305">
                  <a:moveTo>
                    <a:pt x="0" y="330993"/>
                  </a:moveTo>
                  <a:lnTo>
                    <a:pt x="14624" y="287271"/>
                  </a:lnTo>
                  <a:lnTo>
                    <a:pt x="57259" y="245277"/>
                  </a:lnTo>
                  <a:lnTo>
                    <a:pt x="100327" y="218421"/>
                  </a:lnTo>
                  <a:lnTo>
                    <a:pt x="154470" y="192602"/>
                  </a:lnTo>
                  <a:lnTo>
                    <a:pt x="219138" y="167928"/>
                  </a:lnTo>
                  <a:lnTo>
                    <a:pt x="293780" y="144506"/>
                  </a:lnTo>
                  <a:lnTo>
                    <a:pt x="334669" y="133299"/>
                  </a:lnTo>
                  <a:lnTo>
                    <a:pt x="377846" y="122445"/>
                  </a:lnTo>
                  <a:lnTo>
                    <a:pt x="423242" y="111958"/>
                  </a:lnTo>
                  <a:lnTo>
                    <a:pt x="470788" y="101852"/>
                  </a:lnTo>
                  <a:lnTo>
                    <a:pt x="520415" y="92139"/>
                  </a:lnTo>
                  <a:lnTo>
                    <a:pt x="572054" y="82834"/>
                  </a:lnTo>
                  <a:lnTo>
                    <a:pt x="625637" y="73949"/>
                  </a:lnTo>
                  <a:lnTo>
                    <a:pt x="681095" y="65499"/>
                  </a:lnTo>
                  <a:lnTo>
                    <a:pt x="738359" y="57496"/>
                  </a:lnTo>
                  <a:lnTo>
                    <a:pt x="797361" y="49955"/>
                  </a:lnTo>
                  <a:lnTo>
                    <a:pt x="858031" y="42888"/>
                  </a:lnTo>
                  <a:lnTo>
                    <a:pt x="920302" y="36309"/>
                  </a:lnTo>
                  <a:lnTo>
                    <a:pt x="984104" y="30231"/>
                  </a:lnTo>
                  <a:lnTo>
                    <a:pt x="1049368" y="24669"/>
                  </a:lnTo>
                  <a:lnTo>
                    <a:pt x="1116026" y="19635"/>
                  </a:lnTo>
                  <a:lnTo>
                    <a:pt x="1184009" y="15143"/>
                  </a:lnTo>
                  <a:lnTo>
                    <a:pt x="1253248" y="11206"/>
                  </a:lnTo>
                  <a:lnTo>
                    <a:pt x="1323675" y="7838"/>
                  </a:lnTo>
                  <a:lnTo>
                    <a:pt x="1395220" y="5052"/>
                  </a:lnTo>
                  <a:lnTo>
                    <a:pt x="1467816" y="2862"/>
                  </a:lnTo>
                  <a:lnTo>
                    <a:pt x="1541393" y="1281"/>
                  </a:lnTo>
                  <a:lnTo>
                    <a:pt x="1615883" y="322"/>
                  </a:lnTo>
                  <a:lnTo>
                    <a:pt x="1691216" y="0"/>
                  </a:lnTo>
                  <a:lnTo>
                    <a:pt x="1766549" y="322"/>
                  </a:lnTo>
                  <a:lnTo>
                    <a:pt x="1841039" y="1281"/>
                  </a:lnTo>
                  <a:lnTo>
                    <a:pt x="1914616" y="2862"/>
                  </a:lnTo>
                  <a:lnTo>
                    <a:pt x="1987212" y="5052"/>
                  </a:lnTo>
                  <a:lnTo>
                    <a:pt x="2058757" y="7838"/>
                  </a:lnTo>
                  <a:lnTo>
                    <a:pt x="2129184" y="11206"/>
                  </a:lnTo>
                  <a:lnTo>
                    <a:pt x="2198423" y="15143"/>
                  </a:lnTo>
                  <a:lnTo>
                    <a:pt x="2266406" y="19635"/>
                  </a:lnTo>
                  <a:lnTo>
                    <a:pt x="2333064" y="24669"/>
                  </a:lnTo>
                  <a:lnTo>
                    <a:pt x="2398329" y="30231"/>
                  </a:lnTo>
                  <a:lnTo>
                    <a:pt x="2462130" y="36309"/>
                  </a:lnTo>
                  <a:lnTo>
                    <a:pt x="2524401" y="42888"/>
                  </a:lnTo>
                  <a:lnTo>
                    <a:pt x="2585071" y="49955"/>
                  </a:lnTo>
                  <a:lnTo>
                    <a:pt x="2644073" y="57496"/>
                  </a:lnTo>
                  <a:lnTo>
                    <a:pt x="2701337" y="65499"/>
                  </a:lnTo>
                  <a:lnTo>
                    <a:pt x="2756795" y="73949"/>
                  </a:lnTo>
                  <a:lnTo>
                    <a:pt x="2810378" y="82834"/>
                  </a:lnTo>
                  <a:lnTo>
                    <a:pt x="2862017" y="92139"/>
                  </a:lnTo>
                  <a:lnTo>
                    <a:pt x="2911644" y="101852"/>
                  </a:lnTo>
                  <a:lnTo>
                    <a:pt x="2959190" y="111958"/>
                  </a:lnTo>
                  <a:lnTo>
                    <a:pt x="3004586" y="122445"/>
                  </a:lnTo>
                  <a:lnTo>
                    <a:pt x="3047763" y="133299"/>
                  </a:lnTo>
                  <a:lnTo>
                    <a:pt x="3088652" y="144506"/>
                  </a:lnTo>
                  <a:lnTo>
                    <a:pt x="3127186" y="156054"/>
                  </a:lnTo>
                  <a:lnTo>
                    <a:pt x="3196909" y="180115"/>
                  </a:lnTo>
                  <a:lnTo>
                    <a:pt x="3256383" y="205375"/>
                  </a:lnTo>
                  <a:lnTo>
                    <a:pt x="3305058" y="231726"/>
                  </a:lnTo>
                  <a:lnTo>
                    <a:pt x="3342383" y="259060"/>
                  </a:lnTo>
                  <a:lnTo>
                    <a:pt x="3375887" y="301671"/>
                  </a:lnTo>
                  <a:lnTo>
                    <a:pt x="3382433" y="330993"/>
                  </a:lnTo>
                  <a:lnTo>
                    <a:pt x="3380785" y="345737"/>
                  </a:lnTo>
                  <a:lnTo>
                    <a:pt x="3356617" y="388924"/>
                  </a:lnTo>
                  <a:lnTo>
                    <a:pt x="3325173" y="416710"/>
                  </a:lnTo>
                  <a:lnTo>
                    <a:pt x="3282105" y="443566"/>
                  </a:lnTo>
                  <a:lnTo>
                    <a:pt x="3227962" y="469385"/>
                  </a:lnTo>
                  <a:lnTo>
                    <a:pt x="3163294" y="494059"/>
                  </a:lnTo>
                  <a:lnTo>
                    <a:pt x="3088652" y="517480"/>
                  </a:lnTo>
                  <a:lnTo>
                    <a:pt x="3047763" y="528688"/>
                  </a:lnTo>
                  <a:lnTo>
                    <a:pt x="3004586" y="539542"/>
                  </a:lnTo>
                  <a:lnTo>
                    <a:pt x="2959190" y="550029"/>
                  </a:lnTo>
                  <a:lnTo>
                    <a:pt x="2911644" y="560135"/>
                  </a:lnTo>
                  <a:lnTo>
                    <a:pt x="2862017" y="569848"/>
                  </a:lnTo>
                  <a:lnTo>
                    <a:pt x="2810378" y="579153"/>
                  </a:lnTo>
                  <a:lnTo>
                    <a:pt x="2756795" y="588038"/>
                  </a:lnTo>
                  <a:lnTo>
                    <a:pt x="2701337" y="596488"/>
                  </a:lnTo>
                  <a:lnTo>
                    <a:pt x="2644073" y="604491"/>
                  </a:lnTo>
                  <a:lnTo>
                    <a:pt x="2585071" y="612032"/>
                  </a:lnTo>
                  <a:lnTo>
                    <a:pt x="2524401" y="619099"/>
                  </a:lnTo>
                  <a:lnTo>
                    <a:pt x="2462130" y="625678"/>
                  </a:lnTo>
                  <a:lnTo>
                    <a:pt x="2398329" y="631755"/>
                  </a:lnTo>
                  <a:lnTo>
                    <a:pt x="2333064" y="637318"/>
                  </a:lnTo>
                  <a:lnTo>
                    <a:pt x="2266406" y="642352"/>
                  </a:lnTo>
                  <a:lnTo>
                    <a:pt x="2198423" y="646844"/>
                  </a:lnTo>
                  <a:lnTo>
                    <a:pt x="2129184" y="650781"/>
                  </a:lnTo>
                  <a:lnTo>
                    <a:pt x="2058757" y="654149"/>
                  </a:lnTo>
                  <a:lnTo>
                    <a:pt x="1987212" y="656935"/>
                  </a:lnTo>
                  <a:lnTo>
                    <a:pt x="1914616" y="659125"/>
                  </a:lnTo>
                  <a:lnTo>
                    <a:pt x="1841039" y="660706"/>
                  </a:lnTo>
                  <a:lnTo>
                    <a:pt x="1766549" y="661665"/>
                  </a:lnTo>
                  <a:lnTo>
                    <a:pt x="1691216" y="661987"/>
                  </a:lnTo>
                  <a:lnTo>
                    <a:pt x="1615883" y="661665"/>
                  </a:lnTo>
                  <a:lnTo>
                    <a:pt x="1541393" y="660706"/>
                  </a:lnTo>
                  <a:lnTo>
                    <a:pt x="1467816" y="659125"/>
                  </a:lnTo>
                  <a:lnTo>
                    <a:pt x="1395220" y="656935"/>
                  </a:lnTo>
                  <a:lnTo>
                    <a:pt x="1323675" y="654149"/>
                  </a:lnTo>
                  <a:lnTo>
                    <a:pt x="1253248" y="650781"/>
                  </a:lnTo>
                  <a:lnTo>
                    <a:pt x="1184009" y="646844"/>
                  </a:lnTo>
                  <a:lnTo>
                    <a:pt x="1116026" y="642352"/>
                  </a:lnTo>
                  <a:lnTo>
                    <a:pt x="1049368" y="637318"/>
                  </a:lnTo>
                  <a:lnTo>
                    <a:pt x="984104" y="631755"/>
                  </a:lnTo>
                  <a:lnTo>
                    <a:pt x="920302" y="625678"/>
                  </a:lnTo>
                  <a:lnTo>
                    <a:pt x="858031" y="619099"/>
                  </a:lnTo>
                  <a:lnTo>
                    <a:pt x="797361" y="612032"/>
                  </a:lnTo>
                  <a:lnTo>
                    <a:pt x="738359" y="604491"/>
                  </a:lnTo>
                  <a:lnTo>
                    <a:pt x="681095" y="596488"/>
                  </a:lnTo>
                  <a:lnTo>
                    <a:pt x="625637" y="588038"/>
                  </a:lnTo>
                  <a:lnTo>
                    <a:pt x="572054" y="579153"/>
                  </a:lnTo>
                  <a:lnTo>
                    <a:pt x="520415" y="569848"/>
                  </a:lnTo>
                  <a:lnTo>
                    <a:pt x="470788" y="560135"/>
                  </a:lnTo>
                  <a:lnTo>
                    <a:pt x="423242" y="550029"/>
                  </a:lnTo>
                  <a:lnTo>
                    <a:pt x="377846" y="539542"/>
                  </a:lnTo>
                  <a:lnTo>
                    <a:pt x="334669" y="528688"/>
                  </a:lnTo>
                  <a:lnTo>
                    <a:pt x="293780" y="517480"/>
                  </a:lnTo>
                  <a:lnTo>
                    <a:pt x="255246" y="505933"/>
                  </a:lnTo>
                  <a:lnTo>
                    <a:pt x="185523" y="481872"/>
                  </a:lnTo>
                  <a:lnTo>
                    <a:pt x="126049" y="456612"/>
                  </a:lnTo>
                  <a:lnTo>
                    <a:pt x="77374" y="430261"/>
                  </a:lnTo>
                  <a:lnTo>
                    <a:pt x="40049" y="402926"/>
                  </a:lnTo>
                  <a:lnTo>
                    <a:pt x="6545" y="360316"/>
                  </a:lnTo>
                  <a:lnTo>
                    <a:pt x="0" y="330993"/>
                  </a:lnTo>
                  <a:close/>
                </a:path>
              </a:pathLst>
            </a:custGeom>
            <a:ln w="28574">
              <a:solidFill>
                <a:srgbClr val="000000"/>
              </a:solidFill>
            </a:ln>
          </p:spPr>
          <p:txBody>
            <a:bodyPr wrap="square" lIns="0" tIns="0" rIns="0" bIns="0" rtlCol="0"/>
            <a:lstStyle/>
            <a:p>
              <a:endParaRPr/>
            </a:p>
          </p:txBody>
        </p:sp>
        <p:sp>
          <p:nvSpPr>
            <p:cNvPr id="56" name="object 56"/>
            <p:cNvSpPr txBox="1"/>
            <p:nvPr/>
          </p:nvSpPr>
          <p:spPr>
            <a:xfrm>
              <a:off x="5192559" y="1600834"/>
              <a:ext cx="1447800" cy="452120"/>
            </a:xfrm>
            <a:prstGeom prst="rect">
              <a:avLst/>
            </a:prstGeom>
          </p:spPr>
          <p:txBody>
            <a:bodyPr vert="horz" wrap="square" lIns="0" tIns="12700" rIns="0" bIns="0" rtlCol="0">
              <a:spAutoFit/>
            </a:bodyPr>
            <a:lstStyle/>
            <a:p>
              <a:pPr marL="12700">
                <a:lnSpc>
                  <a:spcPct val="100000"/>
                </a:lnSpc>
                <a:spcBef>
                  <a:spcPts val="100"/>
                </a:spcBef>
              </a:pPr>
              <a:r>
                <a:rPr sz="2800" b="1" i="1" spc="-5" dirty="0">
                  <a:solidFill>
                    <a:srgbClr val="FFFFFF"/>
                  </a:solidFill>
                  <a:latin typeface="华文新魏" panose="02010800040101010101" charset="-122"/>
                  <a:cs typeface="华文新魏" panose="02010800040101010101" charset="-122"/>
                </a:rPr>
                <a:t>处理交易</a:t>
              </a:r>
              <a:endParaRPr sz="2800">
                <a:latin typeface="华文新魏" panose="02010800040101010101" charset="-122"/>
                <a:cs typeface="华文新魏" panose="02010800040101010101" charset="-122"/>
              </a:endParaRPr>
            </a:p>
          </p:txBody>
        </p:sp>
        <p:sp>
          <p:nvSpPr>
            <p:cNvPr id="57" name="object 57"/>
            <p:cNvSpPr/>
            <p:nvPr/>
          </p:nvSpPr>
          <p:spPr>
            <a:xfrm>
              <a:off x="5880098" y="2228780"/>
              <a:ext cx="0" cy="924560"/>
            </a:xfrm>
            <a:custGeom>
              <a:avLst/>
              <a:gdLst/>
              <a:ahLst/>
              <a:cxnLst/>
              <a:rect l="l" t="t" r="r" b="b"/>
              <a:pathLst>
                <a:path h="924560">
                  <a:moveTo>
                    <a:pt x="0" y="924144"/>
                  </a:moveTo>
                  <a:lnTo>
                    <a:pt x="0" y="0"/>
                  </a:lnTo>
                </a:path>
              </a:pathLst>
            </a:custGeom>
            <a:ln w="28574">
              <a:solidFill>
                <a:srgbClr val="000000"/>
              </a:solidFill>
            </a:ln>
          </p:spPr>
          <p:txBody>
            <a:bodyPr wrap="square" lIns="0" tIns="0" rIns="0" bIns="0" rtlCol="0"/>
            <a:lstStyle/>
            <a:p>
              <a:endParaRPr/>
            </a:p>
          </p:txBody>
        </p:sp>
        <p:sp>
          <p:nvSpPr>
            <p:cNvPr id="58" name="object 58"/>
            <p:cNvSpPr/>
            <p:nvPr/>
          </p:nvSpPr>
          <p:spPr>
            <a:xfrm>
              <a:off x="5813775" y="2200424"/>
              <a:ext cx="132646" cy="130397"/>
            </a:xfrm>
            <a:prstGeom prst="rect">
              <a:avLst/>
            </a:prstGeom>
            <a:blipFill>
              <a:blip r:embed="rId11" cstate="print"/>
              <a:stretch>
                <a:fillRect/>
              </a:stretch>
            </a:blipFill>
          </p:spPr>
          <p:txBody>
            <a:bodyPr wrap="square" lIns="0" tIns="0" rIns="0" bIns="0" rtlCol="0"/>
            <a:lstStyle/>
            <a:p>
              <a:endParaRPr/>
            </a:p>
          </p:txBody>
        </p:sp>
        <p:sp>
          <p:nvSpPr>
            <p:cNvPr id="59" name="object 59"/>
            <p:cNvSpPr/>
            <p:nvPr/>
          </p:nvSpPr>
          <p:spPr>
            <a:xfrm>
              <a:off x="8039098" y="1612901"/>
              <a:ext cx="2131060" cy="0"/>
            </a:xfrm>
            <a:custGeom>
              <a:avLst/>
              <a:gdLst/>
              <a:ahLst/>
              <a:cxnLst/>
              <a:rect l="l" t="t" r="r" b="b"/>
              <a:pathLst>
                <a:path w="2131059">
                  <a:moveTo>
                    <a:pt x="0" y="0"/>
                  </a:moveTo>
                  <a:lnTo>
                    <a:pt x="2130643" y="0"/>
                  </a:lnTo>
                </a:path>
              </a:pathLst>
            </a:custGeom>
            <a:ln w="28574">
              <a:solidFill>
                <a:srgbClr val="000000"/>
              </a:solidFill>
            </a:ln>
          </p:spPr>
          <p:txBody>
            <a:bodyPr wrap="square" lIns="0" tIns="0" rIns="0" bIns="0" rtlCol="0"/>
            <a:lstStyle/>
            <a:p>
              <a:endParaRPr/>
            </a:p>
          </p:txBody>
        </p:sp>
        <p:sp>
          <p:nvSpPr>
            <p:cNvPr id="60" name="object 60"/>
            <p:cNvSpPr/>
            <p:nvPr/>
          </p:nvSpPr>
          <p:spPr>
            <a:xfrm>
              <a:off x="10067701" y="1546576"/>
              <a:ext cx="130397" cy="132647"/>
            </a:xfrm>
            <a:prstGeom prst="rect">
              <a:avLst/>
            </a:prstGeom>
            <a:blipFill>
              <a:blip r:embed="rId12" cstate="print"/>
              <a:stretch>
                <a:fillRect/>
              </a:stretch>
            </a:blipFill>
          </p:spPr>
          <p:txBody>
            <a:bodyPr wrap="square" lIns="0" tIns="0" rIns="0" bIns="0" rtlCol="0"/>
            <a:lstStyle/>
            <a:p>
              <a:endParaRPr/>
            </a:p>
          </p:txBody>
        </p:sp>
      </p:grpSp>
      <p:sp>
        <p:nvSpPr>
          <p:cNvPr id="62" name="标题 61"/>
          <p:cNvSpPr>
            <a:spLocks noGrp="1"/>
          </p:cNvSpPr>
          <p:nvPr>
            <p:ph type="title"/>
          </p:nvPr>
        </p:nvSpPr>
        <p:spPr/>
        <p:txBody>
          <a:bodyPr/>
          <a:lstStyle/>
          <a:p>
            <a:r>
              <a:rPr lang="zh-CN" altLang="en-US" dirty="0"/>
              <a:t>功能分解：一个例子</a:t>
            </a:r>
          </a:p>
        </p:txBody>
      </p:sp>
      <p:sp>
        <p:nvSpPr>
          <p:cNvPr id="64" name="灯片编号占位符 63"/>
          <p:cNvSpPr>
            <a:spLocks noGrp="1"/>
          </p:cNvSpPr>
          <p:nvPr>
            <p:ph type="sldNum" sz="quarter" idx="12"/>
          </p:nvPr>
        </p:nvSpPr>
        <p:spPr/>
        <p:txBody>
          <a:bodyPr/>
          <a:lstStyle/>
          <a:p>
            <a:fld id="{74D2AB8B-5816-41F2-8B4B-CA5C3E4E6A65}" type="slidenum">
              <a:rPr lang="zh-CN" altLang="en-US" smtClean="0"/>
              <a:t>54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324"/>
    </mc:Choice>
    <mc:Fallback xmlns="">
      <p:transition spd="slow" advTm="11324"/>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1115328" y="2058987"/>
            <a:ext cx="10238472" cy="3498649"/>
            <a:chOff x="1100934" y="1474787"/>
            <a:chExt cx="10238472" cy="3498649"/>
          </a:xfrm>
        </p:grpSpPr>
        <p:sp>
          <p:nvSpPr>
            <p:cNvPr id="2" name="object 2"/>
            <p:cNvSpPr/>
            <p:nvPr/>
          </p:nvSpPr>
          <p:spPr>
            <a:xfrm>
              <a:off x="3623733" y="3109107"/>
              <a:ext cx="4487545" cy="462280"/>
            </a:xfrm>
            <a:custGeom>
              <a:avLst/>
              <a:gdLst/>
              <a:ahLst/>
              <a:cxnLst/>
              <a:rect l="l" t="t" r="r" b="b"/>
              <a:pathLst>
                <a:path w="4487545" h="462279">
                  <a:moveTo>
                    <a:pt x="0" y="0"/>
                  </a:moveTo>
                  <a:lnTo>
                    <a:pt x="4487330" y="0"/>
                  </a:lnTo>
                  <a:lnTo>
                    <a:pt x="4487330" y="461985"/>
                  </a:lnTo>
                  <a:lnTo>
                    <a:pt x="0" y="461985"/>
                  </a:lnTo>
                  <a:lnTo>
                    <a:pt x="0" y="0"/>
                  </a:lnTo>
                  <a:close/>
                </a:path>
              </a:pathLst>
            </a:custGeom>
            <a:ln w="9524">
              <a:solidFill>
                <a:srgbClr val="ECEBEB"/>
              </a:solidFill>
            </a:ln>
          </p:spPr>
          <p:txBody>
            <a:bodyPr wrap="square" lIns="0" tIns="0" rIns="0" bIns="0" rtlCol="0"/>
            <a:lstStyle/>
            <a:p>
              <a:endParaRPr/>
            </a:p>
          </p:txBody>
        </p:sp>
        <p:sp>
          <p:nvSpPr>
            <p:cNvPr id="4" name="object 4"/>
            <p:cNvSpPr/>
            <p:nvPr/>
          </p:nvSpPr>
          <p:spPr>
            <a:xfrm>
              <a:off x="4500033" y="1474787"/>
              <a:ext cx="2762250" cy="841375"/>
            </a:xfrm>
            <a:custGeom>
              <a:avLst/>
              <a:gdLst/>
              <a:ahLst/>
              <a:cxnLst/>
              <a:rect l="l" t="t" r="r" b="b"/>
              <a:pathLst>
                <a:path w="2762250" h="841375">
                  <a:moveTo>
                    <a:pt x="1381125" y="0"/>
                  </a:moveTo>
                  <a:lnTo>
                    <a:pt x="1310052" y="547"/>
                  </a:lnTo>
                  <a:lnTo>
                    <a:pt x="1239912" y="2171"/>
                  </a:lnTo>
                  <a:lnTo>
                    <a:pt x="1170793" y="4847"/>
                  </a:lnTo>
                  <a:lnTo>
                    <a:pt x="1102780" y="8546"/>
                  </a:lnTo>
                  <a:lnTo>
                    <a:pt x="1035960" y="13244"/>
                  </a:lnTo>
                  <a:lnTo>
                    <a:pt x="970420" y="18913"/>
                  </a:lnTo>
                  <a:lnTo>
                    <a:pt x="906247" y="25527"/>
                  </a:lnTo>
                  <a:lnTo>
                    <a:pt x="843528" y="33059"/>
                  </a:lnTo>
                  <a:lnTo>
                    <a:pt x="782350" y="41484"/>
                  </a:lnTo>
                  <a:lnTo>
                    <a:pt x="722798" y="50774"/>
                  </a:lnTo>
                  <a:lnTo>
                    <a:pt x="664961" y="60904"/>
                  </a:lnTo>
                  <a:lnTo>
                    <a:pt x="608924" y="71846"/>
                  </a:lnTo>
                  <a:lnTo>
                    <a:pt x="554775" y="83575"/>
                  </a:lnTo>
                  <a:lnTo>
                    <a:pt x="502601" y="96064"/>
                  </a:lnTo>
                  <a:lnTo>
                    <a:pt x="452487" y="109287"/>
                  </a:lnTo>
                  <a:lnTo>
                    <a:pt x="404521" y="123216"/>
                  </a:lnTo>
                  <a:lnTo>
                    <a:pt x="358791" y="137827"/>
                  </a:lnTo>
                  <a:lnTo>
                    <a:pt x="315381" y="153091"/>
                  </a:lnTo>
                  <a:lnTo>
                    <a:pt x="274380" y="168983"/>
                  </a:lnTo>
                  <a:lnTo>
                    <a:pt x="235874" y="185477"/>
                  </a:lnTo>
                  <a:lnTo>
                    <a:pt x="199950" y="202546"/>
                  </a:lnTo>
                  <a:lnTo>
                    <a:pt x="136193" y="238302"/>
                  </a:lnTo>
                  <a:lnTo>
                    <a:pt x="83806" y="276041"/>
                  </a:lnTo>
                  <a:lnTo>
                    <a:pt x="43481" y="315552"/>
                  </a:lnTo>
                  <a:lnTo>
                    <a:pt x="15913" y="356621"/>
                  </a:lnTo>
                  <a:lnTo>
                    <a:pt x="1797" y="399040"/>
                  </a:lnTo>
                  <a:lnTo>
                    <a:pt x="0" y="420688"/>
                  </a:lnTo>
                  <a:lnTo>
                    <a:pt x="1797" y="442337"/>
                  </a:lnTo>
                  <a:lnTo>
                    <a:pt x="15913" y="484755"/>
                  </a:lnTo>
                  <a:lnTo>
                    <a:pt x="43481" y="525825"/>
                  </a:lnTo>
                  <a:lnTo>
                    <a:pt x="83806" y="565335"/>
                  </a:lnTo>
                  <a:lnTo>
                    <a:pt x="136193" y="603074"/>
                  </a:lnTo>
                  <a:lnTo>
                    <a:pt x="199950" y="638831"/>
                  </a:lnTo>
                  <a:lnTo>
                    <a:pt x="235874" y="655899"/>
                  </a:lnTo>
                  <a:lnTo>
                    <a:pt x="274380" y="672393"/>
                  </a:lnTo>
                  <a:lnTo>
                    <a:pt x="315381" y="688285"/>
                  </a:lnTo>
                  <a:lnTo>
                    <a:pt x="358791" y="703550"/>
                  </a:lnTo>
                  <a:lnTo>
                    <a:pt x="404521" y="718160"/>
                  </a:lnTo>
                  <a:lnTo>
                    <a:pt x="452487" y="732090"/>
                  </a:lnTo>
                  <a:lnTo>
                    <a:pt x="502601" y="745312"/>
                  </a:lnTo>
                  <a:lnTo>
                    <a:pt x="554775" y="757801"/>
                  </a:lnTo>
                  <a:lnTo>
                    <a:pt x="608924" y="769530"/>
                  </a:lnTo>
                  <a:lnTo>
                    <a:pt x="664961" y="780473"/>
                  </a:lnTo>
                  <a:lnTo>
                    <a:pt x="722798" y="790602"/>
                  </a:lnTo>
                  <a:lnTo>
                    <a:pt x="782350" y="799893"/>
                  </a:lnTo>
                  <a:lnTo>
                    <a:pt x="843528" y="808317"/>
                  </a:lnTo>
                  <a:lnTo>
                    <a:pt x="906247" y="815850"/>
                  </a:lnTo>
                  <a:lnTo>
                    <a:pt x="970420" y="822464"/>
                  </a:lnTo>
                  <a:lnTo>
                    <a:pt x="1035960" y="828133"/>
                  </a:lnTo>
                  <a:lnTo>
                    <a:pt x="1102780" y="832830"/>
                  </a:lnTo>
                  <a:lnTo>
                    <a:pt x="1170793" y="836530"/>
                  </a:lnTo>
                  <a:lnTo>
                    <a:pt x="1239912" y="839205"/>
                  </a:lnTo>
                  <a:lnTo>
                    <a:pt x="1310052" y="840830"/>
                  </a:lnTo>
                  <a:lnTo>
                    <a:pt x="1381125" y="841377"/>
                  </a:lnTo>
                  <a:lnTo>
                    <a:pt x="1452197" y="840830"/>
                  </a:lnTo>
                  <a:lnTo>
                    <a:pt x="1522337" y="839205"/>
                  </a:lnTo>
                  <a:lnTo>
                    <a:pt x="1591456" y="836530"/>
                  </a:lnTo>
                  <a:lnTo>
                    <a:pt x="1659470" y="832830"/>
                  </a:lnTo>
                  <a:lnTo>
                    <a:pt x="1726289" y="828133"/>
                  </a:lnTo>
                  <a:lnTo>
                    <a:pt x="1791829" y="822464"/>
                  </a:lnTo>
                  <a:lnTo>
                    <a:pt x="1856002" y="815850"/>
                  </a:lnTo>
                  <a:lnTo>
                    <a:pt x="1918721" y="808317"/>
                  </a:lnTo>
                  <a:lnTo>
                    <a:pt x="1979900" y="799893"/>
                  </a:lnTo>
                  <a:lnTo>
                    <a:pt x="2039451" y="790602"/>
                  </a:lnTo>
                  <a:lnTo>
                    <a:pt x="2097289" y="780473"/>
                  </a:lnTo>
                  <a:lnTo>
                    <a:pt x="2153325" y="769530"/>
                  </a:lnTo>
                  <a:lnTo>
                    <a:pt x="2207474" y="757801"/>
                  </a:lnTo>
                  <a:lnTo>
                    <a:pt x="2259649" y="745312"/>
                  </a:lnTo>
                  <a:lnTo>
                    <a:pt x="2309763" y="732090"/>
                  </a:lnTo>
                  <a:lnTo>
                    <a:pt x="2357728" y="718160"/>
                  </a:lnTo>
                  <a:lnTo>
                    <a:pt x="2403459" y="703550"/>
                  </a:lnTo>
                  <a:lnTo>
                    <a:pt x="2446869" y="688285"/>
                  </a:lnTo>
                  <a:lnTo>
                    <a:pt x="2487870" y="672393"/>
                  </a:lnTo>
                  <a:lnTo>
                    <a:pt x="2526376" y="655899"/>
                  </a:lnTo>
                  <a:lnTo>
                    <a:pt x="2562300" y="638831"/>
                  </a:lnTo>
                  <a:lnTo>
                    <a:pt x="2626057" y="603074"/>
                  </a:lnTo>
                  <a:lnTo>
                    <a:pt x="2678444" y="565335"/>
                  </a:lnTo>
                  <a:lnTo>
                    <a:pt x="2718769" y="525825"/>
                  </a:lnTo>
                  <a:lnTo>
                    <a:pt x="2746337" y="484755"/>
                  </a:lnTo>
                  <a:lnTo>
                    <a:pt x="2760454" y="442337"/>
                  </a:lnTo>
                  <a:lnTo>
                    <a:pt x="2762251" y="420688"/>
                  </a:lnTo>
                  <a:lnTo>
                    <a:pt x="2760454" y="399040"/>
                  </a:lnTo>
                  <a:lnTo>
                    <a:pt x="2746337" y="356621"/>
                  </a:lnTo>
                  <a:lnTo>
                    <a:pt x="2718769" y="315552"/>
                  </a:lnTo>
                  <a:lnTo>
                    <a:pt x="2678444" y="276041"/>
                  </a:lnTo>
                  <a:lnTo>
                    <a:pt x="2626057" y="238302"/>
                  </a:lnTo>
                  <a:lnTo>
                    <a:pt x="2562300" y="202546"/>
                  </a:lnTo>
                  <a:lnTo>
                    <a:pt x="2526376" y="185477"/>
                  </a:lnTo>
                  <a:lnTo>
                    <a:pt x="2487870" y="168983"/>
                  </a:lnTo>
                  <a:lnTo>
                    <a:pt x="2446869" y="153091"/>
                  </a:lnTo>
                  <a:lnTo>
                    <a:pt x="2403459" y="137827"/>
                  </a:lnTo>
                  <a:lnTo>
                    <a:pt x="2357728" y="123216"/>
                  </a:lnTo>
                  <a:lnTo>
                    <a:pt x="2309763" y="109287"/>
                  </a:lnTo>
                  <a:lnTo>
                    <a:pt x="2259649" y="96064"/>
                  </a:lnTo>
                  <a:lnTo>
                    <a:pt x="2207474" y="83575"/>
                  </a:lnTo>
                  <a:lnTo>
                    <a:pt x="2153325" y="71846"/>
                  </a:lnTo>
                  <a:lnTo>
                    <a:pt x="2097289" y="60904"/>
                  </a:lnTo>
                  <a:lnTo>
                    <a:pt x="2039451" y="50774"/>
                  </a:lnTo>
                  <a:lnTo>
                    <a:pt x="1979900" y="41484"/>
                  </a:lnTo>
                  <a:lnTo>
                    <a:pt x="1918721" y="33059"/>
                  </a:lnTo>
                  <a:lnTo>
                    <a:pt x="1856002" y="25527"/>
                  </a:lnTo>
                  <a:lnTo>
                    <a:pt x="1791829" y="18913"/>
                  </a:lnTo>
                  <a:lnTo>
                    <a:pt x="1726289" y="13244"/>
                  </a:lnTo>
                  <a:lnTo>
                    <a:pt x="1659470" y="8546"/>
                  </a:lnTo>
                  <a:lnTo>
                    <a:pt x="1591456" y="4847"/>
                  </a:lnTo>
                  <a:lnTo>
                    <a:pt x="1522337" y="2171"/>
                  </a:lnTo>
                  <a:lnTo>
                    <a:pt x="1452197" y="547"/>
                  </a:lnTo>
                  <a:lnTo>
                    <a:pt x="1381125" y="0"/>
                  </a:lnTo>
                  <a:close/>
                </a:path>
              </a:pathLst>
            </a:custGeom>
            <a:solidFill>
              <a:srgbClr val="7A4779"/>
            </a:solidFill>
          </p:spPr>
          <p:txBody>
            <a:bodyPr wrap="square" lIns="0" tIns="0" rIns="0" bIns="0" rtlCol="0"/>
            <a:lstStyle/>
            <a:p>
              <a:endParaRPr/>
            </a:p>
          </p:txBody>
        </p:sp>
        <p:sp>
          <p:nvSpPr>
            <p:cNvPr id="5" name="object 5"/>
            <p:cNvSpPr/>
            <p:nvPr/>
          </p:nvSpPr>
          <p:spPr>
            <a:xfrm>
              <a:off x="4500033" y="1474787"/>
              <a:ext cx="2762250" cy="841375"/>
            </a:xfrm>
            <a:custGeom>
              <a:avLst/>
              <a:gdLst/>
              <a:ahLst/>
              <a:cxnLst/>
              <a:rect l="l" t="t" r="r" b="b"/>
              <a:pathLst>
                <a:path w="2762250" h="841375">
                  <a:moveTo>
                    <a:pt x="0" y="420689"/>
                  </a:moveTo>
                  <a:lnTo>
                    <a:pt x="7130" y="377676"/>
                  </a:lnTo>
                  <a:lnTo>
                    <a:pt x="28059" y="335905"/>
                  </a:lnTo>
                  <a:lnTo>
                    <a:pt x="62092" y="295589"/>
                  </a:lnTo>
                  <a:lnTo>
                    <a:pt x="108535" y="256937"/>
                  </a:lnTo>
                  <a:lnTo>
                    <a:pt x="166694" y="220163"/>
                  </a:lnTo>
                  <a:lnTo>
                    <a:pt x="235874" y="185477"/>
                  </a:lnTo>
                  <a:lnTo>
                    <a:pt x="274380" y="168984"/>
                  </a:lnTo>
                  <a:lnTo>
                    <a:pt x="315381" y="153091"/>
                  </a:lnTo>
                  <a:lnTo>
                    <a:pt x="358791" y="137827"/>
                  </a:lnTo>
                  <a:lnTo>
                    <a:pt x="404522" y="123216"/>
                  </a:lnTo>
                  <a:lnTo>
                    <a:pt x="452487" y="109287"/>
                  </a:lnTo>
                  <a:lnTo>
                    <a:pt x="502601" y="96064"/>
                  </a:lnTo>
                  <a:lnTo>
                    <a:pt x="554776" y="83576"/>
                  </a:lnTo>
                  <a:lnTo>
                    <a:pt x="608925" y="71847"/>
                  </a:lnTo>
                  <a:lnTo>
                    <a:pt x="664961" y="60904"/>
                  </a:lnTo>
                  <a:lnTo>
                    <a:pt x="722799" y="50774"/>
                  </a:lnTo>
                  <a:lnTo>
                    <a:pt x="782350" y="41484"/>
                  </a:lnTo>
                  <a:lnTo>
                    <a:pt x="843529" y="33059"/>
                  </a:lnTo>
                  <a:lnTo>
                    <a:pt x="906248" y="25527"/>
                  </a:lnTo>
                  <a:lnTo>
                    <a:pt x="970421" y="18913"/>
                  </a:lnTo>
                  <a:lnTo>
                    <a:pt x="1035960" y="13244"/>
                  </a:lnTo>
                  <a:lnTo>
                    <a:pt x="1102780" y="8546"/>
                  </a:lnTo>
                  <a:lnTo>
                    <a:pt x="1170793" y="4847"/>
                  </a:lnTo>
                  <a:lnTo>
                    <a:pt x="1239913" y="2171"/>
                  </a:lnTo>
                  <a:lnTo>
                    <a:pt x="1310053" y="547"/>
                  </a:lnTo>
                  <a:lnTo>
                    <a:pt x="1381125" y="0"/>
                  </a:lnTo>
                  <a:lnTo>
                    <a:pt x="1452198" y="547"/>
                  </a:lnTo>
                  <a:lnTo>
                    <a:pt x="1522337" y="2171"/>
                  </a:lnTo>
                  <a:lnTo>
                    <a:pt x="1591457" y="4847"/>
                  </a:lnTo>
                  <a:lnTo>
                    <a:pt x="1659470" y="8546"/>
                  </a:lnTo>
                  <a:lnTo>
                    <a:pt x="1726290" y="13244"/>
                  </a:lnTo>
                  <a:lnTo>
                    <a:pt x="1791829" y="18913"/>
                  </a:lnTo>
                  <a:lnTo>
                    <a:pt x="1856002" y="25527"/>
                  </a:lnTo>
                  <a:lnTo>
                    <a:pt x="1918721" y="33059"/>
                  </a:lnTo>
                  <a:lnTo>
                    <a:pt x="1979900" y="41484"/>
                  </a:lnTo>
                  <a:lnTo>
                    <a:pt x="2039451" y="50774"/>
                  </a:lnTo>
                  <a:lnTo>
                    <a:pt x="2097289" y="60904"/>
                  </a:lnTo>
                  <a:lnTo>
                    <a:pt x="2153325" y="71847"/>
                  </a:lnTo>
                  <a:lnTo>
                    <a:pt x="2207474" y="83576"/>
                  </a:lnTo>
                  <a:lnTo>
                    <a:pt x="2259649" y="96064"/>
                  </a:lnTo>
                  <a:lnTo>
                    <a:pt x="2309763" y="109287"/>
                  </a:lnTo>
                  <a:lnTo>
                    <a:pt x="2357728" y="123216"/>
                  </a:lnTo>
                  <a:lnTo>
                    <a:pt x="2403459" y="137827"/>
                  </a:lnTo>
                  <a:lnTo>
                    <a:pt x="2446869" y="153091"/>
                  </a:lnTo>
                  <a:lnTo>
                    <a:pt x="2487870" y="168984"/>
                  </a:lnTo>
                  <a:lnTo>
                    <a:pt x="2526376" y="185477"/>
                  </a:lnTo>
                  <a:lnTo>
                    <a:pt x="2562300" y="202546"/>
                  </a:lnTo>
                  <a:lnTo>
                    <a:pt x="2626057" y="238302"/>
                  </a:lnTo>
                  <a:lnTo>
                    <a:pt x="2678444" y="276042"/>
                  </a:lnTo>
                  <a:lnTo>
                    <a:pt x="2718769" y="315552"/>
                  </a:lnTo>
                  <a:lnTo>
                    <a:pt x="2746337" y="356622"/>
                  </a:lnTo>
                  <a:lnTo>
                    <a:pt x="2760454" y="399040"/>
                  </a:lnTo>
                  <a:lnTo>
                    <a:pt x="2762251" y="420689"/>
                  </a:lnTo>
                  <a:lnTo>
                    <a:pt x="2760454" y="442337"/>
                  </a:lnTo>
                  <a:lnTo>
                    <a:pt x="2746337" y="484755"/>
                  </a:lnTo>
                  <a:lnTo>
                    <a:pt x="2718769" y="525825"/>
                  </a:lnTo>
                  <a:lnTo>
                    <a:pt x="2678444" y="565335"/>
                  </a:lnTo>
                  <a:lnTo>
                    <a:pt x="2626057" y="603074"/>
                  </a:lnTo>
                  <a:lnTo>
                    <a:pt x="2562300" y="638831"/>
                  </a:lnTo>
                  <a:lnTo>
                    <a:pt x="2526376" y="655900"/>
                  </a:lnTo>
                  <a:lnTo>
                    <a:pt x="2487870" y="672393"/>
                  </a:lnTo>
                  <a:lnTo>
                    <a:pt x="2446869" y="688286"/>
                  </a:lnTo>
                  <a:lnTo>
                    <a:pt x="2403459" y="703550"/>
                  </a:lnTo>
                  <a:lnTo>
                    <a:pt x="2357728" y="718160"/>
                  </a:lnTo>
                  <a:lnTo>
                    <a:pt x="2309763" y="732090"/>
                  </a:lnTo>
                  <a:lnTo>
                    <a:pt x="2259649" y="745312"/>
                  </a:lnTo>
                  <a:lnTo>
                    <a:pt x="2207474" y="757801"/>
                  </a:lnTo>
                  <a:lnTo>
                    <a:pt x="2153325" y="769530"/>
                  </a:lnTo>
                  <a:lnTo>
                    <a:pt x="2097289" y="780473"/>
                  </a:lnTo>
                  <a:lnTo>
                    <a:pt x="2039451" y="790602"/>
                  </a:lnTo>
                  <a:lnTo>
                    <a:pt x="1979900" y="799893"/>
                  </a:lnTo>
                  <a:lnTo>
                    <a:pt x="1918721" y="808317"/>
                  </a:lnTo>
                  <a:lnTo>
                    <a:pt x="1856002" y="815850"/>
                  </a:lnTo>
                  <a:lnTo>
                    <a:pt x="1791829" y="822464"/>
                  </a:lnTo>
                  <a:lnTo>
                    <a:pt x="1726290" y="828133"/>
                  </a:lnTo>
                  <a:lnTo>
                    <a:pt x="1659470" y="832830"/>
                  </a:lnTo>
                  <a:lnTo>
                    <a:pt x="1591457" y="836530"/>
                  </a:lnTo>
                  <a:lnTo>
                    <a:pt x="1522337" y="839205"/>
                  </a:lnTo>
                  <a:lnTo>
                    <a:pt x="1452198" y="840830"/>
                  </a:lnTo>
                  <a:lnTo>
                    <a:pt x="1381125" y="841377"/>
                  </a:lnTo>
                  <a:lnTo>
                    <a:pt x="1310053" y="840830"/>
                  </a:lnTo>
                  <a:lnTo>
                    <a:pt x="1239913" y="839205"/>
                  </a:lnTo>
                  <a:lnTo>
                    <a:pt x="1170793" y="836530"/>
                  </a:lnTo>
                  <a:lnTo>
                    <a:pt x="1102780" y="832830"/>
                  </a:lnTo>
                  <a:lnTo>
                    <a:pt x="1035960" y="828133"/>
                  </a:lnTo>
                  <a:lnTo>
                    <a:pt x="970421" y="822464"/>
                  </a:lnTo>
                  <a:lnTo>
                    <a:pt x="906248" y="815850"/>
                  </a:lnTo>
                  <a:lnTo>
                    <a:pt x="843529" y="808317"/>
                  </a:lnTo>
                  <a:lnTo>
                    <a:pt x="782350" y="799893"/>
                  </a:lnTo>
                  <a:lnTo>
                    <a:pt x="722799" y="790602"/>
                  </a:lnTo>
                  <a:lnTo>
                    <a:pt x="664961" y="780473"/>
                  </a:lnTo>
                  <a:lnTo>
                    <a:pt x="608925" y="769530"/>
                  </a:lnTo>
                  <a:lnTo>
                    <a:pt x="554776" y="757801"/>
                  </a:lnTo>
                  <a:lnTo>
                    <a:pt x="502601" y="745312"/>
                  </a:lnTo>
                  <a:lnTo>
                    <a:pt x="452487" y="732090"/>
                  </a:lnTo>
                  <a:lnTo>
                    <a:pt x="404522" y="718160"/>
                  </a:lnTo>
                  <a:lnTo>
                    <a:pt x="358791" y="703550"/>
                  </a:lnTo>
                  <a:lnTo>
                    <a:pt x="315381" y="688286"/>
                  </a:lnTo>
                  <a:lnTo>
                    <a:pt x="274380" y="672393"/>
                  </a:lnTo>
                  <a:lnTo>
                    <a:pt x="235874" y="655900"/>
                  </a:lnTo>
                  <a:lnTo>
                    <a:pt x="199950" y="638831"/>
                  </a:lnTo>
                  <a:lnTo>
                    <a:pt x="136193" y="603074"/>
                  </a:lnTo>
                  <a:lnTo>
                    <a:pt x="83806" y="565335"/>
                  </a:lnTo>
                  <a:lnTo>
                    <a:pt x="43481" y="525825"/>
                  </a:lnTo>
                  <a:lnTo>
                    <a:pt x="15913" y="484755"/>
                  </a:lnTo>
                  <a:lnTo>
                    <a:pt x="1797" y="442337"/>
                  </a:lnTo>
                  <a:lnTo>
                    <a:pt x="0" y="420689"/>
                  </a:lnTo>
                  <a:close/>
                </a:path>
              </a:pathLst>
            </a:custGeom>
            <a:ln w="28574">
              <a:solidFill>
                <a:srgbClr val="ECEBEB"/>
              </a:solidFill>
            </a:ln>
          </p:spPr>
          <p:txBody>
            <a:bodyPr wrap="square" lIns="0" tIns="0" rIns="0" bIns="0" rtlCol="0"/>
            <a:lstStyle/>
            <a:p>
              <a:endParaRPr/>
            </a:p>
          </p:txBody>
        </p:sp>
        <p:sp>
          <p:nvSpPr>
            <p:cNvPr id="6" name="object 6"/>
            <p:cNvSpPr/>
            <p:nvPr/>
          </p:nvSpPr>
          <p:spPr>
            <a:xfrm>
              <a:off x="4468283" y="2781300"/>
              <a:ext cx="2825750" cy="757555"/>
            </a:xfrm>
            <a:custGeom>
              <a:avLst/>
              <a:gdLst/>
              <a:ahLst/>
              <a:cxnLst/>
              <a:rect l="l" t="t" r="r" b="b"/>
              <a:pathLst>
                <a:path w="2825750" h="757554">
                  <a:moveTo>
                    <a:pt x="1412875" y="0"/>
                  </a:moveTo>
                  <a:lnTo>
                    <a:pt x="1340168" y="492"/>
                  </a:lnTo>
                  <a:lnTo>
                    <a:pt x="1268416" y="1954"/>
                  </a:lnTo>
                  <a:lnTo>
                    <a:pt x="1197708" y="4362"/>
                  </a:lnTo>
                  <a:lnTo>
                    <a:pt x="1128131" y="7692"/>
                  </a:lnTo>
                  <a:lnTo>
                    <a:pt x="1059775" y="11919"/>
                  </a:lnTo>
                  <a:lnTo>
                    <a:pt x="992729" y="17022"/>
                  </a:lnTo>
                  <a:lnTo>
                    <a:pt x="927081" y="22974"/>
                  </a:lnTo>
                  <a:lnTo>
                    <a:pt x="862920" y="29753"/>
                  </a:lnTo>
                  <a:lnTo>
                    <a:pt x="800335" y="37336"/>
                  </a:lnTo>
                  <a:lnTo>
                    <a:pt x="739415" y="45697"/>
                  </a:lnTo>
                  <a:lnTo>
                    <a:pt x="680248" y="54814"/>
                  </a:lnTo>
                  <a:lnTo>
                    <a:pt x="622923" y="64662"/>
                  </a:lnTo>
                  <a:lnTo>
                    <a:pt x="567529" y="75218"/>
                  </a:lnTo>
                  <a:lnTo>
                    <a:pt x="514155" y="86458"/>
                  </a:lnTo>
                  <a:lnTo>
                    <a:pt x="462890" y="98358"/>
                  </a:lnTo>
                  <a:lnTo>
                    <a:pt x="413821" y="110895"/>
                  </a:lnTo>
                  <a:lnTo>
                    <a:pt x="367039" y="124044"/>
                  </a:lnTo>
                  <a:lnTo>
                    <a:pt x="322632" y="137782"/>
                  </a:lnTo>
                  <a:lnTo>
                    <a:pt x="280688" y="152085"/>
                  </a:lnTo>
                  <a:lnTo>
                    <a:pt x="241297" y="166930"/>
                  </a:lnTo>
                  <a:lnTo>
                    <a:pt x="204546" y="182292"/>
                  </a:lnTo>
                  <a:lnTo>
                    <a:pt x="139324" y="214472"/>
                  </a:lnTo>
                  <a:lnTo>
                    <a:pt x="85732" y="248437"/>
                  </a:lnTo>
                  <a:lnTo>
                    <a:pt x="44481" y="283997"/>
                  </a:lnTo>
                  <a:lnTo>
                    <a:pt x="16279" y="320960"/>
                  </a:lnTo>
                  <a:lnTo>
                    <a:pt x="1838" y="359136"/>
                  </a:lnTo>
                  <a:lnTo>
                    <a:pt x="0" y="378620"/>
                  </a:lnTo>
                  <a:lnTo>
                    <a:pt x="1838" y="398103"/>
                  </a:lnTo>
                  <a:lnTo>
                    <a:pt x="16279" y="436280"/>
                  </a:lnTo>
                  <a:lnTo>
                    <a:pt x="44481" y="473243"/>
                  </a:lnTo>
                  <a:lnTo>
                    <a:pt x="85732" y="508802"/>
                  </a:lnTo>
                  <a:lnTo>
                    <a:pt x="139324" y="542767"/>
                  </a:lnTo>
                  <a:lnTo>
                    <a:pt x="204546" y="574948"/>
                  </a:lnTo>
                  <a:lnTo>
                    <a:pt x="241297" y="590310"/>
                  </a:lnTo>
                  <a:lnTo>
                    <a:pt x="280688" y="605154"/>
                  </a:lnTo>
                  <a:lnTo>
                    <a:pt x="322632" y="619457"/>
                  </a:lnTo>
                  <a:lnTo>
                    <a:pt x="367039" y="633195"/>
                  </a:lnTo>
                  <a:lnTo>
                    <a:pt x="413821" y="646345"/>
                  </a:lnTo>
                  <a:lnTo>
                    <a:pt x="462890" y="658881"/>
                  </a:lnTo>
                  <a:lnTo>
                    <a:pt x="514155" y="670781"/>
                  </a:lnTo>
                  <a:lnTo>
                    <a:pt x="567529" y="682021"/>
                  </a:lnTo>
                  <a:lnTo>
                    <a:pt x="622923" y="692577"/>
                  </a:lnTo>
                  <a:lnTo>
                    <a:pt x="680248" y="702426"/>
                  </a:lnTo>
                  <a:lnTo>
                    <a:pt x="739415" y="711542"/>
                  </a:lnTo>
                  <a:lnTo>
                    <a:pt x="800335" y="719904"/>
                  </a:lnTo>
                  <a:lnTo>
                    <a:pt x="862920" y="727486"/>
                  </a:lnTo>
                  <a:lnTo>
                    <a:pt x="927081" y="734265"/>
                  </a:lnTo>
                  <a:lnTo>
                    <a:pt x="992729" y="740218"/>
                  </a:lnTo>
                  <a:lnTo>
                    <a:pt x="1059775" y="745320"/>
                  </a:lnTo>
                  <a:lnTo>
                    <a:pt x="1128131" y="749547"/>
                  </a:lnTo>
                  <a:lnTo>
                    <a:pt x="1197708" y="752877"/>
                  </a:lnTo>
                  <a:lnTo>
                    <a:pt x="1268416" y="755285"/>
                  </a:lnTo>
                  <a:lnTo>
                    <a:pt x="1340168" y="756747"/>
                  </a:lnTo>
                  <a:lnTo>
                    <a:pt x="1412875" y="757240"/>
                  </a:lnTo>
                  <a:lnTo>
                    <a:pt x="1485581" y="756747"/>
                  </a:lnTo>
                  <a:lnTo>
                    <a:pt x="1557333" y="755285"/>
                  </a:lnTo>
                  <a:lnTo>
                    <a:pt x="1628041" y="752877"/>
                  </a:lnTo>
                  <a:lnTo>
                    <a:pt x="1697618" y="749547"/>
                  </a:lnTo>
                  <a:lnTo>
                    <a:pt x="1765974" y="745320"/>
                  </a:lnTo>
                  <a:lnTo>
                    <a:pt x="1833020" y="740218"/>
                  </a:lnTo>
                  <a:lnTo>
                    <a:pt x="1898668" y="734265"/>
                  </a:lnTo>
                  <a:lnTo>
                    <a:pt x="1962829" y="727486"/>
                  </a:lnTo>
                  <a:lnTo>
                    <a:pt x="2025414" y="719904"/>
                  </a:lnTo>
                  <a:lnTo>
                    <a:pt x="2086335" y="711542"/>
                  </a:lnTo>
                  <a:lnTo>
                    <a:pt x="2145502" y="702426"/>
                  </a:lnTo>
                  <a:lnTo>
                    <a:pt x="2202826" y="692577"/>
                  </a:lnTo>
                  <a:lnTo>
                    <a:pt x="2258220" y="682021"/>
                  </a:lnTo>
                  <a:lnTo>
                    <a:pt x="2311594" y="670781"/>
                  </a:lnTo>
                  <a:lnTo>
                    <a:pt x="2362860" y="658881"/>
                  </a:lnTo>
                  <a:lnTo>
                    <a:pt x="2411928" y="646345"/>
                  </a:lnTo>
                  <a:lnTo>
                    <a:pt x="2458710" y="633195"/>
                  </a:lnTo>
                  <a:lnTo>
                    <a:pt x="2503118" y="619457"/>
                  </a:lnTo>
                  <a:lnTo>
                    <a:pt x="2545061" y="605154"/>
                  </a:lnTo>
                  <a:lnTo>
                    <a:pt x="2584453" y="590310"/>
                  </a:lnTo>
                  <a:lnTo>
                    <a:pt x="2621203" y="574948"/>
                  </a:lnTo>
                  <a:lnTo>
                    <a:pt x="2686425" y="542767"/>
                  </a:lnTo>
                  <a:lnTo>
                    <a:pt x="2740017" y="508802"/>
                  </a:lnTo>
                  <a:lnTo>
                    <a:pt x="2781268" y="473243"/>
                  </a:lnTo>
                  <a:lnTo>
                    <a:pt x="2809470" y="436280"/>
                  </a:lnTo>
                  <a:lnTo>
                    <a:pt x="2823911" y="398103"/>
                  </a:lnTo>
                  <a:lnTo>
                    <a:pt x="2825750" y="378620"/>
                  </a:lnTo>
                  <a:lnTo>
                    <a:pt x="2823911" y="359136"/>
                  </a:lnTo>
                  <a:lnTo>
                    <a:pt x="2809470" y="320960"/>
                  </a:lnTo>
                  <a:lnTo>
                    <a:pt x="2781268" y="283997"/>
                  </a:lnTo>
                  <a:lnTo>
                    <a:pt x="2740017" y="248437"/>
                  </a:lnTo>
                  <a:lnTo>
                    <a:pt x="2686425" y="214472"/>
                  </a:lnTo>
                  <a:lnTo>
                    <a:pt x="2621203" y="182292"/>
                  </a:lnTo>
                  <a:lnTo>
                    <a:pt x="2584453" y="166930"/>
                  </a:lnTo>
                  <a:lnTo>
                    <a:pt x="2545061" y="152085"/>
                  </a:lnTo>
                  <a:lnTo>
                    <a:pt x="2503118" y="137782"/>
                  </a:lnTo>
                  <a:lnTo>
                    <a:pt x="2458710" y="124044"/>
                  </a:lnTo>
                  <a:lnTo>
                    <a:pt x="2411928" y="110895"/>
                  </a:lnTo>
                  <a:lnTo>
                    <a:pt x="2362860" y="98358"/>
                  </a:lnTo>
                  <a:lnTo>
                    <a:pt x="2311594" y="86458"/>
                  </a:lnTo>
                  <a:lnTo>
                    <a:pt x="2258220" y="75218"/>
                  </a:lnTo>
                  <a:lnTo>
                    <a:pt x="2202826" y="64662"/>
                  </a:lnTo>
                  <a:lnTo>
                    <a:pt x="2145502" y="54814"/>
                  </a:lnTo>
                  <a:lnTo>
                    <a:pt x="2086335" y="45697"/>
                  </a:lnTo>
                  <a:lnTo>
                    <a:pt x="2025414" y="37336"/>
                  </a:lnTo>
                  <a:lnTo>
                    <a:pt x="1962829" y="29753"/>
                  </a:lnTo>
                  <a:lnTo>
                    <a:pt x="1898668" y="22974"/>
                  </a:lnTo>
                  <a:lnTo>
                    <a:pt x="1833020" y="17022"/>
                  </a:lnTo>
                  <a:lnTo>
                    <a:pt x="1765974" y="11919"/>
                  </a:lnTo>
                  <a:lnTo>
                    <a:pt x="1697618" y="7692"/>
                  </a:lnTo>
                  <a:lnTo>
                    <a:pt x="1628041" y="4362"/>
                  </a:lnTo>
                  <a:lnTo>
                    <a:pt x="1557333" y="1954"/>
                  </a:lnTo>
                  <a:lnTo>
                    <a:pt x="1485581" y="492"/>
                  </a:lnTo>
                  <a:lnTo>
                    <a:pt x="1412875" y="0"/>
                  </a:lnTo>
                  <a:close/>
                </a:path>
              </a:pathLst>
            </a:custGeom>
            <a:solidFill>
              <a:srgbClr val="7A4779"/>
            </a:solidFill>
          </p:spPr>
          <p:txBody>
            <a:bodyPr wrap="square" lIns="0" tIns="0" rIns="0" bIns="0" rtlCol="0"/>
            <a:lstStyle/>
            <a:p>
              <a:endParaRPr/>
            </a:p>
          </p:txBody>
        </p:sp>
        <p:sp>
          <p:nvSpPr>
            <p:cNvPr id="7" name="object 7"/>
            <p:cNvSpPr/>
            <p:nvPr/>
          </p:nvSpPr>
          <p:spPr>
            <a:xfrm>
              <a:off x="4468283" y="2781300"/>
              <a:ext cx="2825750" cy="757555"/>
            </a:xfrm>
            <a:custGeom>
              <a:avLst/>
              <a:gdLst/>
              <a:ahLst/>
              <a:cxnLst/>
              <a:rect l="l" t="t" r="r" b="b"/>
              <a:pathLst>
                <a:path w="2825750" h="757554">
                  <a:moveTo>
                    <a:pt x="0" y="378619"/>
                  </a:moveTo>
                  <a:lnTo>
                    <a:pt x="7294" y="339908"/>
                  </a:lnTo>
                  <a:lnTo>
                    <a:pt x="28704" y="302314"/>
                  </a:lnTo>
                  <a:lnTo>
                    <a:pt x="63520" y="266029"/>
                  </a:lnTo>
                  <a:lnTo>
                    <a:pt x="111030" y="231244"/>
                  </a:lnTo>
                  <a:lnTo>
                    <a:pt x="170526" y="198147"/>
                  </a:lnTo>
                  <a:lnTo>
                    <a:pt x="241296" y="166929"/>
                  </a:lnTo>
                  <a:lnTo>
                    <a:pt x="280688" y="152085"/>
                  </a:lnTo>
                  <a:lnTo>
                    <a:pt x="322631" y="137782"/>
                  </a:lnTo>
                  <a:lnTo>
                    <a:pt x="367039" y="124044"/>
                  </a:lnTo>
                  <a:lnTo>
                    <a:pt x="413821" y="110895"/>
                  </a:lnTo>
                  <a:lnTo>
                    <a:pt x="462889" y="98358"/>
                  </a:lnTo>
                  <a:lnTo>
                    <a:pt x="514155" y="86458"/>
                  </a:lnTo>
                  <a:lnTo>
                    <a:pt x="567529" y="75218"/>
                  </a:lnTo>
                  <a:lnTo>
                    <a:pt x="622922" y="64662"/>
                  </a:lnTo>
                  <a:lnTo>
                    <a:pt x="680247" y="54814"/>
                  </a:lnTo>
                  <a:lnTo>
                    <a:pt x="739414" y="45697"/>
                  </a:lnTo>
                  <a:lnTo>
                    <a:pt x="800335" y="37336"/>
                  </a:lnTo>
                  <a:lnTo>
                    <a:pt x="862920" y="29753"/>
                  </a:lnTo>
                  <a:lnTo>
                    <a:pt x="927080" y="22974"/>
                  </a:lnTo>
                  <a:lnTo>
                    <a:pt x="992728" y="17022"/>
                  </a:lnTo>
                  <a:lnTo>
                    <a:pt x="1059775" y="11919"/>
                  </a:lnTo>
                  <a:lnTo>
                    <a:pt x="1128131" y="7692"/>
                  </a:lnTo>
                  <a:lnTo>
                    <a:pt x="1197707" y="4362"/>
                  </a:lnTo>
                  <a:lnTo>
                    <a:pt x="1268416" y="1954"/>
                  </a:lnTo>
                  <a:lnTo>
                    <a:pt x="1340168" y="492"/>
                  </a:lnTo>
                  <a:lnTo>
                    <a:pt x="1412874" y="0"/>
                  </a:lnTo>
                  <a:lnTo>
                    <a:pt x="1485580" y="492"/>
                  </a:lnTo>
                  <a:lnTo>
                    <a:pt x="1557332" y="1954"/>
                  </a:lnTo>
                  <a:lnTo>
                    <a:pt x="1628041" y="4362"/>
                  </a:lnTo>
                  <a:lnTo>
                    <a:pt x="1697617" y="7692"/>
                  </a:lnTo>
                  <a:lnTo>
                    <a:pt x="1765973" y="11919"/>
                  </a:lnTo>
                  <a:lnTo>
                    <a:pt x="1833020" y="17022"/>
                  </a:lnTo>
                  <a:lnTo>
                    <a:pt x="1898668" y="22974"/>
                  </a:lnTo>
                  <a:lnTo>
                    <a:pt x="1962828" y="29753"/>
                  </a:lnTo>
                  <a:lnTo>
                    <a:pt x="2025413" y="37336"/>
                  </a:lnTo>
                  <a:lnTo>
                    <a:pt x="2086334" y="45697"/>
                  </a:lnTo>
                  <a:lnTo>
                    <a:pt x="2145501" y="54814"/>
                  </a:lnTo>
                  <a:lnTo>
                    <a:pt x="2202825" y="64662"/>
                  </a:lnTo>
                  <a:lnTo>
                    <a:pt x="2258219" y="75218"/>
                  </a:lnTo>
                  <a:lnTo>
                    <a:pt x="2311593" y="86458"/>
                  </a:lnTo>
                  <a:lnTo>
                    <a:pt x="2362859" y="98358"/>
                  </a:lnTo>
                  <a:lnTo>
                    <a:pt x="2411927" y="110895"/>
                  </a:lnTo>
                  <a:lnTo>
                    <a:pt x="2458709" y="124044"/>
                  </a:lnTo>
                  <a:lnTo>
                    <a:pt x="2503117" y="137782"/>
                  </a:lnTo>
                  <a:lnTo>
                    <a:pt x="2545060" y="152085"/>
                  </a:lnTo>
                  <a:lnTo>
                    <a:pt x="2584452" y="166929"/>
                  </a:lnTo>
                  <a:lnTo>
                    <a:pt x="2621202" y="182291"/>
                  </a:lnTo>
                  <a:lnTo>
                    <a:pt x="2686424" y="214472"/>
                  </a:lnTo>
                  <a:lnTo>
                    <a:pt x="2740016" y="248437"/>
                  </a:lnTo>
                  <a:lnTo>
                    <a:pt x="2781268" y="283996"/>
                  </a:lnTo>
                  <a:lnTo>
                    <a:pt x="2809469" y="320959"/>
                  </a:lnTo>
                  <a:lnTo>
                    <a:pt x="2823910" y="359136"/>
                  </a:lnTo>
                  <a:lnTo>
                    <a:pt x="2825749" y="378619"/>
                  </a:lnTo>
                  <a:lnTo>
                    <a:pt x="2823910" y="398103"/>
                  </a:lnTo>
                  <a:lnTo>
                    <a:pt x="2809469" y="436279"/>
                  </a:lnTo>
                  <a:lnTo>
                    <a:pt x="2781268" y="473242"/>
                  </a:lnTo>
                  <a:lnTo>
                    <a:pt x="2740016" y="508802"/>
                  </a:lnTo>
                  <a:lnTo>
                    <a:pt x="2686424" y="542767"/>
                  </a:lnTo>
                  <a:lnTo>
                    <a:pt x="2621202" y="574948"/>
                  </a:lnTo>
                  <a:lnTo>
                    <a:pt x="2584452" y="590309"/>
                  </a:lnTo>
                  <a:lnTo>
                    <a:pt x="2545060" y="605154"/>
                  </a:lnTo>
                  <a:lnTo>
                    <a:pt x="2503117" y="619457"/>
                  </a:lnTo>
                  <a:lnTo>
                    <a:pt x="2458709" y="633195"/>
                  </a:lnTo>
                  <a:lnTo>
                    <a:pt x="2411927" y="646344"/>
                  </a:lnTo>
                  <a:lnTo>
                    <a:pt x="2362859" y="658881"/>
                  </a:lnTo>
                  <a:lnTo>
                    <a:pt x="2311593" y="670781"/>
                  </a:lnTo>
                  <a:lnTo>
                    <a:pt x="2258219" y="682021"/>
                  </a:lnTo>
                  <a:lnTo>
                    <a:pt x="2202825" y="692577"/>
                  </a:lnTo>
                  <a:lnTo>
                    <a:pt x="2145501" y="702425"/>
                  </a:lnTo>
                  <a:lnTo>
                    <a:pt x="2086334" y="711542"/>
                  </a:lnTo>
                  <a:lnTo>
                    <a:pt x="2025413" y="719903"/>
                  </a:lnTo>
                  <a:lnTo>
                    <a:pt x="1962828" y="727485"/>
                  </a:lnTo>
                  <a:lnTo>
                    <a:pt x="1898668" y="734265"/>
                  </a:lnTo>
                  <a:lnTo>
                    <a:pt x="1833020" y="740217"/>
                  </a:lnTo>
                  <a:lnTo>
                    <a:pt x="1765973" y="745319"/>
                  </a:lnTo>
                  <a:lnTo>
                    <a:pt x="1697617" y="749547"/>
                  </a:lnTo>
                  <a:lnTo>
                    <a:pt x="1628041" y="752877"/>
                  </a:lnTo>
                  <a:lnTo>
                    <a:pt x="1557332" y="755284"/>
                  </a:lnTo>
                  <a:lnTo>
                    <a:pt x="1485580" y="756747"/>
                  </a:lnTo>
                  <a:lnTo>
                    <a:pt x="1412874" y="757239"/>
                  </a:lnTo>
                  <a:lnTo>
                    <a:pt x="1340168" y="756747"/>
                  </a:lnTo>
                  <a:lnTo>
                    <a:pt x="1268416" y="755284"/>
                  </a:lnTo>
                  <a:lnTo>
                    <a:pt x="1197707" y="752877"/>
                  </a:lnTo>
                  <a:lnTo>
                    <a:pt x="1128131" y="749547"/>
                  </a:lnTo>
                  <a:lnTo>
                    <a:pt x="1059775" y="745319"/>
                  </a:lnTo>
                  <a:lnTo>
                    <a:pt x="992728" y="740217"/>
                  </a:lnTo>
                  <a:lnTo>
                    <a:pt x="927080" y="734265"/>
                  </a:lnTo>
                  <a:lnTo>
                    <a:pt x="862920" y="727485"/>
                  </a:lnTo>
                  <a:lnTo>
                    <a:pt x="800335" y="719903"/>
                  </a:lnTo>
                  <a:lnTo>
                    <a:pt x="739414" y="711542"/>
                  </a:lnTo>
                  <a:lnTo>
                    <a:pt x="680247" y="702425"/>
                  </a:lnTo>
                  <a:lnTo>
                    <a:pt x="622922" y="692577"/>
                  </a:lnTo>
                  <a:lnTo>
                    <a:pt x="567529" y="682021"/>
                  </a:lnTo>
                  <a:lnTo>
                    <a:pt x="514155" y="670781"/>
                  </a:lnTo>
                  <a:lnTo>
                    <a:pt x="462889" y="658881"/>
                  </a:lnTo>
                  <a:lnTo>
                    <a:pt x="413821" y="646344"/>
                  </a:lnTo>
                  <a:lnTo>
                    <a:pt x="367039" y="633195"/>
                  </a:lnTo>
                  <a:lnTo>
                    <a:pt x="322631" y="619457"/>
                  </a:lnTo>
                  <a:lnTo>
                    <a:pt x="280688" y="605154"/>
                  </a:lnTo>
                  <a:lnTo>
                    <a:pt x="241296" y="590309"/>
                  </a:lnTo>
                  <a:lnTo>
                    <a:pt x="204546" y="574948"/>
                  </a:lnTo>
                  <a:lnTo>
                    <a:pt x="139324" y="542767"/>
                  </a:lnTo>
                  <a:lnTo>
                    <a:pt x="85732" y="508802"/>
                  </a:lnTo>
                  <a:lnTo>
                    <a:pt x="44481" y="473242"/>
                  </a:lnTo>
                  <a:lnTo>
                    <a:pt x="16279" y="436279"/>
                  </a:lnTo>
                  <a:lnTo>
                    <a:pt x="1838" y="398103"/>
                  </a:lnTo>
                  <a:lnTo>
                    <a:pt x="0" y="378619"/>
                  </a:lnTo>
                  <a:close/>
                </a:path>
              </a:pathLst>
            </a:custGeom>
            <a:ln w="28574">
              <a:solidFill>
                <a:srgbClr val="ECEBEB"/>
              </a:solidFill>
            </a:ln>
          </p:spPr>
          <p:txBody>
            <a:bodyPr wrap="square" lIns="0" tIns="0" rIns="0" bIns="0" rtlCol="0"/>
            <a:lstStyle/>
            <a:p>
              <a:endParaRPr/>
            </a:p>
          </p:txBody>
        </p:sp>
        <p:sp>
          <p:nvSpPr>
            <p:cNvPr id="8" name="object 8"/>
            <p:cNvSpPr txBox="1"/>
            <p:nvPr/>
          </p:nvSpPr>
          <p:spPr>
            <a:xfrm>
              <a:off x="4830894" y="1517016"/>
              <a:ext cx="2101215" cy="2011680"/>
            </a:xfrm>
            <a:prstGeom prst="rect">
              <a:avLst/>
            </a:prstGeom>
          </p:spPr>
          <p:txBody>
            <a:bodyPr vert="horz" wrap="square" lIns="0" tIns="12700" rIns="0" bIns="0" rtlCol="0">
              <a:spAutoFit/>
            </a:bodyPr>
            <a:lstStyle/>
            <a:p>
              <a:pPr marL="6985" algn="ctr">
                <a:lnSpc>
                  <a:spcPts val="2840"/>
                </a:lnSpc>
                <a:spcBef>
                  <a:spcPts val="100"/>
                </a:spcBef>
              </a:pPr>
              <a:r>
                <a:rPr sz="2400" dirty="0">
                  <a:solidFill>
                    <a:srgbClr val="FFFFFF"/>
                  </a:solidFill>
                  <a:latin typeface="华文新魏" panose="02010800040101010101" charset="-122"/>
                  <a:cs typeface="华文新魏" panose="02010800040101010101" charset="-122"/>
                </a:rPr>
                <a:t>取款</a:t>
              </a:r>
              <a:endParaRPr sz="2400">
                <a:latin typeface="华文新魏" panose="02010800040101010101" charset="-122"/>
                <a:cs typeface="华文新魏" panose="02010800040101010101" charset="-122"/>
              </a:endParaRPr>
            </a:p>
            <a:p>
              <a:pPr algn="ctr">
                <a:lnSpc>
                  <a:spcPts val="2840"/>
                </a:lnSpc>
              </a:pPr>
              <a:r>
                <a:rPr sz="2400" spc="-5" dirty="0">
                  <a:solidFill>
                    <a:srgbClr val="FFFFFF"/>
                  </a:solidFill>
                  <a:latin typeface="Calibri" panose="020F0502020204030204"/>
                  <a:cs typeface="Calibri" panose="020F0502020204030204"/>
                </a:rPr>
                <a:t>(Withdraw</a:t>
              </a:r>
              <a:r>
                <a:rPr sz="2400" spc="-65" dirty="0">
                  <a:solidFill>
                    <a:srgbClr val="FFFFFF"/>
                  </a:solidFill>
                  <a:latin typeface="Calibri" panose="020F0502020204030204"/>
                  <a:cs typeface="Calibri" panose="020F0502020204030204"/>
                </a:rPr>
                <a:t> </a:t>
              </a:r>
              <a:r>
                <a:rPr sz="2400" dirty="0">
                  <a:solidFill>
                    <a:srgbClr val="FFFFFF"/>
                  </a:solidFill>
                  <a:latin typeface="Calibri" panose="020F0502020204030204"/>
                  <a:cs typeface="Calibri" panose="020F0502020204030204"/>
                </a:rPr>
                <a:t>Cash)</a:t>
              </a:r>
              <a:endParaRPr sz="2400">
                <a:latin typeface="Calibri" panose="020F0502020204030204"/>
                <a:cs typeface="Calibri" panose="020F0502020204030204"/>
              </a:endParaRPr>
            </a:p>
            <a:p>
              <a:pPr>
                <a:lnSpc>
                  <a:spcPct val="100000"/>
                </a:lnSpc>
                <a:spcBef>
                  <a:spcPts val="20"/>
                </a:spcBef>
              </a:pPr>
              <a:endParaRPr sz="3700">
                <a:latin typeface="Times New Roman" panose="02020603050405020304"/>
                <a:cs typeface="Times New Roman" panose="02020603050405020304"/>
              </a:endParaRPr>
            </a:p>
            <a:p>
              <a:pPr marR="3810" algn="ctr">
                <a:lnSpc>
                  <a:spcPts val="2840"/>
                </a:lnSpc>
              </a:pPr>
              <a:r>
                <a:rPr sz="2400" dirty="0">
                  <a:solidFill>
                    <a:srgbClr val="FFFFFF"/>
                  </a:solidFill>
                  <a:latin typeface="华文新魏" panose="02010800040101010101" charset="-122"/>
                  <a:cs typeface="华文新魏" panose="02010800040101010101" charset="-122"/>
                </a:rPr>
                <a:t>转账</a:t>
              </a:r>
              <a:endParaRPr sz="2400">
                <a:latin typeface="华文新魏" panose="02010800040101010101" charset="-122"/>
                <a:cs typeface="华文新魏" panose="02010800040101010101" charset="-122"/>
              </a:endParaRPr>
            </a:p>
            <a:p>
              <a:pPr marL="5715" algn="ctr">
                <a:lnSpc>
                  <a:spcPts val="2840"/>
                </a:lnSpc>
              </a:pPr>
              <a:r>
                <a:rPr sz="2400" spc="-5" dirty="0">
                  <a:solidFill>
                    <a:srgbClr val="FFFFFF"/>
                  </a:solidFill>
                  <a:latin typeface="Calibri" panose="020F0502020204030204"/>
                  <a:cs typeface="Calibri" panose="020F0502020204030204"/>
                </a:rPr>
                <a:t>(Transfer</a:t>
              </a:r>
              <a:r>
                <a:rPr sz="2400" spc="-45" dirty="0">
                  <a:solidFill>
                    <a:srgbClr val="FFFFFF"/>
                  </a:solidFill>
                  <a:latin typeface="Calibri" panose="020F0502020204030204"/>
                  <a:cs typeface="Calibri" panose="020F0502020204030204"/>
                </a:rPr>
                <a:t> </a:t>
              </a:r>
              <a:r>
                <a:rPr sz="2400" dirty="0">
                  <a:solidFill>
                    <a:srgbClr val="FFFFFF"/>
                  </a:solidFill>
                  <a:latin typeface="Calibri" panose="020F0502020204030204"/>
                  <a:cs typeface="Calibri" panose="020F0502020204030204"/>
                </a:rPr>
                <a:t>Funds)</a:t>
              </a:r>
              <a:endParaRPr sz="2400">
                <a:latin typeface="Calibri" panose="020F0502020204030204"/>
                <a:cs typeface="Calibri" panose="020F0502020204030204"/>
              </a:endParaRPr>
            </a:p>
          </p:txBody>
        </p:sp>
        <p:sp>
          <p:nvSpPr>
            <p:cNvPr id="9" name="object 9"/>
            <p:cNvSpPr/>
            <p:nvPr/>
          </p:nvSpPr>
          <p:spPr>
            <a:xfrm>
              <a:off x="4347633" y="4003675"/>
              <a:ext cx="3067050" cy="749300"/>
            </a:xfrm>
            <a:custGeom>
              <a:avLst/>
              <a:gdLst/>
              <a:ahLst/>
              <a:cxnLst/>
              <a:rect l="l" t="t" r="r" b="b"/>
              <a:pathLst>
                <a:path w="3067050" h="749300">
                  <a:moveTo>
                    <a:pt x="1533525" y="0"/>
                  </a:moveTo>
                  <a:lnTo>
                    <a:pt x="1461334" y="407"/>
                  </a:lnTo>
                  <a:lnTo>
                    <a:pt x="1390003" y="1619"/>
                  </a:lnTo>
                  <a:lnTo>
                    <a:pt x="1319605" y="3616"/>
                  </a:lnTo>
                  <a:lnTo>
                    <a:pt x="1250213" y="6380"/>
                  </a:lnTo>
                  <a:lnTo>
                    <a:pt x="1181901" y="9894"/>
                  </a:lnTo>
                  <a:lnTo>
                    <a:pt x="1114743" y="14140"/>
                  </a:lnTo>
                  <a:lnTo>
                    <a:pt x="1048812" y="19100"/>
                  </a:lnTo>
                  <a:lnTo>
                    <a:pt x="984182" y="24755"/>
                  </a:lnTo>
                  <a:lnTo>
                    <a:pt x="920926" y="31087"/>
                  </a:lnTo>
                  <a:lnTo>
                    <a:pt x="859119" y="38080"/>
                  </a:lnTo>
                  <a:lnTo>
                    <a:pt x="798833" y="45714"/>
                  </a:lnTo>
                  <a:lnTo>
                    <a:pt x="740143" y="53971"/>
                  </a:lnTo>
                  <a:lnTo>
                    <a:pt x="683123" y="62835"/>
                  </a:lnTo>
                  <a:lnTo>
                    <a:pt x="627844" y="72286"/>
                  </a:lnTo>
                  <a:lnTo>
                    <a:pt x="574383" y="82306"/>
                  </a:lnTo>
                  <a:lnTo>
                    <a:pt x="522811" y="92879"/>
                  </a:lnTo>
                  <a:lnTo>
                    <a:pt x="473203" y="103985"/>
                  </a:lnTo>
                  <a:lnTo>
                    <a:pt x="425632" y="115607"/>
                  </a:lnTo>
                  <a:lnTo>
                    <a:pt x="380173" y="127726"/>
                  </a:lnTo>
                  <a:lnTo>
                    <a:pt x="336898" y="140326"/>
                  </a:lnTo>
                  <a:lnTo>
                    <a:pt x="295881" y="153387"/>
                  </a:lnTo>
                  <a:lnTo>
                    <a:pt x="257196" y="166892"/>
                  </a:lnTo>
                  <a:lnTo>
                    <a:pt x="220916" y="180822"/>
                  </a:lnTo>
                  <a:lnTo>
                    <a:pt x="155869" y="209889"/>
                  </a:lnTo>
                  <a:lnTo>
                    <a:pt x="101327" y="240443"/>
                  </a:lnTo>
                  <a:lnTo>
                    <a:pt x="57880" y="272340"/>
                  </a:lnTo>
                  <a:lnTo>
                    <a:pt x="26117" y="305436"/>
                  </a:lnTo>
                  <a:lnTo>
                    <a:pt x="6627" y="339588"/>
                  </a:lnTo>
                  <a:lnTo>
                    <a:pt x="0" y="374651"/>
                  </a:lnTo>
                  <a:lnTo>
                    <a:pt x="1669" y="392287"/>
                  </a:lnTo>
                  <a:lnTo>
                    <a:pt x="26117" y="443866"/>
                  </a:lnTo>
                  <a:lnTo>
                    <a:pt x="57880" y="476962"/>
                  </a:lnTo>
                  <a:lnTo>
                    <a:pt x="101327" y="508859"/>
                  </a:lnTo>
                  <a:lnTo>
                    <a:pt x="155869" y="539413"/>
                  </a:lnTo>
                  <a:lnTo>
                    <a:pt x="220916" y="568479"/>
                  </a:lnTo>
                  <a:lnTo>
                    <a:pt x="257196" y="582410"/>
                  </a:lnTo>
                  <a:lnTo>
                    <a:pt x="295881" y="595915"/>
                  </a:lnTo>
                  <a:lnTo>
                    <a:pt x="336898" y="608976"/>
                  </a:lnTo>
                  <a:lnTo>
                    <a:pt x="380173" y="621575"/>
                  </a:lnTo>
                  <a:lnTo>
                    <a:pt x="425632" y="633695"/>
                  </a:lnTo>
                  <a:lnTo>
                    <a:pt x="473203" y="645317"/>
                  </a:lnTo>
                  <a:lnTo>
                    <a:pt x="522811" y="656423"/>
                  </a:lnTo>
                  <a:lnTo>
                    <a:pt x="574383" y="666995"/>
                  </a:lnTo>
                  <a:lnTo>
                    <a:pt x="627844" y="677016"/>
                  </a:lnTo>
                  <a:lnTo>
                    <a:pt x="683123" y="686467"/>
                  </a:lnTo>
                  <a:lnTo>
                    <a:pt x="740143" y="695330"/>
                  </a:lnTo>
                  <a:lnTo>
                    <a:pt x="798833" y="703588"/>
                  </a:lnTo>
                  <a:lnTo>
                    <a:pt x="859119" y="711222"/>
                  </a:lnTo>
                  <a:lnTo>
                    <a:pt x="920926" y="718214"/>
                  </a:lnTo>
                  <a:lnTo>
                    <a:pt x="984182" y="724547"/>
                  </a:lnTo>
                  <a:lnTo>
                    <a:pt x="1048812" y="730202"/>
                  </a:lnTo>
                  <a:lnTo>
                    <a:pt x="1114743" y="735161"/>
                  </a:lnTo>
                  <a:lnTo>
                    <a:pt x="1181901" y="739407"/>
                  </a:lnTo>
                  <a:lnTo>
                    <a:pt x="1250213" y="742921"/>
                  </a:lnTo>
                  <a:lnTo>
                    <a:pt x="1319605" y="745686"/>
                  </a:lnTo>
                  <a:lnTo>
                    <a:pt x="1390003" y="747683"/>
                  </a:lnTo>
                  <a:lnTo>
                    <a:pt x="1461334" y="748894"/>
                  </a:lnTo>
                  <a:lnTo>
                    <a:pt x="1533525" y="749302"/>
                  </a:lnTo>
                  <a:lnTo>
                    <a:pt x="1605715" y="748894"/>
                  </a:lnTo>
                  <a:lnTo>
                    <a:pt x="1677046" y="747683"/>
                  </a:lnTo>
                  <a:lnTo>
                    <a:pt x="1747444" y="745686"/>
                  </a:lnTo>
                  <a:lnTo>
                    <a:pt x="1816836" y="742921"/>
                  </a:lnTo>
                  <a:lnTo>
                    <a:pt x="1885148" y="739407"/>
                  </a:lnTo>
                  <a:lnTo>
                    <a:pt x="1952306" y="735161"/>
                  </a:lnTo>
                  <a:lnTo>
                    <a:pt x="2018237" y="730202"/>
                  </a:lnTo>
                  <a:lnTo>
                    <a:pt x="2082867" y="724547"/>
                  </a:lnTo>
                  <a:lnTo>
                    <a:pt x="2146123" y="718214"/>
                  </a:lnTo>
                  <a:lnTo>
                    <a:pt x="2207930" y="711222"/>
                  </a:lnTo>
                  <a:lnTo>
                    <a:pt x="2268216" y="703588"/>
                  </a:lnTo>
                  <a:lnTo>
                    <a:pt x="2326906" y="695330"/>
                  </a:lnTo>
                  <a:lnTo>
                    <a:pt x="2383927" y="686467"/>
                  </a:lnTo>
                  <a:lnTo>
                    <a:pt x="2439205" y="677016"/>
                  </a:lnTo>
                  <a:lnTo>
                    <a:pt x="2492667" y="666995"/>
                  </a:lnTo>
                  <a:lnTo>
                    <a:pt x="2544238" y="656423"/>
                  </a:lnTo>
                  <a:lnTo>
                    <a:pt x="2593847" y="645317"/>
                  </a:lnTo>
                  <a:lnTo>
                    <a:pt x="2641417" y="633695"/>
                  </a:lnTo>
                  <a:lnTo>
                    <a:pt x="2686877" y="621575"/>
                  </a:lnTo>
                  <a:lnTo>
                    <a:pt x="2730152" y="608976"/>
                  </a:lnTo>
                  <a:lnTo>
                    <a:pt x="2771169" y="595915"/>
                  </a:lnTo>
                  <a:lnTo>
                    <a:pt x="2809854" y="582410"/>
                  </a:lnTo>
                  <a:lnTo>
                    <a:pt x="2846134" y="568479"/>
                  </a:lnTo>
                  <a:lnTo>
                    <a:pt x="2911181" y="539413"/>
                  </a:lnTo>
                  <a:lnTo>
                    <a:pt x="2965723" y="508859"/>
                  </a:lnTo>
                  <a:lnTo>
                    <a:pt x="3009170" y="476962"/>
                  </a:lnTo>
                  <a:lnTo>
                    <a:pt x="3040933" y="443866"/>
                  </a:lnTo>
                  <a:lnTo>
                    <a:pt x="3060423" y="409714"/>
                  </a:lnTo>
                  <a:lnTo>
                    <a:pt x="3067051" y="374651"/>
                  </a:lnTo>
                  <a:lnTo>
                    <a:pt x="3065382" y="357014"/>
                  </a:lnTo>
                  <a:lnTo>
                    <a:pt x="3040933" y="305436"/>
                  </a:lnTo>
                  <a:lnTo>
                    <a:pt x="3009170" y="272340"/>
                  </a:lnTo>
                  <a:lnTo>
                    <a:pt x="2965723" y="240443"/>
                  </a:lnTo>
                  <a:lnTo>
                    <a:pt x="2911181" y="209889"/>
                  </a:lnTo>
                  <a:lnTo>
                    <a:pt x="2846134" y="180822"/>
                  </a:lnTo>
                  <a:lnTo>
                    <a:pt x="2809854" y="166892"/>
                  </a:lnTo>
                  <a:lnTo>
                    <a:pt x="2771169" y="153387"/>
                  </a:lnTo>
                  <a:lnTo>
                    <a:pt x="2730152" y="140326"/>
                  </a:lnTo>
                  <a:lnTo>
                    <a:pt x="2686877" y="127726"/>
                  </a:lnTo>
                  <a:lnTo>
                    <a:pt x="2641417" y="115607"/>
                  </a:lnTo>
                  <a:lnTo>
                    <a:pt x="2593847" y="103985"/>
                  </a:lnTo>
                  <a:lnTo>
                    <a:pt x="2544238" y="92879"/>
                  </a:lnTo>
                  <a:lnTo>
                    <a:pt x="2492667" y="82306"/>
                  </a:lnTo>
                  <a:lnTo>
                    <a:pt x="2439205" y="72286"/>
                  </a:lnTo>
                  <a:lnTo>
                    <a:pt x="2383927" y="62835"/>
                  </a:lnTo>
                  <a:lnTo>
                    <a:pt x="2326906" y="53971"/>
                  </a:lnTo>
                  <a:lnTo>
                    <a:pt x="2268216" y="45714"/>
                  </a:lnTo>
                  <a:lnTo>
                    <a:pt x="2207930" y="38080"/>
                  </a:lnTo>
                  <a:lnTo>
                    <a:pt x="2146123" y="31087"/>
                  </a:lnTo>
                  <a:lnTo>
                    <a:pt x="2082867" y="24755"/>
                  </a:lnTo>
                  <a:lnTo>
                    <a:pt x="2018237" y="19100"/>
                  </a:lnTo>
                  <a:lnTo>
                    <a:pt x="1952306" y="14140"/>
                  </a:lnTo>
                  <a:lnTo>
                    <a:pt x="1885148" y="9894"/>
                  </a:lnTo>
                  <a:lnTo>
                    <a:pt x="1816836" y="6380"/>
                  </a:lnTo>
                  <a:lnTo>
                    <a:pt x="1747444" y="3616"/>
                  </a:lnTo>
                  <a:lnTo>
                    <a:pt x="1677046" y="1619"/>
                  </a:lnTo>
                  <a:lnTo>
                    <a:pt x="1605715" y="407"/>
                  </a:lnTo>
                  <a:lnTo>
                    <a:pt x="1533525" y="0"/>
                  </a:lnTo>
                  <a:close/>
                </a:path>
              </a:pathLst>
            </a:custGeom>
            <a:solidFill>
              <a:srgbClr val="7A4779"/>
            </a:solidFill>
          </p:spPr>
          <p:txBody>
            <a:bodyPr wrap="square" lIns="0" tIns="0" rIns="0" bIns="0" rtlCol="0"/>
            <a:lstStyle/>
            <a:p>
              <a:endParaRPr/>
            </a:p>
          </p:txBody>
        </p:sp>
        <p:sp>
          <p:nvSpPr>
            <p:cNvPr id="10" name="object 10"/>
            <p:cNvSpPr/>
            <p:nvPr/>
          </p:nvSpPr>
          <p:spPr>
            <a:xfrm>
              <a:off x="4347632" y="4003675"/>
              <a:ext cx="3067050" cy="749300"/>
            </a:xfrm>
            <a:custGeom>
              <a:avLst/>
              <a:gdLst/>
              <a:ahLst/>
              <a:cxnLst/>
              <a:rect l="l" t="t" r="r" b="b"/>
              <a:pathLst>
                <a:path w="3067050" h="749300">
                  <a:moveTo>
                    <a:pt x="0" y="374650"/>
                  </a:moveTo>
                  <a:lnTo>
                    <a:pt x="14801" y="322388"/>
                  </a:lnTo>
                  <a:lnTo>
                    <a:pt x="40501" y="288746"/>
                  </a:lnTo>
                  <a:lnTo>
                    <a:pt x="78180" y="256232"/>
                  </a:lnTo>
                  <a:lnTo>
                    <a:pt x="127248" y="224988"/>
                  </a:lnTo>
                  <a:lnTo>
                    <a:pt x="187116" y="195160"/>
                  </a:lnTo>
                  <a:lnTo>
                    <a:pt x="257196" y="166891"/>
                  </a:lnTo>
                  <a:lnTo>
                    <a:pt x="295881" y="153386"/>
                  </a:lnTo>
                  <a:lnTo>
                    <a:pt x="336898" y="140325"/>
                  </a:lnTo>
                  <a:lnTo>
                    <a:pt x="380173" y="127726"/>
                  </a:lnTo>
                  <a:lnTo>
                    <a:pt x="425633" y="115606"/>
                  </a:lnTo>
                  <a:lnTo>
                    <a:pt x="473203" y="103985"/>
                  </a:lnTo>
                  <a:lnTo>
                    <a:pt x="522811" y="92878"/>
                  </a:lnTo>
                  <a:lnTo>
                    <a:pt x="574383" y="82306"/>
                  </a:lnTo>
                  <a:lnTo>
                    <a:pt x="627845" y="72285"/>
                  </a:lnTo>
                  <a:lnTo>
                    <a:pt x="683123" y="62834"/>
                  </a:lnTo>
                  <a:lnTo>
                    <a:pt x="740144" y="53971"/>
                  </a:lnTo>
                  <a:lnTo>
                    <a:pt x="798834" y="45713"/>
                  </a:lnTo>
                  <a:lnTo>
                    <a:pt x="859119" y="38079"/>
                  </a:lnTo>
                  <a:lnTo>
                    <a:pt x="920927" y="31087"/>
                  </a:lnTo>
                  <a:lnTo>
                    <a:pt x="984182" y="24754"/>
                  </a:lnTo>
                  <a:lnTo>
                    <a:pt x="1048812" y="19099"/>
                  </a:lnTo>
                  <a:lnTo>
                    <a:pt x="1114743" y="14140"/>
                  </a:lnTo>
                  <a:lnTo>
                    <a:pt x="1181902" y="9894"/>
                  </a:lnTo>
                  <a:lnTo>
                    <a:pt x="1250214" y="6380"/>
                  </a:lnTo>
                  <a:lnTo>
                    <a:pt x="1319606" y="3616"/>
                  </a:lnTo>
                  <a:lnTo>
                    <a:pt x="1390004" y="1619"/>
                  </a:lnTo>
                  <a:lnTo>
                    <a:pt x="1461335" y="407"/>
                  </a:lnTo>
                  <a:lnTo>
                    <a:pt x="1533525" y="0"/>
                  </a:lnTo>
                  <a:lnTo>
                    <a:pt x="1605715" y="407"/>
                  </a:lnTo>
                  <a:lnTo>
                    <a:pt x="1677046" y="1619"/>
                  </a:lnTo>
                  <a:lnTo>
                    <a:pt x="1747445" y="3616"/>
                  </a:lnTo>
                  <a:lnTo>
                    <a:pt x="1816837" y="6380"/>
                  </a:lnTo>
                  <a:lnTo>
                    <a:pt x="1885148" y="9894"/>
                  </a:lnTo>
                  <a:lnTo>
                    <a:pt x="1952307" y="14140"/>
                  </a:lnTo>
                  <a:lnTo>
                    <a:pt x="2018238" y="19099"/>
                  </a:lnTo>
                  <a:lnTo>
                    <a:pt x="2082868" y="24754"/>
                  </a:lnTo>
                  <a:lnTo>
                    <a:pt x="2146123" y="31087"/>
                  </a:lnTo>
                  <a:lnTo>
                    <a:pt x="2207931" y="38079"/>
                  </a:lnTo>
                  <a:lnTo>
                    <a:pt x="2268216" y="45713"/>
                  </a:lnTo>
                  <a:lnTo>
                    <a:pt x="2326906" y="53971"/>
                  </a:lnTo>
                  <a:lnTo>
                    <a:pt x="2383927" y="62834"/>
                  </a:lnTo>
                  <a:lnTo>
                    <a:pt x="2439205" y="72285"/>
                  </a:lnTo>
                  <a:lnTo>
                    <a:pt x="2492667" y="82306"/>
                  </a:lnTo>
                  <a:lnTo>
                    <a:pt x="2544239" y="92878"/>
                  </a:lnTo>
                  <a:lnTo>
                    <a:pt x="2593847" y="103985"/>
                  </a:lnTo>
                  <a:lnTo>
                    <a:pt x="2641418" y="115606"/>
                  </a:lnTo>
                  <a:lnTo>
                    <a:pt x="2686877" y="127726"/>
                  </a:lnTo>
                  <a:lnTo>
                    <a:pt x="2730152" y="140325"/>
                  </a:lnTo>
                  <a:lnTo>
                    <a:pt x="2771169" y="153386"/>
                  </a:lnTo>
                  <a:lnTo>
                    <a:pt x="2809854" y="166891"/>
                  </a:lnTo>
                  <a:lnTo>
                    <a:pt x="2846134" y="180822"/>
                  </a:lnTo>
                  <a:lnTo>
                    <a:pt x="2911181" y="209888"/>
                  </a:lnTo>
                  <a:lnTo>
                    <a:pt x="2965723" y="240442"/>
                  </a:lnTo>
                  <a:lnTo>
                    <a:pt x="3009170" y="272339"/>
                  </a:lnTo>
                  <a:lnTo>
                    <a:pt x="3040933" y="305435"/>
                  </a:lnTo>
                  <a:lnTo>
                    <a:pt x="3060423" y="339587"/>
                  </a:lnTo>
                  <a:lnTo>
                    <a:pt x="3067051" y="374650"/>
                  </a:lnTo>
                  <a:lnTo>
                    <a:pt x="3065382" y="392287"/>
                  </a:lnTo>
                  <a:lnTo>
                    <a:pt x="3040933" y="443865"/>
                  </a:lnTo>
                  <a:lnTo>
                    <a:pt x="3009170" y="476962"/>
                  </a:lnTo>
                  <a:lnTo>
                    <a:pt x="2965723" y="508859"/>
                  </a:lnTo>
                  <a:lnTo>
                    <a:pt x="2911181" y="539412"/>
                  </a:lnTo>
                  <a:lnTo>
                    <a:pt x="2846134" y="568479"/>
                  </a:lnTo>
                  <a:lnTo>
                    <a:pt x="2809854" y="582410"/>
                  </a:lnTo>
                  <a:lnTo>
                    <a:pt x="2771169" y="595914"/>
                  </a:lnTo>
                  <a:lnTo>
                    <a:pt x="2730152" y="608975"/>
                  </a:lnTo>
                  <a:lnTo>
                    <a:pt x="2686877" y="621575"/>
                  </a:lnTo>
                  <a:lnTo>
                    <a:pt x="2641418" y="633694"/>
                  </a:lnTo>
                  <a:lnTo>
                    <a:pt x="2593847" y="645316"/>
                  </a:lnTo>
                  <a:lnTo>
                    <a:pt x="2544239" y="656422"/>
                  </a:lnTo>
                  <a:lnTo>
                    <a:pt x="2492667" y="666995"/>
                  </a:lnTo>
                  <a:lnTo>
                    <a:pt x="2439205" y="677015"/>
                  </a:lnTo>
                  <a:lnTo>
                    <a:pt x="2383927" y="686466"/>
                  </a:lnTo>
                  <a:lnTo>
                    <a:pt x="2326906" y="695330"/>
                  </a:lnTo>
                  <a:lnTo>
                    <a:pt x="2268216" y="703587"/>
                  </a:lnTo>
                  <a:lnTo>
                    <a:pt x="2207931" y="711221"/>
                  </a:lnTo>
                  <a:lnTo>
                    <a:pt x="2146123" y="718214"/>
                  </a:lnTo>
                  <a:lnTo>
                    <a:pt x="2082868" y="724546"/>
                  </a:lnTo>
                  <a:lnTo>
                    <a:pt x="2018238" y="730201"/>
                  </a:lnTo>
                  <a:lnTo>
                    <a:pt x="1952307" y="735161"/>
                  </a:lnTo>
                  <a:lnTo>
                    <a:pt x="1885148" y="739407"/>
                  </a:lnTo>
                  <a:lnTo>
                    <a:pt x="1816837" y="742921"/>
                  </a:lnTo>
                  <a:lnTo>
                    <a:pt x="1747445" y="745685"/>
                  </a:lnTo>
                  <a:lnTo>
                    <a:pt x="1677046" y="747682"/>
                  </a:lnTo>
                  <a:lnTo>
                    <a:pt x="1605715" y="748894"/>
                  </a:lnTo>
                  <a:lnTo>
                    <a:pt x="1533525" y="749301"/>
                  </a:lnTo>
                  <a:lnTo>
                    <a:pt x="1461335" y="748894"/>
                  </a:lnTo>
                  <a:lnTo>
                    <a:pt x="1390004" y="747682"/>
                  </a:lnTo>
                  <a:lnTo>
                    <a:pt x="1319606" y="745685"/>
                  </a:lnTo>
                  <a:lnTo>
                    <a:pt x="1250214" y="742921"/>
                  </a:lnTo>
                  <a:lnTo>
                    <a:pt x="1181902" y="739407"/>
                  </a:lnTo>
                  <a:lnTo>
                    <a:pt x="1114743" y="735161"/>
                  </a:lnTo>
                  <a:lnTo>
                    <a:pt x="1048812" y="730201"/>
                  </a:lnTo>
                  <a:lnTo>
                    <a:pt x="984182" y="724546"/>
                  </a:lnTo>
                  <a:lnTo>
                    <a:pt x="920927" y="718214"/>
                  </a:lnTo>
                  <a:lnTo>
                    <a:pt x="859119" y="711221"/>
                  </a:lnTo>
                  <a:lnTo>
                    <a:pt x="798834" y="703587"/>
                  </a:lnTo>
                  <a:lnTo>
                    <a:pt x="740144" y="695330"/>
                  </a:lnTo>
                  <a:lnTo>
                    <a:pt x="683123" y="686466"/>
                  </a:lnTo>
                  <a:lnTo>
                    <a:pt x="627845" y="677015"/>
                  </a:lnTo>
                  <a:lnTo>
                    <a:pt x="574383" y="666995"/>
                  </a:lnTo>
                  <a:lnTo>
                    <a:pt x="522811" y="656422"/>
                  </a:lnTo>
                  <a:lnTo>
                    <a:pt x="473203" y="645316"/>
                  </a:lnTo>
                  <a:lnTo>
                    <a:pt x="425633" y="633694"/>
                  </a:lnTo>
                  <a:lnTo>
                    <a:pt x="380173" y="621575"/>
                  </a:lnTo>
                  <a:lnTo>
                    <a:pt x="336898" y="608975"/>
                  </a:lnTo>
                  <a:lnTo>
                    <a:pt x="295881" y="595914"/>
                  </a:lnTo>
                  <a:lnTo>
                    <a:pt x="257196" y="582410"/>
                  </a:lnTo>
                  <a:lnTo>
                    <a:pt x="220917" y="568479"/>
                  </a:lnTo>
                  <a:lnTo>
                    <a:pt x="155869" y="539412"/>
                  </a:lnTo>
                  <a:lnTo>
                    <a:pt x="101327" y="508859"/>
                  </a:lnTo>
                  <a:lnTo>
                    <a:pt x="57880" y="476962"/>
                  </a:lnTo>
                  <a:lnTo>
                    <a:pt x="26117" y="443865"/>
                  </a:lnTo>
                  <a:lnTo>
                    <a:pt x="6627" y="409714"/>
                  </a:lnTo>
                  <a:lnTo>
                    <a:pt x="0" y="374650"/>
                  </a:lnTo>
                  <a:close/>
                </a:path>
              </a:pathLst>
            </a:custGeom>
            <a:ln w="28574">
              <a:solidFill>
                <a:srgbClr val="ECEBEB"/>
              </a:solidFill>
            </a:ln>
          </p:spPr>
          <p:txBody>
            <a:bodyPr wrap="square" lIns="0" tIns="0" rIns="0" bIns="0" rtlCol="0"/>
            <a:lstStyle/>
            <a:p>
              <a:endParaRPr/>
            </a:p>
          </p:txBody>
        </p:sp>
        <p:sp>
          <p:nvSpPr>
            <p:cNvPr id="11" name="object 11"/>
            <p:cNvSpPr txBox="1"/>
            <p:nvPr/>
          </p:nvSpPr>
          <p:spPr>
            <a:xfrm>
              <a:off x="4900931" y="3999866"/>
              <a:ext cx="1970405" cy="746760"/>
            </a:xfrm>
            <a:prstGeom prst="rect">
              <a:avLst/>
            </a:prstGeom>
          </p:spPr>
          <p:txBody>
            <a:bodyPr vert="horz" wrap="square" lIns="0" tIns="12700" rIns="0" bIns="0" rtlCol="0">
              <a:spAutoFit/>
            </a:bodyPr>
            <a:lstStyle/>
            <a:p>
              <a:pPr marR="6350" algn="ctr">
                <a:lnSpc>
                  <a:spcPts val="2840"/>
                </a:lnSpc>
                <a:spcBef>
                  <a:spcPts val="100"/>
                </a:spcBef>
              </a:pPr>
              <a:r>
                <a:rPr sz="2400" dirty="0">
                  <a:solidFill>
                    <a:srgbClr val="FFFFFF"/>
                  </a:solidFill>
                  <a:latin typeface="华文新魏" panose="02010800040101010101" charset="-122"/>
                  <a:cs typeface="华文新魏" panose="02010800040101010101" charset="-122"/>
                </a:rPr>
                <a:t>存钱</a:t>
              </a:r>
              <a:endParaRPr sz="2400">
                <a:latin typeface="华文新魏" panose="02010800040101010101" charset="-122"/>
                <a:cs typeface="华文新魏" panose="02010800040101010101" charset="-122"/>
              </a:endParaRPr>
            </a:p>
            <a:p>
              <a:pPr algn="ctr">
                <a:lnSpc>
                  <a:spcPts val="2840"/>
                </a:lnSpc>
              </a:pPr>
              <a:r>
                <a:rPr sz="2400" spc="-5" dirty="0">
                  <a:solidFill>
                    <a:srgbClr val="FFFFFF"/>
                  </a:solidFill>
                  <a:latin typeface="Calibri" panose="020F0502020204030204"/>
                  <a:cs typeface="Calibri" panose="020F0502020204030204"/>
                </a:rPr>
                <a:t>(Deposit</a:t>
              </a:r>
              <a:r>
                <a:rPr sz="2400" spc="-65" dirty="0">
                  <a:solidFill>
                    <a:srgbClr val="FFFFFF"/>
                  </a:solidFill>
                  <a:latin typeface="Calibri" panose="020F0502020204030204"/>
                  <a:cs typeface="Calibri" panose="020F0502020204030204"/>
                </a:rPr>
                <a:t> </a:t>
              </a:r>
              <a:r>
                <a:rPr sz="2400" dirty="0">
                  <a:solidFill>
                    <a:srgbClr val="FFFFFF"/>
                  </a:solidFill>
                  <a:latin typeface="Calibri" panose="020F0502020204030204"/>
                  <a:cs typeface="Calibri" panose="020F0502020204030204"/>
                </a:rPr>
                <a:t>Funds)</a:t>
              </a:r>
              <a:endParaRPr sz="2400">
                <a:latin typeface="Calibri" panose="020F0502020204030204"/>
                <a:cs typeface="Calibri" panose="020F0502020204030204"/>
              </a:endParaRPr>
            </a:p>
          </p:txBody>
        </p:sp>
        <p:sp>
          <p:nvSpPr>
            <p:cNvPr id="12" name="object 12"/>
            <p:cNvSpPr/>
            <p:nvPr/>
          </p:nvSpPr>
          <p:spPr>
            <a:xfrm>
              <a:off x="1653457" y="2993863"/>
              <a:ext cx="394335" cy="292735"/>
            </a:xfrm>
            <a:custGeom>
              <a:avLst/>
              <a:gdLst/>
              <a:ahLst/>
              <a:cxnLst/>
              <a:rect l="l" t="t" r="r" b="b"/>
              <a:pathLst>
                <a:path w="394335" h="292735">
                  <a:moveTo>
                    <a:pt x="0" y="146366"/>
                  </a:moveTo>
                  <a:lnTo>
                    <a:pt x="7034" y="107456"/>
                  </a:lnTo>
                  <a:lnTo>
                    <a:pt x="26886" y="72492"/>
                  </a:lnTo>
                  <a:lnTo>
                    <a:pt x="57677" y="42869"/>
                  </a:lnTo>
                  <a:lnTo>
                    <a:pt x="97533" y="19983"/>
                  </a:lnTo>
                  <a:lnTo>
                    <a:pt x="144574" y="5228"/>
                  </a:lnTo>
                  <a:lnTo>
                    <a:pt x="196924" y="0"/>
                  </a:lnTo>
                  <a:lnTo>
                    <a:pt x="249275" y="5228"/>
                  </a:lnTo>
                  <a:lnTo>
                    <a:pt x="296316" y="19983"/>
                  </a:lnTo>
                  <a:lnTo>
                    <a:pt x="336171" y="42869"/>
                  </a:lnTo>
                  <a:lnTo>
                    <a:pt x="366963" y="72492"/>
                  </a:lnTo>
                  <a:lnTo>
                    <a:pt x="386815" y="107456"/>
                  </a:lnTo>
                  <a:lnTo>
                    <a:pt x="393849" y="146366"/>
                  </a:lnTo>
                  <a:lnTo>
                    <a:pt x="386815" y="185277"/>
                  </a:lnTo>
                  <a:lnTo>
                    <a:pt x="366963" y="220241"/>
                  </a:lnTo>
                  <a:lnTo>
                    <a:pt x="336171" y="249864"/>
                  </a:lnTo>
                  <a:lnTo>
                    <a:pt x="296316" y="272750"/>
                  </a:lnTo>
                  <a:lnTo>
                    <a:pt x="249275" y="287505"/>
                  </a:lnTo>
                  <a:lnTo>
                    <a:pt x="196924" y="292734"/>
                  </a:lnTo>
                  <a:lnTo>
                    <a:pt x="144574" y="287505"/>
                  </a:lnTo>
                  <a:lnTo>
                    <a:pt x="97533" y="272750"/>
                  </a:lnTo>
                  <a:lnTo>
                    <a:pt x="57677" y="249864"/>
                  </a:lnTo>
                  <a:lnTo>
                    <a:pt x="26886" y="220241"/>
                  </a:lnTo>
                  <a:lnTo>
                    <a:pt x="7034" y="185277"/>
                  </a:lnTo>
                  <a:lnTo>
                    <a:pt x="0" y="146366"/>
                  </a:lnTo>
                  <a:close/>
                </a:path>
              </a:pathLst>
            </a:custGeom>
            <a:ln w="28574">
              <a:solidFill>
                <a:srgbClr val="000000"/>
              </a:solidFill>
            </a:ln>
          </p:spPr>
          <p:txBody>
            <a:bodyPr wrap="square" lIns="0" tIns="0" rIns="0" bIns="0" rtlCol="0"/>
            <a:lstStyle/>
            <a:p>
              <a:endParaRPr/>
            </a:p>
          </p:txBody>
        </p:sp>
        <p:sp>
          <p:nvSpPr>
            <p:cNvPr id="13" name="object 13"/>
            <p:cNvSpPr/>
            <p:nvPr/>
          </p:nvSpPr>
          <p:spPr>
            <a:xfrm>
              <a:off x="1848966" y="3290693"/>
              <a:ext cx="3175" cy="274320"/>
            </a:xfrm>
            <a:custGeom>
              <a:avLst/>
              <a:gdLst/>
              <a:ahLst/>
              <a:cxnLst/>
              <a:rect l="l" t="t" r="r" b="b"/>
              <a:pathLst>
                <a:path w="3175" h="274320">
                  <a:moveTo>
                    <a:pt x="1416" y="-14287"/>
                  </a:moveTo>
                  <a:lnTo>
                    <a:pt x="1416" y="288598"/>
                  </a:lnTo>
                </a:path>
              </a:pathLst>
            </a:custGeom>
            <a:ln w="31407">
              <a:solidFill>
                <a:srgbClr val="000000"/>
              </a:solidFill>
            </a:ln>
          </p:spPr>
          <p:txBody>
            <a:bodyPr wrap="square" lIns="0" tIns="0" rIns="0" bIns="0" rtlCol="0"/>
            <a:lstStyle/>
            <a:p>
              <a:endParaRPr/>
            </a:p>
          </p:txBody>
        </p:sp>
        <p:sp>
          <p:nvSpPr>
            <p:cNvPr id="14" name="object 14"/>
            <p:cNvSpPr/>
            <p:nvPr/>
          </p:nvSpPr>
          <p:spPr>
            <a:xfrm>
              <a:off x="1537285" y="3366435"/>
              <a:ext cx="623570" cy="2540"/>
            </a:xfrm>
            <a:custGeom>
              <a:avLst/>
              <a:gdLst/>
              <a:ahLst/>
              <a:cxnLst/>
              <a:rect l="l" t="t" r="r" b="b"/>
              <a:pathLst>
                <a:path w="623569" h="2539">
                  <a:moveTo>
                    <a:pt x="0" y="0"/>
                  </a:moveTo>
                  <a:lnTo>
                    <a:pt x="623358" y="2047"/>
                  </a:lnTo>
                </a:path>
              </a:pathLst>
            </a:custGeom>
            <a:ln w="28574">
              <a:solidFill>
                <a:srgbClr val="000000"/>
              </a:solidFill>
            </a:ln>
          </p:spPr>
          <p:txBody>
            <a:bodyPr wrap="square" lIns="0" tIns="0" rIns="0" bIns="0" rtlCol="0"/>
            <a:lstStyle/>
            <a:p>
              <a:endParaRPr/>
            </a:p>
          </p:txBody>
        </p:sp>
        <p:sp>
          <p:nvSpPr>
            <p:cNvPr id="15" name="object 15"/>
            <p:cNvSpPr/>
            <p:nvPr/>
          </p:nvSpPr>
          <p:spPr>
            <a:xfrm>
              <a:off x="1418281" y="3565002"/>
              <a:ext cx="861694" cy="321945"/>
            </a:xfrm>
            <a:custGeom>
              <a:avLst/>
              <a:gdLst/>
              <a:ahLst/>
              <a:cxnLst/>
              <a:rect l="l" t="t" r="r" b="b"/>
              <a:pathLst>
                <a:path w="861694" h="321945">
                  <a:moveTo>
                    <a:pt x="430683" y="0"/>
                  </a:moveTo>
                  <a:lnTo>
                    <a:pt x="0" y="321393"/>
                  </a:lnTo>
                  <a:lnTo>
                    <a:pt x="861368" y="321393"/>
                  </a:lnTo>
                  <a:lnTo>
                    <a:pt x="430683" y="0"/>
                  </a:lnTo>
                  <a:close/>
                </a:path>
              </a:pathLst>
            </a:custGeom>
            <a:solidFill>
              <a:srgbClr val="FFFFFF"/>
            </a:solidFill>
          </p:spPr>
          <p:txBody>
            <a:bodyPr wrap="square" lIns="0" tIns="0" rIns="0" bIns="0" rtlCol="0"/>
            <a:lstStyle/>
            <a:p>
              <a:endParaRPr/>
            </a:p>
          </p:txBody>
        </p:sp>
        <p:sp>
          <p:nvSpPr>
            <p:cNvPr id="16" name="object 16"/>
            <p:cNvSpPr/>
            <p:nvPr/>
          </p:nvSpPr>
          <p:spPr>
            <a:xfrm>
              <a:off x="1418281" y="3565002"/>
              <a:ext cx="861694" cy="321945"/>
            </a:xfrm>
            <a:custGeom>
              <a:avLst/>
              <a:gdLst/>
              <a:ahLst/>
              <a:cxnLst/>
              <a:rect l="l" t="t" r="r" b="b"/>
              <a:pathLst>
                <a:path w="861694" h="321945">
                  <a:moveTo>
                    <a:pt x="0" y="321393"/>
                  </a:moveTo>
                  <a:lnTo>
                    <a:pt x="430684" y="0"/>
                  </a:lnTo>
                  <a:lnTo>
                    <a:pt x="861368" y="321393"/>
                  </a:lnTo>
                </a:path>
              </a:pathLst>
            </a:custGeom>
            <a:ln w="28574">
              <a:solidFill>
                <a:srgbClr val="000000"/>
              </a:solidFill>
            </a:ln>
          </p:spPr>
          <p:txBody>
            <a:bodyPr wrap="square" lIns="0" tIns="0" rIns="0" bIns="0" rtlCol="0"/>
            <a:lstStyle/>
            <a:p>
              <a:endParaRPr/>
            </a:p>
          </p:txBody>
        </p:sp>
        <p:sp>
          <p:nvSpPr>
            <p:cNvPr id="17" name="object 17"/>
            <p:cNvSpPr/>
            <p:nvPr/>
          </p:nvSpPr>
          <p:spPr>
            <a:xfrm>
              <a:off x="1100934" y="3720581"/>
              <a:ext cx="1179195" cy="1252855"/>
            </a:xfrm>
            <a:custGeom>
              <a:avLst/>
              <a:gdLst/>
              <a:ahLst/>
              <a:cxnLst/>
              <a:rect l="l" t="t" r="r" b="b"/>
              <a:pathLst>
                <a:path w="1179195" h="1252854">
                  <a:moveTo>
                    <a:pt x="0" y="0"/>
                  </a:moveTo>
                  <a:lnTo>
                    <a:pt x="1178715" y="0"/>
                  </a:lnTo>
                  <a:lnTo>
                    <a:pt x="1178715" y="1252820"/>
                  </a:lnTo>
                  <a:lnTo>
                    <a:pt x="0" y="1252820"/>
                  </a:lnTo>
                  <a:lnTo>
                    <a:pt x="0" y="0"/>
                  </a:lnTo>
                  <a:close/>
                </a:path>
              </a:pathLst>
            </a:custGeom>
            <a:solidFill>
              <a:srgbClr val="FFFFFF"/>
            </a:solidFill>
          </p:spPr>
          <p:txBody>
            <a:bodyPr wrap="square" lIns="0" tIns="0" rIns="0" bIns="0" rtlCol="0"/>
            <a:lstStyle/>
            <a:p>
              <a:endParaRPr/>
            </a:p>
          </p:txBody>
        </p:sp>
        <p:sp>
          <p:nvSpPr>
            <p:cNvPr id="18" name="object 18"/>
            <p:cNvSpPr txBox="1"/>
            <p:nvPr/>
          </p:nvSpPr>
          <p:spPr>
            <a:xfrm>
              <a:off x="1324772" y="3761856"/>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顾客</a:t>
              </a:r>
              <a:endParaRPr sz="2800">
                <a:latin typeface="华文新魏" panose="02010800040101010101" charset="-122"/>
                <a:cs typeface="华文新魏" panose="02010800040101010101" charset="-122"/>
              </a:endParaRPr>
            </a:p>
          </p:txBody>
        </p:sp>
        <p:sp>
          <p:nvSpPr>
            <p:cNvPr id="19" name="object 19"/>
            <p:cNvSpPr/>
            <p:nvPr/>
          </p:nvSpPr>
          <p:spPr>
            <a:xfrm>
              <a:off x="2247900" y="2252026"/>
              <a:ext cx="2082164" cy="828040"/>
            </a:xfrm>
            <a:custGeom>
              <a:avLst/>
              <a:gdLst/>
              <a:ahLst/>
              <a:cxnLst/>
              <a:rect l="l" t="t" r="r" b="b"/>
              <a:pathLst>
                <a:path w="2082164" h="828039">
                  <a:moveTo>
                    <a:pt x="0" y="827723"/>
                  </a:moveTo>
                  <a:lnTo>
                    <a:pt x="2081850" y="0"/>
                  </a:lnTo>
                </a:path>
              </a:pathLst>
            </a:custGeom>
            <a:ln w="28574">
              <a:solidFill>
                <a:srgbClr val="A76585"/>
              </a:solidFill>
            </a:ln>
          </p:spPr>
          <p:txBody>
            <a:bodyPr wrap="square" lIns="0" tIns="0" rIns="0" bIns="0" rtlCol="0"/>
            <a:lstStyle/>
            <a:p>
              <a:endParaRPr/>
            </a:p>
          </p:txBody>
        </p:sp>
        <p:sp>
          <p:nvSpPr>
            <p:cNvPr id="20" name="object 20"/>
            <p:cNvSpPr/>
            <p:nvPr/>
          </p:nvSpPr>
          <p:spPr>
            <a:xfrm>
              <a:off x="4216311" y="2221926"/>
              <a:ext cx="139788" cy="124354"/>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2188161" y="3378692"/>
              <a:ext cx="2076450" cy="36195"/>
            </a:xfrm>
            <a:custGeom>
              <a:avLst/>
              <a:gdLst/>
              <a:ahLst/>
              <a:cxnLst/>
              <a:rect l="l" t="t" r="r" b="b"/>
              <a:pathLst>
                <a:path w="2076450" h="36195">
                  <a:moveTo>
                    <a:pt x="0" y="36020"/>
                  </a:moveTo>
                  <a:lnTo>
                    <a:pt x="2075879" y="0"/>
                  </a:lnTo>
                </a:path>
              </a:pathLst>
            </a:custGeom>
            <a:ln w="28574">
              <a:solidFill>
                <a:srgbClr val="A76585"/>
              </a:solidFill>
            </a:ln>
          </p:spPr>
          <p:txBody>
            <a:bodyPr wrap="square" lIns="0" tIns="0" rIns="0" bIns="0" rtlCol="0"/>
            <a:lstStyle/>
            <a:p>
              <a:endParaRPr/>
            </a:p>
          </p:txBody>
        </p:sp>
        <p:sp>
          <p:nvSpPr>
            <p:cNvPr id="22" name="object 22"/>
            <p:cNvSpPr/>
            <p:nvPr/>
          </p:nvSpPr>
          <p:spPr>
            <a:xfrm>
              <a:off x="4161140" y="3313859"/>
              <a:ext cx="131251" cy="132627"/>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2307166" y="3873501"/>
              <a:ext cx="1886585" cy="567055"/>
            </a:xfrm>
            <a:custGeom>
              <a:avLst/>
              <a:gdLst/>
              <a:ahLst/>
              <a:cxnLst/>
              <a:rect l="l" t="t" r="r" b="b"/>
              <a:pathLst>
                <a:path w="1886585" h="567054">
                  <a:moveTo>
                    <a:pt x="0" y="0"/>
                  </a:moveTo>
                  <a:lnTo>
                    <a:pt x="1886573" y="566519"/>
                  </a:lnTo>
                </a:path>
              </a:pathLst>
            </a:custGeom>
            <a:ln w="28574">
              <a:solidFill>
                <a:srgbClr val="A76585"/>
              </a:solidFill>
            </a:ln>
          </p:spPr>
          <p:txBody>
            <a:bodyPr wrap="square" lIns="0" tIns="0" rIns="0" bIns="0" rtlCol="0"/>
            <a:lstStyle/>
            <a:p>
              <a:endParaRPr/>
            </a:p>
          </p:txBody>
        </p:sp>
        <p:sp>
          <p:nvSpPr>
            <p:cNvPr id="24" name="object 24"/>
            <p:cNvSpPr/>
            <p:nvPr/>
          </p:nvSpPr>
          <p:spPr>
            <a:xfrm>
              <a:off x="4081517" y="4351644"/>
              <a:ext cx="139379" cy="127353"/>
            </a:xfrm>
            <a:prstGeom prst="rect">
              <a:avLst/>
            </a:prstGeom>
            <a:blipFill>
              <a:blip r:embed="rId5" cstate="print"/>
              <a:stretch>
                <a:fillRect/>
              </a:stretch>
            </a:blipFill>
          </p:spPr>
          <p:txBody>
            <a:bodyPr wrap="square" lIns="0" tIns="0" rIns="0" bIns="0" rtlCol="0"/>
            <a:lstStyle/>
            <a:p>
              <a:endParaRPr/>
            </a:p>
          </p:txBody>
        </p:sp>
        <p:sp>
          <p:nvSpPr>
            <p:cNvPr id="25" name="object 25"/>
            <p:cNvSpPr/>
            <p:nvPr/>
          </p:nvSpPr>
          <p:spPr>
            <a:xfrm>
              <a:off x="10007298" y="2978421"/>
              <a:ext cx="294005" cy="227965"/>
            </a:xfrm>
            <a:custGeom>
              <a:avLst/>
              <a:gdLst/>
              <a:ahLst/>
              <a:cxnLst/>
              <a:rect l="l" t="t" r="r" b="b"/>
              <a:pathLst>
                <a:path w="294004" h="227964">
                  <a:moveTo>
                    <a:pt x="0" y="113829"/>
                  </a:moveTo>
                  <a:lnTo>
                    <a:pt x="11546" y="69521"/>
                  </a:lnTo>
                  <a:lnTo>
                    <a:pt x="43034" y="33339"/>
                  </a:lnTo>
                  <a:lnTo>
                    <a:pt x="89737" y="8945"/>
                  </a:lnTo>
                  <a:lnTo>
                    <a:pt x="146928" y="0"/>
                  </a:lnTo>
                  <a:lnTo>
                    <a:pt x="204120" y="8945"/>
                  </a:lnTo>
                  <a:lnTo>
                    <a:pt x="250823" y="33339"/>
                  </a:lnTo>
                  <a:lnTo>
                    <a:pt x="282311" y="69521"/>
                  </a:lnTo>
                  <a:lnTo>
                    <a:pt x="293858" y="113829"/>
                  </a:lnTo>
                  <a:lnTo>
                    <a:pt x="282311" y="158136"/>
                  </a:lnTo>
                  <a:lnTo>
                    <a:pt x="250823" y="194318"/>
                  </a:lnTo>
                  <a:lnTo>
                    <a:pt x="204120" y="218712"/>
                  </a:lnTo>
                  <a:lnTo>
                    <a:pt x="146928" y="227657"/>
                  </a:lnTo>
                  <a:lnTo>
                    <a:pt x="89737" y="218712"/>
                  </a:lnTo>
                  <a:lnTo>
                    <a:pt x="43034" y="194318"/>
                  </a:lnTo>
                  <a:lnTo>
                    <a:pt x="11546" y="158136"/>
                  </a:lnTo>
                  <a:lnTo>
                    <a:pt x="0" y="113829"/>
                  </a:lnTo>
                  <a:close/>
                </a:path>
              </a:pathLst>
            </a:custGeom>
            <a:ln w="28574">
              <a:solidFill>
                <a:srgbClr val="000000"/>
              </a:solidFill>
            </a:ln>
          </p:spPr>
          <p:txBody>
            <a:bodyPr wrap="square" lIns="0" tIns="0" rIns="0" bIns="0" rtlCol="0"/>
            <a:lstStyle/>
            <a:p>
              <a:endParaRPr/>
            </a:p>
          </p:txBody>
        </p:sp>
        <p:sp>
          <p:nvSpPr>
            <p:cNvPr id="26" name="object 26"/>
            <p:cNvSpPr/>
            <p:nvPr/>
          </p:nvSpPr>
          <p:spPr>
            <a:xfrm>
              <a:off x="10153647" y="3207914"/>
              <a:ext cx="1270" cy="213360"/>
            </a:xfrm>
            <a:custGeom>
              <a:avLst/>
              <a:gdLst/>
              <a:ahLst/>
              <a:cxnLst/>
              <a:rect l="l" t="t" r="r" b="b"/>
              <a:pathLst>
                <a:path w="1270" h="213360">
                  <a:moveTo>
                    <a:pt x="580" y="-14287"/>
                  </a:moveTo>
                  <a:lnTo>
                    <a:pt x="580" y="227256"/>
                  </a:lnTo>
                </a:path>
              </a:pathLst>
            </a:custGeom>
            <a:ln w="29736">
              <a:solidFill>
                <a:srgbClr val="000000"/>
              </a:solidFill>
            </a:ln>
          </p:spPr>
          <p:txBody>
            <a:bodyPr wrap="square" lIns="0" tIns="0" rIns="0" bIns="0" rtlCol="0"/>
            <a:lstStyle/>
            <a:p>
              <a:endParaRPr/>
            </a:p>
          </p:txBody>
        </p:sp>
        <p:sp>
          <p:nvSpPr>
            <p:cNvPr id="27" name="object 27"/>
            <p:cNvSpPr/>
            <p:nvPr/>
          </p:nvSpPr>
          <p:spPr>
            <a:xfrm>
              <a:off x="9921349" y="3267581"/>
              <a:ext cx="466090" cy="1270"/>
            </a:xfrm>
            <a:custGeom>
              <a:avLst/>
              <a:gdLst/>
              <a:ahLst/>
              <a:cxnLst/>
              <a:rect l="l" t="t" r="r" b="b"/>
              <a:pathLst>
                <a:path w="466090" h="1270">
                  <a:moveTo>
                    <a:pt x="0" y="0"/>
                  </a:moveTo>
                  <a:lnTo>
                    <a:pt x="465759" y="918"/>
                  </a:lnTo>
                </a:path>
              </a:pathLst>
            </a:custGeom>
            <a:ln w="28574">
              <a:solidFill>
                <a:srgbClr val="000000"/>
              </a:solidFill>
            </a:ln>
          </p:spPr>
          <p:txBody>
            <a:bodyPr wrap="square" lIns="0" tIns="0" rIns="0" bIns="0" rtlCol="0"/>
            <a:lstStyle/>
            <a:p>
              <a:endParaRPr/>
            </a:p>
          </p:txBody>
        </p:sp>
        <p:sp>
          <p:nvSpPr>
            <p:cNvPr id="28" name="object 28"/>
            <p:cNvSpPr/>
            <p:nvPr/>
          </p:nvSpPr>
          <p:spPr>
            <a:xfrm>
              <a:off x="9831914" y="3420883"/>
              <a:ext cx="643890" cy="250190"/>
            </a:xfrm>
            <a:custGeom>
              <a:avLst/>
              <a:gdLst/>
              <a:ahLst/>
              <a:cxnLst/>
              <a:rect l="l" t="t" r="r" b="b"/>
              <a:pathLst>
                <a:path w="643890" h="250189">
                  <a:moveTo>
                    <a:pt x="321732" y="0"/>
                  </a:moveTo>
                  <a:lnTo>
                    <a:pt x="0" y="249688"/>
                  </a:lnTo>
                  <a:lnTo>
                    <a:pt x="643467" y="249688"/>
                  </a:lnTo>
                  <a:lnTo>
                    <a:pt x="321732" y="0"/>
                  </a:lnTo>
                  <a:close/>
                </a:path>
              </a:pathLst>
            </a:custGeom>
            <a:solidFill>
              <a:srgbClr val="FFFFFF"/>
            </a:solidFill>
          </p:spPr>
          <p:txBody>
            <a:bodyPr wrap="square" lIns="0" tIns="0" rIns="0" bIns="0" rtlCol="0"/>
            <a:lstStyle/>
            <a:p>
              <a:endParaRPr/>
            </a:p>
          </p:txBody>
        </p:sp>
        <p:sp>
          <p:nvSpPr>
            <p:cNvPr id="29" name="object 29"/>
            <p:cNvSpPr/>
            <p:nvPr/>
          </p:nvSpPr>
          <p:spPr>
            <a:xfrm>
              <a:off x="9831914" y="3420883"/>
              <a:ext cx="643890" cy="250190"/>
            </a:xfrm>
            <a:custGeom>
              <a:avLst/>
              <a:gdLst/>
              <a:ahLst/>
              <a:cxnLst/>
              <a:rect l="l" t="t" r="r" b="b"/>
              <a:pathLst>
                <a:path w="643890" h="250189">
                  <a:moveTo>
                    <a:pt x="0" y="249687"/>
                  </a:moveTo>
                  <a:lnTo>
                    <a:pt x="321733" y="0"/>
                  </a:lnTo>
                  <a:lnTo>
                    <a:pt x="643466" y="249687"/>
                  </a:lnTo>
                </a:path>
              </a:pathLst>
            </a:custGeom>
            <a:ln w="28574">
              <a:solidFill>
                <a:srgbClr val="000000"/>
              </a:solidFill>
            </a:ln>
          </p:spPr>
          <p:txBody>
            <a:bodyPr wrap="square" lIns="0" tIns="0" rIns="0" bIns="0" rtlCol="0"/>
            <a:lstStyle/>
            <a:p>
              <a:endParaRPr/>
            </a:p>
          </p:txBody>
        </p:sp>
        <p:sp>
          <p:nvSpPr>
            <p:cNvPr id="30" name="object 30"/>
            <p:cNvSpPr/>
            <p:nvPr/>
          </p:nvSpPr>
          <p:spPr>
            <a:xfrm>
              <a:off x="9019116" y="3611834"/>
              <a:ext cx="2320290" cy="539750"/>
            </a:xfrm>
            <a:custGeom>
              <a:avLst/>
              <a:gdLst/>
              <a:ahLst/>
              <a:cxnLst/>
              <a:rect l="l" t="t" r="r" b="b"/>
              <a:pathLst>
                <a:path w="2320290" h="539750">
                  <a:moveTo>
                    <a:pt x="0" y="0"/>
                  </a:moveTo>
                  <a:lnTo>
                    <a:pt x="2319867" y="0"/>
                  </a:lnTo>
                  <a:lnTo>
                    <a:pt x="2319867" y="539750"/>
                  </a:lnTo>
                  <a:lnTo>
                    <a:pt x="0" y="539750"/>
                  </a:lnTo>
                  <a:lnTo>
                    <a:pt x="0" y="0"/>
                  </a:lnTo>
                  <a:close/>
                </a:path>
              </a:pathLst>
            </a:custGeom>
            <a:solidFill>
              <a:srgbClr val="FFFFFF"/>
            </a:solidFill>
          </p:spPr>
          <p:txBody>
            <a:bodyPr wrap="square" lIns="0" tIns="0" rIns="0" bIns="0" rtlCol="0"/>
            <a:lstStyle/>
            <a:p>
              <a:endParaRPr/>
            </a:p>
          </p:txBody>
        </p:sp>
        <p:sp>
          <p:nvSpPr>
            <p:cNvPr id="31" name="object 31"/>
            <p:cNvSpPr txBox="1"/>
            <p:nvPr/>
          </p:nvSpPr>
          <p:spPr>
            <a:xfrm>
              <a:off x="9813658" y="3653109"/>
              <a:ext cx="7366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华文新魏" panose="02010800040101010101" charset="-122"/>
                  <a:cs typeface="华文新魏" panose="02010800040101010101" charset="-122"/>
                </a:rPr>
                <a:t>银联</a:t>
              </a:r>
              <a:endParaRPr sz="2800">
                <a:latin typeface="华文新魏" panose="02010800040101010101" charset="-122"/>
                <a:cs typeface="华文新魏" panose="02010800040101010101" charset="-122"/>
              </a:endParaRPr>
            </a:p>
          </p:txBody>
        </p:sp>
        <p:sp>
          <p:nvSpPr>
            <p:cNvPr id="32" name="object 32"/>
            <p:cNvSpPr/>
            <p:nvPr/>
          </p:nvSpPr>
          <p:spPr>
            <a:xfrm>
              <a:off x="7412565" y="2171700"/>
              <a:ext cx="2327275" cy="854075"/>
            </a:xfrm>
            <a:custGeom>
              <a:avLst/>
              <a:gdLst/>
              <a:ahLst/>
              <a:cxnLst/>
              <a:rect l="l" t="t" r="r" b="b"/>
              <a:pathLst>
                <a:path w="2327275" h="854075">
                  <a:moveTo>
                    <a:pt x="0" y="0"/>
                  </a:moveTo>
                  <a:lnTo>
                    <a:pt x="2326848" y="853831"/>
                  </a:lnTo>
                </a:path>
              </a:pathLst>
            </a:custGeom>
            <a:ln w="28574">
              <a:solidFill>
                <a:srgbClr val="A76585"/>
              </a:solidFill>
            </a:ln>
          </p:spPr>
          <p:txBody>
            <a:bodyPr wrap="square" lIns="0" tIns="0" rIns="0" bIns="0" rtlCol="0"/>
            <a:lstStyle/>
            <a:p>
              <a:endParaRPr/>
            </a:p>
          </p:txBody>
        </p:sp>
        <p:sp>
          <p:nvSpPr>
            <p:cNvPr id="33" name="object 33"/>
            <p:cNvSpPr/>
            <p:nvPr/>
          </p:nvSpPr>
          <p:spPr>
            <a:xfrm>
              <a:off x="9626259" y="2933016"/>
              <a:ext cx="139774" cy="125380"/>
            </a:xfrm>
            <a:prstGeom prst="rect">
              <a:avLst/>
            </a:prstGeom>
            <a:blipFill>
              <a:blip r:embed="rId6" cstate="print"/>
              <a:stretch>
                <a:fillRect/>
              </a:stretch>
            </a:blipFill>
          </p:spPr>
          <p:txBody>
            <a:bodyPr wrap="square" lIns="0" tIns="0" rIns="0" bIns="0" rtlCol="0"/>
            <a:lstStyle/>
            <a:p>
              <a:endParaRPr/>
            </a:p>
          </p:txBody>
        </p:sp>
        <p:sp>
          <p:nvSpPr>
            <p:cNvPr id="34" name="object 34"/>
            <p:cNvSpPr/>
            <p:nvPr/>
          </p:nvSpPr>
          <p:spPr>
            <a:xfrm>
              <a:off x="7636932" y="3378200"/>
              <a:ext cx="2042160" cy="0"/>
            </a:xfrm>
            <a:custGeom>
              <a:avLst/>
              <a:gdLst/>
              <a:ahLst/>
              <a:cxnLst/>
              <a:rect l="l" t="t" r="r" b="b"/>
              <a:pathLst>
                <a:path w="2042159">
                  <a:moveTo>
                    <a:pt x="0" y="0"/>
                  </a:moveTo>
                  <a:lnTo>
                    <a:pt x="2041743" y="0"/>
                  </a:lnTo>
                </a:path>
              </a:pathLst>
            </a:custGeom>
            <a:ln w="28574">
              <a:solidFill>
                <a:srgbClr val="A76585"/>
              </a:solidFill>
            </a:ln>
          </p:spPr>
          <p:txBody>
            <a:bodyPr wrap="square" lIns="0" tIns="0" rIns="0" bIns="0" rtlCol="0"/>
            <a:lstStyle/>
            <a:p>
              <a:endParaRPr/>
            </a:p>
          </p:txBody>
        </p:sp>
        <p:sp>
          <p:nvSpPr>
            <p:cNvPr id="35" name="object 35"/>
            <p:cNvSpPr/>
            <p:nvPr/>
          </p:nvSpPr>
          <p:spPr>
            <a:xfrm>
              <a:off x="9576635" y="3311876"/>
              <a:ext cx="130397" cy="132647"/>
            </a:xfrm>
            <a:prstGeom prst="rect">
              <a:avLst/>
            </a:prstGeom>
            <a:blipFill>
              <a:blip r:embed="rId7" cstate="print"/>
              <a:stretch>
                <a:fillRect/>
              </a:stretch>
            </a:blipFill>
          </p:spPr>
          <p:txBody>
            <a:bodyPr wrap="square" lIns="0" tIns="0" rIns="0" bIns="0" rtlCol="0"/>
            <a:lstStyle/>
            <a:p>
              <a:endParaRPr/>
            </a:p>
          </p:txBody>
        </p:sp>
        <p:sp>
          <p:nvSpPr>
            <p:cNvPr id="36" name="object 36"/>
            <p:cNvSpPr/>
            <p:nvPr/>
          </p:nvSpPr>
          <p:spPr>
            <a:xfrm>
              <a:off x="7594600" y="3790396"/>
              <a:ext cx="1925320" cy="641985"/>
            </a:xfrm>
            <a:custGeom>
              <a:avLst/>
              <a:gdLst/>
              <a:ahLst/>
              <a:cxnLst/>
              <a:rect l="l" t="t" r="r" b="b"/>
              <a:pathLst>
                <a:path w="1925320" h="641985">
                  <a:moveTo>
                    <a:pt x="0" y="641904"/>
                  </a:moveTo>
                  <a:lnTo>
                    <a:pt x="1924931" y="0"/>
                  </a:lnTo>
                </a:path>
              </a:pathLst>
            </a:custGeom>
            <a:ln w="28574">
              <a:solidFill>
                <a:srgbClr val="A76585"/>
              </a:solidFill>
            </a:ln>
          </p:spPr>
          <p:txBody>
            <a:bodyPr wrap="square" lIns="0" tIns="0" rIns="0" bIns="0" rtlCol="0"/>
            <a:lstStyle/>
            <a:p>
              <a:endParaRPr/>
            </a:p>
          </p:txBody>
        </p:sp>
        <p:sp>
          <p:nvSpPr>
            <p:cNvPr id="37" name="object 37"/>
            <p:cNvSpPr/>
            <p:nvPr/>
          </p:nvSpPr>
          <p:spPr>
            <a:xfrm>
              <a:off x="9406789" y="3754477"/>
              <a:ext cx="139641" cy="126417"/>
            </a:xfrm>
            <a:prstGeom prst="rect">
              <a:avLst/>
            </a:prstGeom>
            <a:blipFill>
              <a:blip r:embed="rId8" cstate="print"/>
              <a:stretch>
                <a:fillRect/>
              </a:stretch>
            </a:blipFill>
          </p:spPr>
          <p:txBody>
            <a:bodyPr wrap="square" lIns="0" tIns="0" rIns="0" bIns="0" rtlCol="0"/>
            <a:lstStyle/>
            <a:p>
              <a:endParaRPr/>
            </a:p>
          </p:txBody>
        </p:sp>
      </p:grpSp>
      <p:sp>
        <p:nvSpPr>
          <p:cNvPr id="39" name="标题 38"/>
          <p:cNvSpPr>
            <a:spLocks noGrp="1"/>
          </p:cNvSpPr>
          <p:nvPr>
            <p:ph type="title"/>
          </p:nvPr>
        </p:nvSpPr>
        <p:spPr/>
        <p:txBody>
          <a:bodyPr/>
          <a:lstStyle/>
          <a:p>
            <a:r>
              <a:rPr lang="zh-CN" altLang="en-US" dirty="0"/>
              <a:t>走出功能分解：正确的用例建模</a:t>
            </a:r>
          </a:p>
        </p:txBody>
      </p:sp>
      <p:sp>
        <p:nvSpPr>
          <p:cNvPr id="41" name="灯片编号占位符 40"/>
          <p:cNvSpPr>
            <a:spLocks noGrp="1"/>
          </p:cNvSpPr>
          <p:nvPr>
            <p:ph type="sldNum" sz="quarter" idx="12"/>
          </p:nvPr>
        </p:nvSpPr>
        <p:spPr/>
        <p:txBody>
          <a:bodyPr/>
          <a:lstStyle/>
          <a:p>
            <a:fld id="{74D2AB8B-5816-41F2-8B4B-CA5C3E4E6A65}" type="slidenum">
              <a:rPr lang="zh-CN" altLang="en-US" smtClean="0"/>
              <a:t>55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4895"/>
    </mc:Choice>
    <mc:Fallback xmlns="">
      <p:transition spd="slow" advTm="14895"/>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199" y="1307557"/>
            <a:ext cx="4347845" cy="4696157"/>
          </a:xfrm>
          <a:prstGeom prst="rect">
            <a:avLst/>
          </a:prstGeom>
        </p:spPr>
        <p:txBody>
          <a:bodyPr vert="horz" wrap="square" lIns="0" tIns="172720" rIns="0" bIns="0" rtlCol="0">
            <a:spAutoFit/>
          </a:bodyPr>
          <a:lstStyle/>
          <a:p>
            <a:pPr marL="12700">
              <a:lnSpc>
                <a:spcPct val="100000"/>
              </a:lnSpc>
              <a:spcBef>
                <a:spcPts val="1360"/>
              </a:spcBef>
            </a:pPr>
            <a:r>
              <a:rPr sz="2200" u="sng"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问题现象</a:t>
            </a:r>
            <a:endParaRPr sz="2200" dirty="0">
              <a:latin typeface="微软雅黑" panose="020B0503020204020204" pitchFamily="34" charset="-122"/>
              <a:ea typeface="微软雅黑" panose="020B0503020204020204" pitchFamily="34" charset="-122"/>
              <a:cs typeface="华文新魏" panose="02010800040101010101" charset="-122"/>
            </a:endParaRPr>
          </a:p>
          <a:p>
            <a:pPr marL="698500" indent="-228600">
              <a:lnSpc>
                <a:spcPct val="100000"/>
              </a:lnSpc>
              <a:spcBef>
                <a:spcPts val="12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新魏" panose="02010800040101010101" charset="-122"/>
              </a:rPr>
              <a:t>非常细小的用例</a:t>
            </a:r>
          </a:p>
          <a:p>
            <a:pPr marL="698500" indent="-228600">
              <a:lnSpc>
                <a:spcPct val="100000"/>
              </a:lnSpc>
              <a:spcBef>
                <a:spcPts val="12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新魏" panose="02010800040101010101" charset="-122"/>
              </a:rPr>
              <a:t>用例过多</a:t>
            </a:r>
          </a:p>
          <a:p>
            <a:pPr marL="698500" indent="-228600">
              <a:lnSpc>
                <a:spcPct val="100000"/>
              </a:lnSpc>
              <a:spcBef>
                <a:spcPts val="12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新魏" panose="02010800040101010101" charset="-122"/>
              </a:rPr>
              <a:t>没有实际价值的用例</a:t>
            </a:r>
          </a:p>
          <a:p>
            <a:pPr marL="698500" indent="-228600">
              <a:lnSpc>
                <a:spcPct val="100000"/>
              </a:lnSpc>
              <a:spcBef>
                <a:spcPts val="13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新魏" panose="02010800040101010101" charset="-122"/>
              </a:rPr>
              <a:t>通过底层操作进行命名</a:t>
            </a:r>
          </a:p>
          <a:p>
            <a:pPr marL="1155700" lvl="1" indent="-228600">
              <a:lnSpc>
                <a:spcPct val="100000"/>
              </a:lnSpc>
              <a:spcBef>
                <a:spcPts val="1550"/>
              </a:spcBef>
              <a:buFont typeface="Arial" panose="020B0604020202020204"/>
              <a:buChar char="•"/>
              <a:tabLst>
                <a:tab pos="1155065" algn="l"/>
                <a:tab pos="1155700" algn="l"/>
              </a:tabLst>
            </a:pPr>
            <a:r>
              <a:rPr sz="2200" dirty="0">
                <a:latin typeface="微软雅黑" panose="020B0503020204020204" pitchFamily="34" charset="-122"/>
                <a:ea typeface="微软雅黑" panose="020B0503020204020204" pitchFamily="34" charset="-122"/>
                <a:cs typeface="华文新魏" panose="02010800040101010101" charset="-122"/>
              </a:rPr>
              <a:t>“操作”</a:t>
            </a:r>
            <a:r>
              <a:rPr sz="2200" dirty="0">
                <a:latin typeface="微软雅黑" panose="020B0503020204020204" pitchFamily="34" charset="-122"/>
                <a:ea typeface="微软雅黑" panose="020B0503020204020204" pitchFamily="34" charset="-122"/>
                <a:cs typeface="Arial" panose="020B0604020202020204"/>
              </a:rPr>
              <a:t>+</a:t>
            </a:r>
            <a:r>
              <a:rPr sz="2200" dirty="0">
                <a:latin typeface="微软雅黑" panose="020B0503020204020204" pitchFamily="34" charset="-122"/>
                <a:ea typeface="微软雅黑" panose="020B0503020204020204" pitchFamily="34" charset="-122"/>
                <a:cs typeface="华文新魏" panose="02010800040101010101" charset="-122"/>
              </a:rPr>
              <a:t>“对象”</a:t>
            </a:r>
          </a:p>
          <a:p>
            <a:pPr marL="1155700" lvl="1" indent="-228600">
              <a:lnSpc>
                <a:spcPct val="100000"/>
              </a:lnSpc>
              <a:spcBef>
                <a:spcPts val="1560"/>
              </a:spcBef>
              <a:buFont typeface="Arial" panose="020B0604020202020204"/>
              <a:buChar char="•"/>
              <a:tabLst>
                <a:tab pos="1155065" algn="l"/>
                <a:tab pos="1155700" algn="l"/>
              </a:tabLst>
            </a:pPr>
            <a:r>
              <a:rPr sz="2200" dirty="0">
                <a:latin typeface="微软雅黑" panose="020B0503020204020204" pitchFamily="34" charset="-122"/>
                <a:ea typeface="微软雅黑" panose="020B0503020204020204" pitchFamily="34" charset="-122"/>
                <a:cs typeface="华文新魏" panose="02010800040101010101" charset="-122"/>
              </a:rPr>
              <a:t>“功能”</a:t>
            </a:r>
            <a:r>
              <a:rPr sz="2200" spc="-50" dirty="0">
                <a:latin typeface="微软雅黑" panose="020B0503020204020204" pitchFamily="34" charset="-122"/>
                <a:ea typeface="微软雅黑" panose="020B0503020204020204" pitchFamily="34" charset="-122"/>
                <a:cs typeface="华文新魏" panose="02010800040101010101" charset="-122"/>
              </a:rPr>
              <a:t> </a:t>
            </a:r>
            <a:r>
              <a:rPr sz="2200" dirty="0">
                <a:latin typeface="微软雅黑" panose="020B0503020204020204" pitchFamily="34" charset="-122"/>
                <a:ea typeface="微软雅黑" panose="020B0503020204020204" pitchFamily="34" charset="-122"/>
                <a:cs typeface="Arial" panose="020B0604020202020204"/>
              </a:rPr>
              <a:t>+</a:t>
            </a:r>
            <a:r>
              <a:rPr sz="2200" spc="-120" dirty="0">
                <a:latin typeface="微软雅黑" panose="020B0503020204020204" pitchFamily="34" charset="-122"/>
                <a:ea typeface="微软雅黑" panose="020B0503020204020204" pitchFamily="34" charset="-122"/>
                <a:cs typeface="Arial" panose="020B0604020202020204"/>
              </a:rPr>
              <a:t> </a:t>
            </a:r>
            <a:r>
              <a:rPr sz="2200" dirty="0">
                <a:latin typeface="微软雅黑" panose="020B0503020204020204" pitchFamily="34" charset="-122"/>
                <a:ea typeface="微软雅黑" panose="020B0503020204020204" pitchFamily="34" charset="-122"/>
                <a:cs typeface="华文新魏" panose="02010800040101010101" charset="-122"/>
              </a:rPr>
              <a:t>“数据”</a:t>
            </a:r>
          </a:p>
          <a:p>
            <a:pPr marL="1155700" lvl="1" indent="-228600">
              <a:lnSpc>
                <a:spcPct val="100000"/>
              </a:lnSpc>
              <a:spcBef>
                <a:spcPts val="1660"/>
              </a:spcBef>
              <a:buFont typeface="Arial" panose="020B0604020202020204"/>
              <a:buChar char="•"/>
              <a:tabLst>
                <a:tab pos="1155065" algn="l"/>
                <a:tab pos="1155700" algn="l"/>
              </a:tabLst>
            </a:pPr>
            <a:r>
              <a:rPr sz="2200" dirty="0">
                <a:latin typeface="微软雅黑" panose="020B0503020204020204" pitchFamily="34" charset="-122"/>
                <a:ea typeface="微软雅黑" panose="020B0503020204020204" pitchFamily="34" charset="-122"/>
                <a:cs typeface="华文新魏" panose="02010800040101010101" charset="-122"/>
              </a:rPr>
              <a:t>例如：“插入卡片”</a:t>
            </a:r>
          </a:p>
          <a:p>
            <a:pPr marL="698500" indent="-228600">
              <a:lnSpc>
                <a:spcPct val="100000"/>
              </a:lnSpc>
              <a:spcBef>
                <a:spcPts val="127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新魏" panose="02010800040101010101" charset="-122"/>
              </a:rPr>
              <a:t>很难理解整体模型</a:t>
            </a:r>
          </a:p>
        </p:txBody>
      </p:sp>
      <p:sp>
        <p:nvSpPr>
          <p:cNvPr id="4" name="object 4"/>
          <p:cNvSpPr txBox="1"/>
          <p:nvPr/>
        </p:nvSpPr>
        <p:spPr>
          <a:xfrm>
            <a:off x="5735958" y="1536157"/>
            <a:ext cx="6824341" cy="2154949"/>
          </a:xfrm>
          <a:prstGeom prst="rect">
            <a:avLst/>
          </a:prstGeom>
        </p:spPr>
        <p:txBody>
          <a:bodyPr vert="horz" wrap="square" lIns="0" tIns="12700" rIns="0" bIns="0" rtlCol="0">
            <a:spAutoFit/>
          </a:bodyPr>
          <a:lstStyle/>
          <a:p>
            <a:pPr marL="12700">
              <a:lnSpc>
                <a:spcPct val="100000"/>
              </a:lnSpc>
              <a:spcBef>
                <a:spcPts val="100"/>
              </a:spcBef>
            </a:pPr>
            <a:r>
              <a:rPr sz="2400" u="heavy" dirty="0">
                <a:uFill>
                  <a:solidFill>
                    <a:srgbClr val="000000"/>
                  </a:solidFill>
                </a:uFill>
                <a:latin typeface="微软雅黑" panose="020B0503020204020204" pitchFamily="34" charset="-122"/>
                <a:ea typeface="微软雅黑" panose="020B0503020204020204" pitchFamily="34" charset="-122"/>
                <a:cs typeface="华文新魏" panose="02010800040101010101" charset="-122"/>
              </a:rPr>
              <a:t>修改思路：</a:t>
            </a:r>
            <a:endParaRPr sz="2400" dirty="0">
              <a:latin typeface="微软雅黑" panose="020B0503020204020204" pitchFamily="34" charset="-122"/>
              <a:ea typeface="微软雅黑" panose="020B0503020204020204" pitchFamily="34" charset="-122"/>
              <a:cs typeface="华文新魏" panose="02010800040101010101" charset="-122"/>
            </a:endParaRPr>
          </a:p>
          <a:p>
            <a:pPr marL="799465" marR="5080" indent="-330200">
              <a:lnSpc>
                <a:spcPct val="188000"/>
              </a:lnSpc>
              <a:spcBef>
                <a:spcPts val="20"/>
              </a:spcBef>
              <a:buSzPct val="85000"/>
              <a:buFont typeface="Arial" panose="020B0604020202020204"/>
              <a:buChar char="•"/>
              <a:tabLst>
                <a:tab pos="697865" algn="l"/>
                <a:tab pos="698500" algn="l"/>
              </a:tabLst>
            </a:pPr>
            <a:r>
              <a:rPr sz="2000" dirty="0" err="1">
                <a:latin typeface="微软雅黑" panose="020B0503020204020204" pitchFamily="34" charset="-122"/>
                <a:ea typeface="微软雅黑" panose="020B0503020204020204" pitchFamily="34" charset="-122"/>
                <a:cs typeface="华文新魏" panose="02010800040101010101" charset="-122"/>
              </a:rPr>
              <a:t>寻找更大的应用场景</a:t>
            </a:r>
            <a:r>
              <a:rPr sz="2000" dirty="0">
                <a:latin typeface="微软雅黑" panose="020B0503020204020204" pitchFamily="34" charset="-122"/>
                <a:ea typeface="微软雅黑" panose="020B0503020204020204" pitchFamily="34" charset="-122"/>
                <a:cs typeface="华文新魏" panose="02010800040101010101" charset="-122"/>
              </a:rPr>
              <a:t> </a:t>
            </a:r>
            <a:endParaRPr lang="en-US" altLang="zh-CN" sz="2000" dirty="0">
              <a:latin typeface="微软雅黑" panose="020B0503020204020204" pitchFamily="34" charset="-122"/>
              <a:ea typeface="微软雅黑" panose="020B0503020204020204" pitchFamily="34" charset="-122"/>
              <a:cs typeface="华文新魏" panose="02010800040101010101" charset="-122"/>
            </a:endParaRPr>
          </a:p>
          <a:p>
            <a:pPr marL="469265" marR="5080">
              <a:lnSpc>
                <a:spcPct val="188000"/>
              </a:lnSpc>
              <a:spcBef>
                <a:spcPts val="20"/>
              </a:spcBef>
              <a:buSzPct val="85000"/>
              <a:tabLst>
                <a:tab pos="697865" algn="l"/>
                <a:tab pos="698500" algn="l"/>
              </a:tabLst>
            </a:pPr>
            <a:r>
              <a:rPr sz="2000" dirty="0">
                <a:solidFill>
                  <a:srgbClr val="C00000"/>
                </a:solidFill>
                <a:latin typeface="微软雅黑" panose="020B0503020204020204" pitchFamily="34" charset="-122"/>
                <a:ea typeface="微软雅黑" panose="020B0503020204020204" pitchFamily="34" charset="-122"/>
                <a:cs typeface="华文新魏" panose="02010800040101010101" charset="-122"/>
              </a:rPr>
              <a:t>“为什么要构建这个系统？</a:t>
            </a:r>
            <a:r>
              <a:rPr sz="2000" dirty="0">
                <a:solidFill>
                  <a:srgbClr val="CE1C00"/>
                </a:solidFill>
                <a:latin typeface="微软雅黑" panose="020B0503020204020204" pitchFamily="34" charset="-122"/>
                <a:ea typeface="微软雅黑" panose="020B0503020204020204" pitchFamily="34" charset="-122"/>
                <a:cs typeface="华文新魏" panose="02010800040101010101" charset="-122"/>
              </a:rPr>
              <a:t>”</a:t>
            </a:r>
            <a:endParaRPr sz="2000" dirty="0">
              <a:latin typeface="微软雅黑" panose="020B0503020204020204" pitchFamily="34" charset="-122"/>
              <a:ea typeface="微软雅黑" panose="020B0503020204020204" pitchFamily="34" charset="-122"/>
              <a:cs typeface="华文新魏" panose="02010800040101010101" charset="-122"/>
            </a:endParaRPr>
          </a:p>
          <a:p>
            <a:pPr>
              <a:lnSpc>
                <a:spcPct val="100000"/>
              </a:lnSpc>
              <a:spcBef>
                <a:spcPts val="30"/>
              </a:spcBef>
              <a:buFont typeface="Arial" panose="020B0604020202020204"/>
              <a:buChar char="•"/>
            </a:pPr>
            <a:endParaRPr sz="2000" dirty="0">
              <a:latin typeface="微软雅黑" panose="020B0503020204020204" pitchFamily="34" charset="-122"/>
              <a:ea typeface="微软雅黑" panose="020B0503020204020204" pitchFamily="34" charset="-122"/>
              <a:cs typeface="Times New Roman" panose="02020603050405020304"/>
            </a:endParaRPr>
          </a:p>
          <a:p>
            <a:pPr marL="698500" indent="-228600">
              <a:lnSpc>
                <a:spcPct val="100000"/>
              </a:lnSpc>
              <a:buSzPct val="85000"/>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从一个用户的角度出发</a:t>
            </a:r>
          </a:p>
        </p:txBody>
      </p:sp>
      <p:sp>
        <p:nvSpPr>
          <p:cNvPr id="5" name="object 5"/>
          <p:cNvSpPr txBox="1"/>
          <p:nvPr/>
        </p:nvSpPr>
        <p:spPr>
          <a:xfrm>
            <a:off x="6096000" y="3776293"/>
            <a:ext cx="4830441" cy="382156"/>
          </a:xfrm>
          <a:prstGeom prst="rect">
            <a:avLst/>
          </a:prstGeom>
        </p:spPr>
        <p:txBody>
          <a:bodyPr vert="horz" wrap="square" lIns="0" tIns="12700" rIns="0" bIns="0" rtlCol="0">
            <a:spAutoFit/>
          </a:bodyPr>
          <a:lstStyle/>
          <a:p>
            <a:pPr marL="355600" indent="-342900">
              <a:lnSpc>
                <a:spcPct val="100000"/>
              </a:lnSpc>
              <a:spcBef>
                <a:spcPts val="100"/>
              </a:spcBef>
              <a:buClr>
                <a:srgbClr val="C00000"/>
              </a:buClr>
              <a:buSzPct val="85000"/>
              <a:buChar char="•"/>
              <a:tabLst>
                <a:tab pos="354965" algn="l"/>
                <a:tab pos="355600" algn="l"/>
              </a:tabLst>
            </a:pP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r>
              <a:rPr sz="2400" dirty="0">
                <a:solidFill>
                  <a:srgbClr val="C00000"/>
                </a:solidFill>
                <a:latin typeface="微软雅黑" panose="020B0503020204020204" pitchFamily="34" charset="-122"/>
                <a:ea typeface="微软雅黑" panose="020B0503020204020204" pitchFamily="34" charset="-122"/>
                <a:cs typeface="华文新魏" panose="02010800040101010101" charset="-122"/>
              </a:rPr>
              <a:t>用户希望达到什么目的</a:t>
            </a:r>
            <a:r>
              <a:rPr sz="2400" dirty="0">
                <a:solidFill>
                  <a:srgbClr val="CE1C00"/>
                </a:solidFill>
                <a:latin typeface="微软雅黑" panose="020B0503020204020204" pitchFamily="34" charset="-122"/>
                <a:ea typeface="微软雅黑" panose="020B0503020204020204" pitchFamily="34" charset="-122"/>
                <a:cs typeface="华文新魏" panose="02010800040101010101" charset="-122"/>
              </a:rPr>
              <a:t>？</a:t>
            </a: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endParaRPr sz="2400" dirty="0">
              <a:latin typeface="微软雅黑" panose="020B0503020204020204" pitchFamily="34" charset="-122"/>
              <a:ea typeface="微软雅黑" panose="020B0503020204020204" pitchFamily="34" charset="-122"/>
              <a:cs typeface="Arial" panose="020B0604020202020204"/>
            </a:endParaRPr>
          </a:p>
        </p:txBody>
      </p:sp>
      <p:sp>
        <p:nvSpPr>
          <p:cNvPr id="6" name="object 6"/>
          <p:cNvSpPr txBox="1"/>
          <p:nvPr/>
        </p:nvSpPr>
        <p:spPr>
          <a:xfrm>
            <a:off x="6096000" y="4347793"/>
            <a:ext cx="5173341" cy="382156"/>
          </a:xfrm>
          <a:prstGeom prst="rect">
            <a:avLst/>
          </a:prstGeom>
        </p:spPr>
        <p:txBody>
          <a:bodyPr vert="horz" wrap="square" lIns="0" tIns="12700" rIns="0" bIns="0" rtlCol="0">
            <a:spAutoFit/>
          </a:bodyPr>
          <a:lstStyle/>
          <a:p>
            <a:pPr marL="355600" indent="-342900">
              <a:lnSpc>
                <a:spcPct val="100000"/>
              </a:lnSpc>
              <a:spcBef>
                <a:spcPts val="100"/>
              </a:spcBef>
              <a:buClr>
                <a:srgbClr val="C00000"/>
              </a:buClr>
              <a:buSzPct val="85000"/>
              <a:buChar char="•"/>
              <a:tabLst>
                <a:tab pos="354965" algn="l"/>
                <a:tab pos="355600" algn="l"/>
              </a:tabLst>
            </a:pP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r>
              <a:rPr sz="2400" dirty="0">
                <a:solidFill>
                  <a:srgbClr val="C00000"/>
                </a:solidFill>
                <a:latin typeface="微软雅黑" panose="020B0503020204020204" pitchFamily="34" charset="-122"/>
                <a:ea typeface="微软雅黑" panose="020B0503020204020204" pitchFamily="34" charset="-122"/>
                <a:cs typeface="华文新魏" panose="02010800040101010101" charset="-122"/>
              </a:rPr>
              <a:t>这个用例可以满足谁的目标</a:t>
            </a:r>
            <a:r>
              <a:rPr sz="2400" dirty="0">
                <a:solidFill>
                  <a:srgbClr val="CE1C00"/>
                </a:solidFill>
                <a:latin typeface="微软雅黑" panose="020B0503020204020204" pitchFamily="34" charset="-122"/>
                <a:ea typeface="微软雅黑" panose="020B0503020204020204" pitchFamily="34" charset="-122"/>
                <a:cs typeface="华文新魏" panose="02010800040101010101" charset="-122"/>
              </a:rPr>
              <a:t>？</a:t>
            </a: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endParaRPr sz="2400" dirty="0">
              <a:latin typeface="微软雅黑" panose="020B0503020204020204" pitchFamily="34" charset="-122"/>
              <a:ea typeface="微软雅黑" panose="020B0503020204020204" pitchFamily="34" charset="-122"/>
              <a:cs typeface="Arial" panose="020B0604020202020204"/>
            </a:endParaRPr>
          </a:p>
        </p:txBody>
      </p:sp>
      <p:sp>
        <p:nvSpPr>
          <p:cNvPr id="7" name="object 7"/>
          <p:cNvSpPr txBox="1"/>
          <p:nvPr/>
        </p:nvSpPr>
        <p:spPr>
          <a:xfrm>
            <a:off x="6096000" y="4919292"/>
            <a:ext cx="6036940" cy="751488"/>
          </a:xfrm>
          <a:prstGeom prst="rect">
            <a:avLst/>
          </a:prstGeom>
        </p:spPr>
        <p:txBody>
          <a:bodyPr vert="horz" wrap="square" lIns="0" tIns="12700" rIns="0" bIns="0" rtlCol="0">
            <a:spAutoFit/>
          </a:bodyPr>
          <a:lstStyle/>
          <a:p>
            <a:pPr marL="355600" indent="-342900">
              <a:lnSpc>
                <a:spcPct val="100000"/>
              </a:lnSpc>
              <a:spcBef>
                <a:spcPts val="100"/>
              </a:spcBef>
              <a:buClr>
                <a:srgbClr val="C00000"/>
              </a:buClr>
              <a:buSzPct val="85000"/>
              <a:buChar char="•"/>
              <a:tabLst>
                <a:tab pos="354965" algn="l"/>
                <a:tab pos="355600" algn="l"/>
              </a:tabLst>
            </a:pP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r>
              <a:rPr sz="2400" dirty="0">
                <a:solidFill>
                  <a:srgbClr val="C00000"/>
                </a:solidFill>
                <a:latin typeface="微软雅黑" panose="020B0503020204020204" pitchFamily="34" charset="-122"/>
                <a:ea typeface="微软雅黑" panose="020B0503020204020204" pitchFamily="34" charset="-122"/>
                <a:cs typeface="华文新魏" panose="02010800040101010101" charset="-122"/>
              </a:rPr>
              <a:t>这个用例的意义是什么</a:t>
            </a:r>
            <a:r>
              <a:rPr sz="2400" dirty="0">
                <a:solidFill>
                  <a:srgbClr val="CE1C00"/>
                </a:solidFill>
                <a:latin typeface="微软雅黑" panose="020B0503020204020204" pitchFamily="34" charset="-122"/>
                <a:ea typeface="微软雅黑" panose="020B0503020204020204" pitchFamily="34" charset="-122"/>
                <a:cs typeface="华文新魏" panose="02010800040101010101" charset="-122"/>
              </a:rPr>
              <a:t>？</a:t>
            </a:r>
            <a:r>
              <a:rPr sz="2400" dirty="0">
                <a:solidFill>
                  <a:srgbClr val="C00000"/>
                </a:solidFill>
                <a:latin typeface="微软雅黑" panose="020B0503020204020204" pitchFamily="34" charset="-122"/>
                <a:ea typeface="微软雅黑" panose="020B0503020204020204" pitchFamily="34" charset="-122"/>
                <a:cs typeface="华文新魏" panose="02010800040101010101" charset="-122"/>
              </a:rPr>
              <a:t>有什么价值</a:t>
            </a:r>
            <a:r>
              <a:rPr sz="2400" dirty="0">
                <a:solidFill>
                  <a:srgbClr val="CE1C00"/>
                </a:solidFill>
                <a:latin typeface="微软雅黑" panose="020B0503020204020204" pitchFamily="34" charset="-122"/>
                <a:ea typeface="微软雅黑" panose="020B0503020204020204" pitchFamily="34" charset="-122"/>
                <a:cs typeface="华文新魏" panose="02010800040101010101" charset="-122"/>
              </a:rPr>
              <a:t>？</a:t>
            </a: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endParaRPr sz="2400" dirty="0">
              <a:latin typeface="微软雅黑" panose="020B0503020204020204" pitchFamily="34" charset="-122"/>
              <a:ea typeface="微软雅黑" panose="020B0503020204020204" pitchFamily="34" charset="-122"/>
              <a:cs typeface="Arial" panose="020B0604020202020204"/>
            </a:endParaRPr>
          </a:p>
        </p:txBody>
      </p:sp>
      <p:sp>
        <p:nvSpPr>
          <p:cNvPr id="8" name="object 8"/>
          <p:cNvSpPr txBox="1"/>
          <p:nvPr/>
        </p:nvSpPr>
        <p:spPr>
          <a:xfrm>
            <a:off x="6096000" y="5490792"/>
            <a:ext cx="5668641" cy="382156"/>
          </a:xfrm>
          <a:prstGeom prst="rect">
            <a:avLst/>
          </a:prstGeom>
        </p:spPr>
        <p:txBody>
          <a:bodyPr vert="horz" wrap="square" lIns="0" tIns="12700" rIns="0" bIns="0" rtlCol="0">
            <a:spAutoFit/>
          </a:bodyPr>
          <a:lstStyle/>
          <a:p>
            <a:pPr marL="355600" indent="-342900">
              <a:lnSpc>
                <a:spcPct val="100000"/>
              </a:lnSpc>
              <a:spcBef>
                <a:spcPts val="100"/>
              </a:spcBef>
              <a:buClr>
                <a:srgbClr val="C00000"/>
              </a:buClr>
              <a:buSzPct val="85000"/>
              <a:buChar char="•"/>
              <a:tabLst>
                <a:tab pos="354965" algn="l"/>
                <a:tab pos="355600" algn="l"/>
              </a:tabLst>
            </a:pP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r>
              <a:rPr sz="2400" dirty="0">
                <a:solidFill>
                  <a:srgbClr val="C00000"/>
                </a:solidFill>
                <a:latin typeface="微软雅黑" panose="020B0503020204020204" pitchFamily="34" charset="-122"/>
                <a:ea typeface="微软雅黑" panose="020B0503020204020204" pitchFamily="34" charset="-122"/>
                <a:cs typeface="华文新魏" panose="02010800040101010101" charset="-122"/>
              </a:rPr>
              <a:t>这个用例背后的用户故事是什么</a:t>
            </a:r>
            <a:r>
              <a:rPr sz="2400" dirty="0">
                <a:solidFill>
                  <a:srgbClr val="CE1C00"/>
                </a:solidFill>
                <a:latin typeface="微软雅黑" panose="020B0503020204020204" pitchFamily="34" charset="-122"/>
                <a:ea typeface="微软雅黑" panose="020B0503020204020204" pitchFamily="34" charset="-122"/>
                <a:cs typeface="华文新魏" panose="02010800040101010101" charset="-122"/>
              </a:rPr>
              <a:t>？</a:t>
            </a:r>
            <a:r>
              <a:rPr sz="2400" dirty="0">
                <a:solidFill>
                  <a:srgbClr val="CE1C00"/>
                </a:solidFill>
                <a:latin typeface="微软雅黑" panose="020B0503020204020204" pitchFamily="34" charset="-122"/>
                <a:ea typeface="微软雅黑" panose="020B0503020204020204" pitchFamily="34" charset="-122"/>
                <a:cs typeface="Arial" panose="020B0604020202020204"/>
              </a:rPr>
              <a:t>”</a:t>
            </a:r>
            <a:endParaRPr sz="2400" dirty="0">
              <a:latin typeface="微软雅黑" panose="020B0503020204020204" pitchFamily="34" charset="-122"/>
              <a:ea typeface="微软雅黑" panose="020B0503020204020204" pitchFamily="34" charset="-122"/>
              <a:cs typeface="Arial" panose="020B0604020202020204"/>
            </a:endParaRPr>
          </a:p>
        </p:txBody>
      </p:sp>
      <p:sp>
        <p:nvSpPr>
          <p:cNvPr id="10" name="标题 9"/>
          <p:cNvSpPr>
            <a:spLocks noGrp="1"/>
          </p:cNvSpPr>
          <p:nvPr>
            <p:ph type="title"/>
          </p:nvPr>
        </p:nvSpPr>
        <p:spPr/>
        <p:txBody>
          <a:bodyPr/>
          <a:lstStyle/>
          <a:p>
            <a:r>
              <a:rPr lang="zh-CN" altLang="en-US" dirty="0"/>
              <a:t>如何避免功能性分解？</a:t>
            </a: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56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4543"/>
    </mc:Choice>
    <mc:Fallback xmlns="">
      <p:transition spd="slow" advTm="84543"/>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三、何时使用包含关系？</a:t>
            </a:r>
          </a:p>
        </p:txBody>
      </p:sp>
      <p:sp>
        <p:nvSpPr>
          <p:cNvPr id="3" name="内容占位符 2"/>
          <p:cNvSpPr>
            <a:spLocks noGrp="1"/>
          </p:cNvSpPr>
          <p:nvPr>
            <p:ph idx="1"/>
          </p:nvPr>
        </p:nvSpPr>
        <p:spPr/>
        <p:txBody>
          <a:bodyPr/>
          <a:lstStyle/>
          <a:p>
            <a:pPr marL="241300">
              <a:lnSpc>
                <a:spcPct val="100000"/>
              </a:lnSpc>
              <a:spcBef>
                <a:spcPts val="5"/>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当多个用例有共享行为时，使用包含关系</a:t>
            </a:r>
          </a:p>
          <a:p>
            <a:pPr marL="241300">
              <a:lnSpc>
                <a:spcPct val="100000"/>
              </a:lnSpc>
              <a:spcBef>
                <a:spcPts val="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为共享行为单独创建用例，被相关用例“包含”</a:t>
            </a:r>
          </a:p>
          <a:p>
            <a:pPr marL="241300">
              <a:lnSpc>
                <a:spcPct val="100000"/>
              </a:lnSpc>
              <a:spcBef>
                <a:spcPts val="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例如：</a:t>
            </a:r>
          </a:p>
          <a:p>
            <a:pPr marL="698500" lvl="1">
              <a:lnSpc>
                <a:spcPct val="100000"/>
              </a:lnSpc>
              <a:spcBef>
                <a:spcPts val="140"/>
              </a:spcBef>
              <a:buFont typeface="Arial" panose="020B0604020202020204"/>
              <a:buChar char="•"/>
              <a:tabLst>
                <a:tab pos="698500" algn="l"/>
              </a:tabLst>
            </a:pPr>
            <a:r>
              <a:rPr lang="zh-CN" altLang="en-US" sz="2800" dirty="0">
                <a:latin typeface="华文新魏" panose="02010800040101010101" charset="-122"/>
                <a:cs typeface="华文新魏" panose="02010800040101010101" charset="-122"/>
              </a:rPr>
              <a:t>估价</a:t>
            </a:r>
          </a:p>
          <a:p>
            <a:pPr marL="698500" lvl="1">
              <a:lnSpc>
                <a:spcPct val="100000"/>
              </a:lnSpc>
              <a:spcBef>
                <a:spcPts val="140"/>
              </a:spcBef>
              <a:buFont typeface="Arial" panose="020B0604020202020204"/>
              <a:buChar char="•"/>
              <a:tabLst>
                <a:tab pos="698500" algn="l"/>
              </a:tabLst>
            </a:pPr>
            <a:r>
              <a:rPr lang="zh-CN" altLang="en-US" sz="2800" dirty="0">
                <a:latin typeface="华文新魏" panose="02010800040101010101" charset="-122"/>
                <a:cs typeface="华文新魏" panose="02010800040101010101" charset="-122"/>
              </a:rPr>
              <a:t>权限检查</a:t>
            </a:r>
            <a:endParaRPr lang="zh-CN" altLang="en-US" dirty="0"/>
          </a:p>
        </p:txBody>
      </p:sp>
      <p:sp>
        <p:nvSpPr>
          <p:cNvPr id="5" name="object 3"/>
          <p:cNvSpPr/>
          <p:nvPr/>
        </p:nvSpPr>
        <p:spPr>
          <a:xfrm>
            <a:off x="3434260" y="3429000"/>
            <a:ext cx="8275555" cy="2610536"/>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57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4605"/>
    </mc:Choice>
    <mc:Fallback xmlns="">
      <p:transition spd="slow" advTm="54605"/>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四、何时使用扩展关系？</a:t>
            </a:r>
          </a:p>
        </p:txBody>
      </p:sp>
      <p:sp>
        <p:nvSpPr>
          <p:cNvPr id="3" name="内容占位符 2"/>
          <p:cNvSpPr>
            <a:spLocks noGrp="1"/>
          </p:cNvSpPr>
          <p:nvPr>
            <p:ph idx="1"/>
          </p:nvPr>
        </p:nvSpPr>
        <p:spPr/>
        <p:txBody>
          <a:bodyPr/>
          <a:lstStyle/>
          <a:p>
            <a:pPr marL="241300">
              <a:lnSpc>
                <a:spcPct val="100000"/>
              </a:lnSpc>
              <a:buFont typeface="Arial" panose="020B0604020202020204"/>
              <a:buChar char="•"/>
              <a:tabLst>
                <a:tab pos="241300" algn="l"/>
              </a:tabLst>
            </a:pPr>
            <a:r>
              <a:rPr lang="zh-CN" altLang="en-US" dirty="0">
                <a:latin typeface="华文新魏" panose="02010800040101010101" charset="-122"/>
                <a:cs typeface="华文新魏" panose="02010800040101010101" charset="-122"/>
              </a:rPr>
              <a:t>一个用例与另外一个用例近似，只有少许额外的活动</a:t>
            </a:r>
          </a:p>
          <a:p>
            <a:pPr marL="241300">
              <a:lnSpc>
                <a:spcPct val="100000"/>
              </a:lnSpc>
              <a:spcBef>
                <a:spcPts val="2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将代表普遍或基本行为的情况定义为一个用例</a:t>
            </a:r>
          </a:p>
          <a:p>
            <a:pPr marL="241300">
              <a:lnSpc>
                <a:spcPct val="100000"/>
              </a:lnSpc>
              <a:spcBef>
                <a:spcPts val="2640"/>
              </a:spcBef>
              <a:buFont typeface="Arial" panose="020B0604020202020204"/>
              <a:buChar char="•"/>
              <a:tabLst>
                <a:tab pos="241300" algn="l"/>
              </a:tabLst>
            </a:pPr>
            <a:r>
              <a:rPr lang="zh-CN" altLang="en-US" dirty="0">
                <a:latin typeface="华文新魏" panose="02010800040101010101" charset="-122"/>
                <a:cs typeface="华文新魏" panose="02010800040101010101" charset="-122"/>
              </a:rPr>
              <a:t>将特殊的、例外的部分定义为扩展用例</a:t>
            </a:r>
            <a:endParaRPr lang="zh-CN" altLang="en-US" dirty="0"/>
          </a:p>
        </p:txBody>
      </p:sp>
      <p:sp>
        <p:nvSpPr>
          <p:cNvPr id="5" name="object 3"/>
          <p:cNvSpPr/>
          <p:nvPr/>
        </p:nvSpPr>
        <p:spPr>
          <a:xfrm>
            <a:off x="3364582" y="4113464"/>
            <a:ext cx="5462835" cy="2379411"/>
          </a:xfrm>
          <a:prstGeom prst="rect">
            <a:avLst/>
          </a:prstGeom>
          <a:blipFill>
            <a:blip r:embed="rId3"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58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6983"/>
    </mc:Choice>
    <mc:Fallback xmlns="">
      <p:transition spd="slow" advTm="56983"/>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42999" y="3581400"/>
            <a:ext cx="1625600" cy="0"/>
          </a:xfrm>
          <a:custGeom>
            <a:avLst/>
            <a:gdLst/>
            <a:ahLst/>
            <a:cxnLst/>
            <a:rect l="l" t="t" r="r" b="b"/>
            <a:pathLst>
              <a:path w="1625600">
                <a:moveTo>
                  <a:pt x="0" y="0"/>
                </a:moveTo>
                <a:lnTo>
                  <a:pt x="1625599" y="0"/>
                </a:lnTo>
              </a:path>
            </a:pathLst>
          </a:custGeom>
          <a:ln w="126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 name="object 4"/>
          <p:cNvSpPr/>
          <p:nvPr/>
        </p:nvSpPr>
        <p:spPr>
          <a:xfrm>
            <a:off x="1142999" y="5105400"/>
            <a:ext cx="1702435" cy="0"/>
          </a:xfrm>
          <a:custGeom>
            <a:avLst/>
            <a:gdLst/>
            <a:ahLst/>
            <a:cxnLst/>
            <a:rect l="l" t="t" r="r" b="b"/>
            <a:pathLst>
              <a:path w="1702435">
                <a:moveTo>
                  <a:pt x="0" y="0"/>
                </a:moveTo>
                <a:lnTo>
                  <a:pt x="1701994" y="0"/>
                </a:lnTo>
              </a:path>
            </a:pathLst>
          </a:custGeom>
          <a:ln w="126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2754290" y="5046445"/>
            <a:ext cx="115909" cy="117909"/>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txBox="1"/>
          <p:nvPr/>
        </p:nvSpPr>
        <p:spPr>
          <a:xfrm>
            <a:off x="3511974" y="3241358"/>
            <a:ext cx="2291926" cy="2415540"/>
          </a:xfrm>
          <a:prstGeom prst="rect">
            <a:avLst/>
          </a:prstGeom>
        </p:spPr>
        <p:txBody>
          <a:bodyPr vert="horz" wrap="square" lIns="0" tIns="12700" rIns="0" bIns="0" rtlCol="0">
            <a:spAutoFit/>
          </a:bodyPr>
          <a:lstStyle/>
          <a:p>
            <a:pPr marL="12700">
              <a:lnSpc>
                <a:spcPts val="2840"/>
              </a:lnSpc>
              <a:spcBef>
                <a:spcPts val="100"/>
              </a:spcBef>
            </a:pPr>
            <a:r>
              <a:rPr sz="2400" spc="-5" dirty="0">
                <a:latin typeface="微软雅黑" panose="020B0503020204020204" pitchFamily="34" charset="-122"/>
                <a:ea typeface="微软雅黑" panose="020B0503020204020204" pitchFamily="34" charset="-122"/>
                <a:cs typeface="Times New Roman" panose="02020603050405020304"/>
              </a:rPr>
              <a:t>Association</a:t>
            </a:r>
            <a:endParaRPr sz="2400" dirty="0">
              <a:latin typeface="微软雅黑" panose="020B0503020204020204" pitchFamily="34" charset="-122"/>
              <a:ea typeface="微软雅黑" panose="020B0503020204020204" pitchFamily="34" charset="-122"/>
              <a:cs typeface="Times New Roman" panose="02020603050405020304"/>
            </a:endParaRPr>
          </a:p>
          <a:p>
            <a:pPr marL="12700">
              <a:lnSpc>
                <a:spcPts val="2840"/>
              </a:lnSpc>
            </a:pPr>
            <a:r>
              <a:rPr sz="2400" dirty="0">
                <a:latin typeface="微软雅黑" panose="020B0503020204020204" pitchFamily="34" charset="-122"/>
                <a:ea typeface="微软雅黑" panose="020B0503020204020204" pitchFamily="34" charset="-122"/>
                <a:cs typeface="华文新魏" panose="02010800040101010101" charset="-122"/>
              </a:rPr>
              <a:t>关联</a:t>
            </a:r>
          </a:p>
          <a:p>
            <a:pPr marL="59055" marR="5080">
              <a:lnSpc>
                <a:spcPct val="102000"/>
              </a:lnSpc>
              <a:spcBef>
                <a:spcPts val="1400"/>
              </a:spcBef>
            </a:pPr>
            <a:r>
              <a:rPr sz="2400" dirty="0">
                <a:latin typeface="微软雅黑" panose="020B0503020204020204" pitchFamily="34" charset="-122"/>
                <a:ea typeface="微软雅黑" panose="020B0503020204020204" pitchFamily="34" charset="-122"/>
                <a:cs typeface="Times New Roman" panose="02020603050405020304"/>
              </a:rPr>
              <a:t>G</a:t>
            </a:r>
            <a:r>
              <a:rPr sz="2400" spc="-5" dirty="0">
                <a:latin typeface="微软雅黑" panose="020B0503020204020204" pitchFamily="34" charset="-122"/>
                <a:ea typeface="微软雅黑" panose="020B0503020204020204" pitchFamily="34" charset="-122"/>
                <a:cs typeface="Times New Roman" panose="02020603050405020304"/>
              </a:rPr>
              <a:t>e</a:t>
            </a:r>
            <a:r>
              <a:rPr sz="2400" dirty="0">
                <a:latin typeface="微软雅黑" panose="020B0503020204020204" pitchFamily="34" charset="-122"/>
                <a:ea typeface="微软雅黑" panose="020B0503020204020204" pitchFamily="34" charset="-122"/>
                <a:cs typeface="Times New Roman" panose="02020603050405020304"/>
              </a:rPr>
              <a:t>n</a:t>
            </a:r>
            <a:r>
              <a:rPr sz="2400" spc="-5" dirty="0">
                <a:latin typeface="微软雅黑" panose="020B0503020204020204" pitchFamily="34" charset="-122"/>
                <a:ea typeface="微软雅黑" panose="020B0503020204020204" pitchFamily="34" charset="-122"/>
                <a:cs typeface="Times New Roman" panose="02020603050405020304"/>
              </a:rPr>
              <a:t>e</a:t>
            </a:r>
            <a:r>
              <a:rPr sz="2400" dirty="0">
                <a:latin typeface="微软雅黑" panose="020B0503020204020204" pitchFamily="34" charset="-122"/>
                <a:ea typeface="微软雅黑" panose="020B0503020204020204" pitchFamily="34" charset="-122"/>
                <a:cs typeface="Times New Roman" panose="02020603050405020304"/>
              </a:rPr>
              <a:t>r</a:t>
            </a:r>
            <a:r>
              <a:rPr sz="2400" spc="-5" dirty="0">
                <a:latin typeface="微软雅黑" panose="020B0503020204020204" pitchFamily="34" charset="-122"/>
                <a:ea typeface="微软雅黑" panose="020B0503020204020204" pitchFamily="34" charset="-122"/>
                <a:cs typeface="Times New Roman" panose="02020603050405020304"/>
              </a:rPr>
              <a:t>alizati</a:t>
            </a:r>
            <a:r>
              <a:rPr sz="2400" dirty="0">
                <a:latin typeface="微软雅黑" panose="020B0503020204020204" pitchFamily="34" charset="-122"/>
                <a:ea typeface="微软雅黑" panose="020B0503020204020204" pitchFamily="34" charset="-122"/>
                <a:cs typeface="Times New Roman" panose="02020603050405020304"/>
              </a:rPr>
              <a:t>on </a:t>
            </a:r>
            <a:r>
              <a:rPr sz="2400" dirty="0">
                <a:latin typeface="微软雅黑" panose="020B0503020204020204" pitchFamily="34" charset="-122"/>
                <a:ea typeface="微软雅黑" panose="020B0503020204020204" pitchFamily="34" charset="-122"/>
                <a:cs typeface="华文新魏" panose="02010800040101010101" charset="-122"/>
              </a:rPr>
              <a:t>泛化 </a:t>
            </a:r>
            <a:r>
              <a:rPr sz="2400" spc="-5" dirty="0">
                <a:latin typeface="微软雅黑" panose="020B0503020204020204" pitchFamily="34" charset="-122"/>
                <a:ea typeface="微软雅黑" panose="020B0503020204020204" pitchFamily="34" charset="-122"/>
                <a:cs typeface="Times New Roman" panose="02020603050405020304"/>
              </a:rPr>
              <a:t>Dependency  </a:t>
            </a:r>
            <a:r>
              <a:rPr sz="2400" dirty="0">
                <a:latin typeface="微软雅黑" panose="020B0503020204020204" pitchFamily="34" charset="-122"/>
                <a:ea typeface="微软雅黑" panose="020B0503020204020204" pitchFamily="34" charset="-122"/>
                <a:cs typeface="华文新魏" panose="02010800040101010101" charset="-122"/>
              </a:rPr>
              <a:t>依赖</a:t>
            </a:r>
          </a:p>
        </p:txBody>
      </p:sp>
      <p:sp>
        <p:nvSpPr>
          <p:cNvPr id="7" name="object 7"/>
          <p:cNvSpPr txBox="1"/>
          <p:nvPr/>
        </p:nvSpPr>
        <p:spPr>
          <a:xfrm>
            <a:off x="1015563" y="5834091"/>
            <a:ext cx="7374890" cy="751488"/>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说明：</a:t>
            </a:r>
            <a:r>
              <a:rPr sz="2400" dirty="0">
                <a:solidFill>
                  <a:srgbClr val="FF0000"/>
                </a:solidFill>
                <a:latin typeface="微软雅黑" panose="020B0503020204020204" pitchFamily="34" charset="-122"/>
                <a:ea typeface="微软雅黑" panose="020B0503020204020204" pitchFamily="34" charset="-122"/>
                <a:cs typeface="Arial" panose="020B0604020202020204"/>
              </a:rPr>
              <a:t>UM</a:t>
            </a:r>
            <a:r>
              <a:rPr sz="2400" spc="-5" dirty="0">
                <a:solidFill>
                  <a:srgbClr val="FF0000"/>
                </a:solidFill>
                <a:latin typeface="微软雅黑" panose="020B0503020204020204" pitchFamily="34" charset="-122"/>
                <a:ea typeface="微软雅黑" panose="020B0503020204020204" pitchFamily="34" charset="-122"/>
                <a:cs typeface="Arial" panose="020B0604020202020204"/>
              </a:rPr>
              <a:t>L</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中不使用颜色来作为图形语义的区分标记</a:t>
            </a:r>
            <a:r>
              <a:rPr sz="2400" dirty="0">
                <a:latin typeface="微软雅黑" panose="020B0503020204020204" pitchFamily="34" charset="-122"/>
                <a:ea typeface="微软雅黑" panose="020B0503020204020204" pitchFamily="34" charset="-122"/>
                <a:cs typeface="华文新魏" panose="02010800040101010101" charset="-122"/>
              </a:rPr>
              <a:t>。</a:t>
            </a:r>
          </a:p>
        </p:txBody>
      </p:sp>
      <p:sp>
        <p:nvSpPr>
          <p:cNvPr id="9" name="object 9"/>
          <p:cNvSpPr txBox="1"/>
          <p:nvPr/>
        </p:nvSpPr>
        <p:spPr>
          <a:xfrm>
            <a:off x="8591973" y="3614420"/>
            <a:ext cx="3358727" cy="382156"/>
          </a:xfrm>
          <a:prstGeom prst="rect">
            <a:avLst/>
          </a:prstGeom>
        </p:spPr>
        <p:txBody>
          <a:bodyPr vert="horz" wrap="square" lIns="0" tIns="12700" rIns="0" bIns="0" rtlCol="0">
            <a:spAutoFit/>
          </a:bodyPr>
          <a:lstStyle/>
          <a:p>
            <a:pPr marL="12700">
              <a:lnSpc>
                <a:spcPct val="100000"/>
              </a:lnSpc>
              <a:spcBef>
                <a:spcPts val="100"/>
              </a:spcBef>
            </a:pPr>
            <a:r>
              <a:rPr sz="2400" spc="-5" dirty="0">
                <a:latin typeface="微软雅黑" panose="020B0503020204020204" pitchFamily="34" charset="-122"/>
                <a:ea typeface="微软雅黑" panose="020B0503020204020204" pitchFamily="34" charset="-122"/>
                <a:cs typeface="Times New Roman" panose="02020603050405020304"/>
              </a:rPr>
              <a:t>use-case</a:t>
            </a:r>
            <a:r>
              <a:rPr sz="2400" spc="-55" dirty="0">
                <a:latin typeface="微软雅黑" panose="020B0503020204020204" pitchFamily="34" charset="-122"/>
                <a:ea typeface="微软雅黑" panose="020B0503020204020204" pitchFamily="34" charset="-122"/>
                <a:cs typeface="Times New Roman" panose="02020603050405020304"/>
              </a:rPr>
              <a:t> </a:t>
            </a:r>
            <a:r>
              <a:rPr sz="2400" spc="-5" dirty="0">
                <a:latin typeface="微软雅黑" panose="020B0503020204020204" pitchFamily="34" charset="-122"/>
                <a:ea typeface="微软雅黑" panose="020B0503020204020204" pitchFamily="34" charset="-122"/>
                <a:cs typeface="Times New Roman" panose="02020603050405020304"/>
              </a:rPr>
              <a:t>realization</a:t>
            </a:r>
            <a:endParaRPr sz="2400" dirty="0">
              <a:latin typeface="微软雅黑" panose="020B0503020204020204" pitchFamily="34" charset="-122"/>
              <a:ea typeface="微软雅黑" panose="020B0503020204020204" pitchFamily="34" charset="-122"/>
              <a:cs typeface="Times New Roman" panose="02020603050405020304"/>
            </a:endParaRPr>
          </a:p>
        </p:txBody>
      </p:sp>
      <p:sp>
        <p:nvSpPr>
          <p:cNvPr id="10" name="object 10"/>
          <p:cNvSpPr txBox="1"/>
          <p:nvPr/>
        </p:nvSpPr>
        <p:spPr>
          <a:xfrm>
            <a:off x="8943340" y="4605020"/>
            <a:ext cx="2651760" cy="382156"/>
          </a:xfrm>
          <a:prstGeom prst="rect">
            <a:avLst/>
          </a:prstGeom>
        </p:spPr>
        <p:txBody>
          <a:bodyPr vert="horz" wrap="square" lIns="0" tIns="12700" rIns="0" bIns="0" rtlCol="0">
            <a:spAutoFit/>
          </a:bodyPr>
          <a:lstStyle/>
          <a:p>
            <a:pPr marL="12700">
              <a:lnSpc>
                <a:spcPct val="100000"/>
              </a:lnSpc>
              <a:spcBef>
                <a:spcPts val="100"/>
              </a:spcBef>
            </a:pPr>
            <a:r>
              <a:rPr sz="2400" spc="-5" dirty="0">
                <a:latin typeface="微软雅黑" panose="020B0503020204020204" pitchFamily="34" charset="-122"/>
                <a:ea typeface="微软雅黑" panose="020B0503020204020204" pitchFamily="34" charset="-122"/>
                <a:cs typeface="Times New Roman" panose="02020603050405020304"/>
              </a:rPr>
              <a:t>extend </a:t>
            </a:r>
            <a:r>
              <a:rPr sz="2400" dirty="0">
                <a:latin typeface="微软雅黑" panose="020B0503020204020204" pitchFamily="34" charset="-122"/>
                <a:ea typeface="微软雅黑" panose="020B0503020204020204" pitchFamily="34" charset="-122"/>
                <a:cs typeface="Times New Roman" panose="02020603050405020304"/>
              </a:rPr>
              <a:t>use</a:t>
            </a:r>
            <a:r>
              <a:rPr sz="2400" spc="-70" dirty="0">
                <a:latin typeface="微软雅黑" panose="020B0503020204020204" pitchFamily="34" charset="-122"/>
                <a:ea typeface="微软雅黑" panose="020B0503020204020204" pitchFamily="34" charset="-122"/>
                <a:cs typeface="Times New Roman" panose="02020603050405020304"/>
              </a:rPr>
              <a:t> </a:t>
            </a:r>
            <a:r>
              <a:rPr sz="2400" spc="-5" dirty="0">
                <a:latin typeface="微软雅黑" panose="020B0503020204020204" pitchFamily="34" charset="-122"/>
                <a:ea typeface="微软雅黑" panose="020B0503020204020204" pitchFamily="34" charset="-122"/>
                <a:cs typeface="Times New Roman" panose="02020603050405020304"/>
              </a:rPr>
              <a:t>case</a:t>
            </a:r>
            <a:endParaRPr sz="2400" dirty="0">
              <a:latin typeface="微软雅黑" panose="020B0503020204020204" pitchFamily="34" charset="-122"/>
              <a:ea typeface="微软雅黑" panose="020B0503020204020204" pitchFamily="34" charset="-122"/>
              <a:cs typeface="Times New Roman" panose="02020603050405020304"/>
            </a:endParaRPr>
          </a:p>
        </p:txBody>
      </p:sp>
      <p:sp>
        <p:nvSpPr>
          <p:cNvPr id="11" name="object 11"/>
          <p:cNvSpPr txBox="1"/>
          <p:nvPr/>
        </p:nvSpPr>
        <p:spPr>
          <a:xfrm>
            <a:off x="9044938" y="1557021"/>
            <a:ext cx="1244600" cy="1762760"/>
          </a:xfrm>
          <a:prstGeom prst="rect">
            <a:avLst/>
          </a:prstGeom>
        </p:spPr>
        <p:txBody>
          <a:bodyPr vert="horz" wrap="square" lIns="0" tIns="12700" rIns="0" bIns="0" rtlCol="0">
            <a:spAutoFit/>
          </a:bodyPr>
          <a:lstStyle/>
          <a:p>
            <a:pPr marL="114300">
              <a:lnSpc>
                <a:spcPct val="100000"/>
              </a:lnSpc>
              <a:spcBef>
                <a:spcPts val="100"/>
              </a:spcBef>
            </a:pPr>
            <a:r>
              <a:rPr sz="2400" dirty="0">
                <a:latin typeface="微软雅黑" panose="020B0503020204020204" pitchFamily="34" charset="-122"/>
                <a:ea typeface="微软雅黑" panose="020B0503020204020204" pitchFamily="34" charset="-122"/>
                <a:cs typeface="华文新魏" panose="02010800040101010101" charset="-122"/>
              </a:rPr>
              <a:t>注释</a:t>
            </a:r>
            <a:endParaRPr sz="2400">
              <a:latin typeface="微软雅黑" panose="020B0503020204020204" pitchFamily="34" charset="-122"/>
              <a:ea typeface="微软雅黑" panose="020B0503020204020204" pitchFamily="34" charset="-122"/>
              <a:cs typeface="华文新魏" panose="02010800040101010101" charset="-122"/>
            </a:endParaRPr>
          </a:p>
          <a:p>
            <a:pPr>
              <a:lnSpc>
                <a:spcPct val="100000"/>
              </a:lnSpc>
              <a:spcBef>
                <a:spcPts val="15"/>
              </a:spcBef>
            </a:pPr>
            <a:endParaRPr sz="2700">
              <a:latin typeface="微软雅黑" panose="020B0503020204020204" pitchFamily="34" charset="-122"/>
              <a:ea typeface="微软雅黑" panose="020B0503020204020204" pitchFamily="34" charset="-122"/>
              <a:cs typeface="Times New Roman" panose="02020603050405020304"/>
            </a:endParaRPr>
          </a:p>
          <a:p>
            <a:pPr marL="12700">
              <a:lnSpc>
                <a:spcPct val="100000"/>
              </a:lnSpc>
            </a:pPr>
            <a:r>
              <a:rPr sz="2400" dirty="0">
                <a:latin typeface="微软雅黑" panose="020B0503020204020204" pitchFamily="34" charset="-122"/>
                <a:ea typeface="微软雅黑" panose="020B0503020204020204" pitchFamily="34" charset="-122"/>
                <a:cs typeface="华文新魏" panose="02010800040101010101" charset="-122"/>
              </a:rPr>
              <a:t>注释连接</a:t>
            </a:r>
            <a:endParaRPr sz="2400">
              <a:latin typeface="微软雅黑" panose="020B0503020204020204" pitchFamily="34" charset="-122"/>
              <a:ea typeface="微软雅黑" panose="020B0503020204020204" pitchFamily="34" charset="-122"/>
              <a:cs typeface="华文新魏" panose="02010800040101010101" charset="-122"/>
            </a:endParaRPr>
          </a:p>
          <a:p>
            <a:pPr marL="215900">
              <a:lnSpc>
                <a:spcPct val="100000"/>
              </a:lnSpc>
              <a:spcBef>
                <a:spcPts val="1920"/>
              </a:spcBef>
            </a:pPr>
            <a:r>
              <a:rPr sz="2400" spc="-5" dirty="0">
                <a:latin typeface="微软雅黑" panose="020B0503020204020204" pitchFamily="34" charset="-122"/>
                <a:ea typeface="微软雅黑" panose="020B0503020204020204" pitchFamily="34" charset="-122"/>
                <a:cs typeface="Times New Roman" panose="02020603050405020304"/>
              </a:rPr>
              <a:t>Realize</a:t>
            </a:r>
            <a:endParaRPr sz="2400">
              <a:latin typeface="微软雅黑" panose="020B0503020204020204" pitchFamily="34" charset="-122"/>
              <a:ea typeface="微软雅黑" panose="020B0503020204020204" pitchFamily="34" charset="-122"/>
              <a:cs typeface="Times New Roman" panose="02020603050405020304"/>
            </a:endParaRPr>
          </a:p>
        </p:txBody>
      </p:sp>
      <p:sp>
        <p:nvSpPr>
          <p:cNvPr id="12" name="object 12"/>
          <p:cNvSpPr txBox="1"/>
          <p:nvPr/>
        </p:nvSpPr>
        <p:spPr>
          <a:xfrm>
            <a:off x="9023772" y="5367020"/>
            <a:ext cx="2926927" cy="382156"/>
          </a:xfrm>
          <a:prstGeom prst="rect">
            <a:avLst/>
          </a:prstGeom>
        </p:spPr>
        <p:txBody>
          <a:bodyPr vert="horz" wrap="square" lIns="0" tIns="12700" rIns="0" bIns="0" rtlCol="0">
            <a:spAutoFit/>
          </a:bodyPr>
          <a:lstStyle/>
          <a:p>
            <a:pPr marL="12700">
              <a:lnSpc>
                <a:spcPct val="100000"/>
              </a:lnSpc>
              <a:spcBef>
                <a:spcPts val="100"/>
              </a:spcBef>
            </a:pPr>
            <a:r>
              <a:rPr sz="2400" spc="-5" dirty="0">
                <a:latin typeface="微软雅黑" panose="020B0503020204020204" pitchFamily="34" charset="-122"/>
                <a:ea typeface="微软雅黑" panose="020B0503020204020204" pitchFamily="34" charset="-122"/>
                <a:cs typeface="Times New Roman" panose="02020603050405020304"/>
              </a:rPr>
              <a:t>include </a:t>
            </a:r>
            <a:r>
              <a:rPr sz="2400" dirty="0">
                <a:latin typeface="微软雅黑" panose="020B0503020204020204" pitchFamily="34" charset="-122"/>
                <a:ea typeface="微软雅黑" panose="020B0503020204020204" pitchFamily="34" charset="-122"/>
                <a:cs typeface="Times New Roman" panose="02020603050405020304"/>
              </a:rPr>
              <a:t>use</a:t>
            </a:r>
            <a:r>
              <a:rPr sz="2400" spc="-70" dirty="0">
                <a:latin typeface="微软雅黑" panose="020B0503020204020204" pitchFamily="34" charset="-122"/>
                <a:ea typeface="微软雅黑" panose="020B0503020204020204" pitchFamily="34" charset="-122"/>
                <a:cs typeface="Times New Roman" panose="02020603050405020304"/>
              </a:rPr>
              <a:t> </a:t>
            </a:r>
            <a:r>
              <a:rPr sz="2400" spc="-5" dirty="0">
                <a:latin typeface="微软雅黑" panose="020B0503020204020204" pitchFamily="34" charset="-122"/>
                <a:ea typeface="微软雅黑" panose="020B0503020204020204" pitchFamily="34" charset="-122"/>
                <a:cs typeface="Times New Roman" panose="02020603050405020304"/>
              </a:rPr>
              <a:t>case</a:t>
            </a:r>
            <a:endParaRPr sz="2400" dirty="0">
              <a:latin typeface="微软雅黑" panose="020B0503020204020204" pitchFamily="34" charset="-122"/>
              <a:ea typeface="微软雅黑" panose="020B0503020204020204" pitchFamily="34" charset="-122"/>
              <a:cs typeface="Times New Roman" panose="02020603050405020304"/>
            </a:endParaRPr>
          </a:p>
        </p:txBody>
      </p:sp>
      <p:sp>
        <p:nvSpPr>
          <p:cNvPr id="13" name="object 13"/>
          <p:cNvSpPr/>
          <p:nvPr/>
        </p:nvSpPr>
        <p:spPr>
          <a:xfrm>
            <a:off x="3417785" y="1981593"/>
            <a:ext cx="1910558" cy="716458"/>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p:nvPr/>
        </p:nvSpPr>
        <p:spPr>
          <a:xfrm>
            <a:off x="1463973" y="1794653"/>
            <a:ext cx="861995" cy="969744"/>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5"/>
          <p:cNvSpPr/>
          <p:nvPr/>
        </p:nvSpPr>
        <p:spPr>
          <a:xfrm>
            <a:off x="1142999" y="4288256"/>
            <a:ext cx="1727200" cy="157914"/>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6942851" y="1625773"/>
            <a:ext cx="1464770" cy="474122"/>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6832600" y="3067050"/>
            <a:ext cx="1904998" cy="152400"/>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6756400" y="3619501"/>
            <a:ext cx="1498598" cy="581025"/>
          </a:xfrm>
          <a:prstGeom prst="rect">
            <a:avLst/>
          </a:prstGeom>
          <a:blipFill>
            <a:blip r:embed="rId9"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6668272" y="4601209"/>
            <a:ext cx="2196325" cy="365125"/>
          </a:xfrm>
          <a:prstGeom prst="rect">
            <a:avLst/>
          </a:prstGeom>
          <a:blipFill>
            <a:blip r:embed="rId10"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6668272" y="5286953"/>
            <a:ext cx="2196325" cy="393555"/>
          </a:xfrm>
          <a:prstGeom prst="rect">
            <a:avLst/>
          </a:prstGeom>
          <a:blipFill>
            <a:blip r:embed="rId1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标题 21"/>
          <p:cNvSpPr>
            <a:spLocks noGrp="1"/>
          </p:cNvSpPr>
          <p:nvPr>
            <p:ph type="title"/>
          </p:nvPr>
        </p:nvSpPr>
        <p:spPr/>
        <p:txBody>
          <a:bodyPr/>
          <a:lstStyle/>
          <a:p>
            <a:r>
              <a:rPr lang="zh-CN" altLang="en-US" dirty="0"/>
              <a:t>五、用例图中的主要图标</a:t>
            </a:r>
          </a:p>
        </p:txBody>
      </p:sp>
      <p:sp>
        <p:nvSpPr>
          <p:cNvPr id="23" name="灯片编号占位符 22"/>
          <p:cNvSpPr>
            <a:spLocks noGrp="1"/>
          </p:cNvSpPr>
          <p:nvPr>
            <p:ph type="sldNum" sz="quarter" idx="12"/>
          </p:nvPr>
        </p:nvSpPr>
        <p:spPr/>
        <p:txBody>
          <a:bodyPr/>
          <a:lstStyle/>
          <a:p>
            <a:fld id="{74D2AB8B-5816-41F2-8B4B-CA5C3E4E6A65}" type="slidenum">
              <a:rPr lang="zh-CN" altLang="en-US" smtClean="0"/>
              <a:t>59</a:t>
            </a:fld>
            <a:endParaRPr lang="zh-CN" altLang="en-US"/>
          </a:p>
        </p:txBody>
      </p:sp>
      <p:cxnSp>
        <p:nvCxnSpPr>
          <p:cNvPr id="25" name="直接连接符 24"/>
          <p:cNvCxnSpPr/>
          <p:nvPr/>
        </p:nvCxnSpPr>
        <p:spPr>
          <a:xfrm>
            <a:off x="6832600" y="2540000"/>
            <a:ext cx="1759373" cy="0"/>
          </a:xfrm>
          <a:prstGeom prst="line">
            <a:avLst/>
          </a:prstGeom>
          <a:ln>
            <a:prstDash val="sysDash"/>
          </a:ln>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58952"/>
    </mc:Choice>
    <mc:Fallback xmlns="">
      <p:transition spd="slow" advTm="58952"/>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75042" y="1500597"/>
            <a:ext cx="10241915" cy="4648200"/>
          </a:xfrm>
          <a:prstGeom prst="rect">
            <a:avLst/>
          </a:prstGeom>
        </p:spPr>
        <p:txBody>
          <a:bodyPr vert="horz" wrap="square" lIns="0" tIns="167640" rIns="0" bIns="0" rtlCol="0">
            <a:spAutoFit/>
          </a:bodyPr>
          <a:lstStyle/>
          <a:p>
            <a:pPr marL="422910" indent="-410845">
              <a:lnSpc>
                <a:spcPct val="100000"/>
              </a:lnSpc>
              <a:spcBef>
                <a:spcPts val="1320"/>
              </a:spcBef>
              <a:buAutoNum type="arabicParenBoth"/>
              <a:tabLst>
                <a:tab pos="423545" algn="l"/>
              </a:tabLst>
            </a:pPr>
            <a:r>
              <a:rPr sz="2400" dirty="0">
                <a:latin typeface="微软雅黑" panose="020B0503020204020204" pitchFamily="34" charset="-122"/>
                <a:ea typeface="微软雅黑" panose="020B0503020204020204" pitchFamily="34" charset="-122"/>
                <a:cs typeface="华文新魏" panose="02010800040101010101" charset="-122"/>
              </a:rPr>
              <a:t>找出系统外部的参与者和外部系统，确定系统的边界和范围；</a:t>
            </a:r>
          </a:p>
          <a:p>
            <a:pPr marL="474980" indent="-462915">
              <a:lnSpc>
                <a:spcPct val="100000"/>
              </a:lnSpc>
              <a:spcBef>
                <a:spcPts val="1220"/>
              </a:spcBef>
              <a:buAutoNum type="arabicParenBoth"/>
              <a:tabLst>
                <a:tab pos="475615" algn="l"/>
              </a:tabLst>
            </a:pPr>
            <a:r>
              <a:rPr sz="2400" dirty="0">
                <a:latin typeface="微软雅黑" panose="020B0503020204020204" pitchFamily="34" charset="-122"/>
                <a:ea typeface="微软雅黑" panose="020B0503020204020204" pitchFamily="34" charset="-122"/>
                <a:cs typeface="华文新魏" panose="02010800040101010101" charset="-122"/>
              </a:rPr>
              <a:t>确定每一个参与者所期望的系统行为；</a:t>
            </a:r>
          </a:p>
          <a:p>
            <a:pPr marL="474980" indent="-462915">
              <a:lnSpc>
                <a:spcPct val="100000"/>
              </a:lnSpc>
              <a:spcBef>
                <a:spcPts val="1320"/>
              </a:spcBef>
              <a:buAutoNum type="arabicParenBoth"/>
              <a:tabLst>
                <a:tab pos="475615" algn="l"/>
              </a:tabLst>
            </a:pPr>
            <a:r>
              <a:rPr sz="2400" dirty="0">
                <a:latin typeface="微软雅黑" panose="020B0503020204020204" pitchFamily="34" charset="-122"/>
                <a:ea typeface="微软雅黑" panose="020B0503020204020204" pitchFamily="34" charset="-122"/>
                <a:cs typeface="华文新魏" panose="02010800040101010101" charset="-122"/>
              </a:rPr>
              <a:t>把这些系统行为命名为Use</a:t>
            </a:r>
            <a:r>
              <a:rPr sz="2400" spc="-5" dirty="0">
                <a:latin typeface="微软雅黑" panose="020B0503020204020204" pitchFamily="34" charset="-122"/>
                <a:ea typeface="微软雅黑" panose="020B0503020204020204" pitchFamily="34" charset="-122"/>
                <a:cs typeface="华文新魏" panose="02010800040101010101" charset="-122"/>
              </a:rPr>
              <a:t> </a:t>
            </a:r>
            <a:r>
              <a:rPr sz="2400" dirty="0">
                <a:latin typeface="微软雅黑" panose="020B0503020204020204" pitchFamily="34" charset="-122"/>
                <a:ea typeface="微软雅黑" panose="020B0503020204020204" pitchFamily="34" charset="-122"/>
                <a:cs typeface="华文新魏" panose="02010800040101010101" charset="-122"/>
              </a:rPr>
              <a:t>Case；</a:t>
            </a:r>
          </a:p>
          <a:p>
            <a:pPr marL="474980" indent="-462915">
              <a:lnSpc>
                <a:spcPct val="100000"/>
              </a:lnSpc>
              <a:spcBef>
                <a:spcPts val="1320"/>
              </a:spcBef>
              <a:buAutoNum type="arabicParenBoth"/>
              <a:tabLst>
                <a:tab pos="475615" algn="l"/>
              </a:tabLst>
            </a:pPr>
            <a:r>
              <a:rPr sz="2400" dirty="0">
                <a:latin typeface="微软雅黑" panose="020B0503020204020204" pitchFamily="34" charset="-122"/>
                <a:ea typeface="微软雅黑" panose="020B0503020204020204" pitchFamily="34" charset="-122"/>
                <a:cs typeface="华文新魏" panose="02010800040101010101" charset="-122"/>
              </a:rPr>
              <a:t>使用泛化、包含、扩展等关系处理系统行为的公共或变更部分；</a:t>
            </a:r>
          </a:p>
          <a:p>
            <a:pPr marL="474980" indent="-462915">
              <a:lnSpc>
                <a:spcPct val="100000"/>
              </a:lnSpc>
              <a:spcBef>
                <a:spcPts val="1220"/>
              </a:spcBef>
              <a:buAutoNum type="arabicParenBoth"/>
              <a:tabLst>
                <a:tab pos="475615" algn="l"/>
              </a:tabLst>
            </a:pPr>
            <a:r>
              <a:rPr sz="2400" dirty="0">
                <a:latin typeface="微软雅黑" panose="020B0503020204020204" pitchFamily="34" charset="-122"/>
                <a:ea typeface="微软雅黑" panose="020B0503020204020204" pitchFamily="34" charset="-122"/>
                <a:cs typeface="华文新魏" panose="02010800040101010101" charset="-122"/>
              </a:rPr>
              <a:t>编制每一个Use</a:t>
            </a:r>
            <a:r>
              <a:rPr sz="2400" spc="-5" dirty="0">
                <a:latin typeface="微软雅黑" panose="020B0503020204020204" pitchFamily="34" charset="-122"/>
                <a:ea typeface="微软雅黑" panose="020B0503020204020204" pitchFamily="34" charset="-122"/>
                <a:cs typeface="华文新魏" panose="02010800040101010101" charset="-122"/>
              </a:rPr>
              <a:t> Case</a:t>
            </a:r>
            <a:r>
              <a:rPr sz="2400" dirty="0">
                <a:latin typeface="微软雅黑" panose="020B0503020204020204" pitchFamily="34" charset="-122"/>
                <a:ea typeface="微软雅黑" panose="020B0503020204020204" pitchFamily="34" charset="-122"/>
                <a:cs typeface="华文新魏" panose="02010800040101010101" charset="-122"/>
              </a:rPr>
              <a:t>的脚本；</a:t>
            </a:r>
          </a:p>
          <a:p>
            <a:pPr marL="474980" indent="-462915">
              <a:lnSpc>
                <a:spcPct val="100000"/>
              </a:lnSpc>
              <a:spcBef>
                <a:spcPts val="1320"/>
              </a:spcBef>
              <a:buAutoNum type="arabicParenBoth"/>
              <a:tabLst>
                <a:tab pos="475615" algn="l"/>
              </a:tabLst>
            </a:pPr>
            <a:r>
              <a:rPr sz="2400" dirty="0">
                <a:latin typeface="微软雅黑" panose="020B0503020204020204" pitchFamily="34" charset="-122"/>
                <a:ea typeface="微软雅黑" panose="020B0503020204020204" pitchFamily="34" charset="-122"/>
                <a:cs typeface="华文新魏" panose="02010800040101010101" charset="-122"/>
              </a:rPr>
              <a:t>绘制Use</a:t>
            </a:r>
            <a:r>
              <a:rPr sz="2400" spc="-85" dirty="0">
                <a:latin typeface="微软雅黑" panose="020B0503020204020204" pitchFamily="34" charset="-122"/>
                <a:ea typeface="微软雅黑" panose="020B0503020204020204" pitchFamily="34" charset="-122"/>
                <a:cs typeface="华文新魏" panose="02010800040101010101" charset="-122"/>
              </a:rPr>
              <a:t> </a:t>
            </a:r>
            <a:r>
              <a:rPr sz="2400" spc="-5" dirty="0">
                <a:latin typeface="微软雅黑" panose="020B0503020204020204" pitchFamily="34" charset="-122"/>
                <a:ea typeface="微软雅黑" panose="020B0503020204020204" pitchFamily="34" charset="-122"/>
                <a:cs typeface="华文新魏" panose="02010800040101010101" charset="-122"/>
              </a:rPr>
              <a:t>Case</a:t>
            </a:r>
            <a:r>
              <a:rPr sz="2400" dirty="0">
                <a:latin typeface="微软雅黑" panose="020B0503020204020204" pitchFamily="34" charset="-122"/>
                <a:ea typeface="微软雅黑" panose="020B0503020204020204" pitchFamily="34" charset="-122"/>
                <a:cs typeface="华文新魏" panose="02010800040101010101" charset="-122"/>
              </a:rPr>
              <a:t>图；</a:t>
            </a:r>
          </a:p>
          <a:p>
            <a:pPr marL="355600" marR="5080" indent="-342900">
              <a:lnSpc>
                <a:spcPct val="108000"/>
              </a:lnSpc>
              <a:spcBef>
                <a:spcPts val="1100"/>
              </a:spcBef>
              <a:buAutoNum type="arabicParenBoth"/>
              <a:tabLst>
                <a:tab pos="475615" algn="l"/>
              </a:tabLst>
            </a:pPr>
            <a:r>
              <a:rPr sz="2400" dirty="0">
                <a:latin typeface="微软雅黑" panose="020B0503020204020204" pitchFamily="34" charset="-122"/>
                <a:ea typeface="微软雅黑" panose="020B0503020204020204" pitchFamily="34" charset="-122"/>
                <a:cs typeface="华文新魏" panose="02010800040101010101" charset="-122"/>
              </a:rPr>
              <a:t>区分主事件流和异常情况的事件流，可以把表示异常情况的事件流作为单 独的Use</a:t>
            </a:r>
            <a:r>
              <a:rPr sz="2400" spc="-5" dirty="0">
                <a:latin typeface="微软雅黑" panose="020B0503020204020204" pitchFamily="34" charset="-122"/>
                <a:ea typeface="微软雅黑" panose="020B0503020204020204" pitchFamily="34" charset="-122"/>
                <a:cs typeface="华文新魏" panose="02010800040101010101" charset="-122"/>
              </a:rPr>
              <a:t> Case</a:t>
            </a:r>
            <a:r>
              <a:rPr sz="2400" dirty="0">
                <a:latin typeface="微软雅黑" panose="020B0503020204020204" pitchFamily="34" charset="-122"/>
                <a:ea typeface="微软雅黑" panose="020B0503020204020204" pitchFamily="34" charset="-122"/>
                <a:cs typeface="华文新魏" panose="02010800040101010101" charset="-122"/>
              </a:rPr>
              <a:t>处理；</a:t>
            </a:r>
          </a:p>
          <a:p>
            <a:pPr marL="474980" indent="-462915">
              <a:lnSpc>
                <a:spcPct val="100000"/>
              </a:lnSpc>
              <a:spcBef>
                <a:spcPts val="1320"/>
              </a:spcBef>
              <a:buAutoNum type="arabicParenBoth"/>
              <a:tabLst>
                <a:tab pos="475615" algn="l"/>
              </a:tabLst>
            </a:pPr>
            <a:r>
              <a:rPr sz="2400" dirty="0">
                <a:latin typeface="微软雅黑" panose="020B0503020204020204" pitchFamily="34" charset="-122"/>
                <a:ea typeface="微软雅黑" panose="020B0503020204020204" pitchFamily="34" charset="-122"/>
                <a:cs typeface="华文新魏" panose="02010800040101010101" charset="-122"/>
              </a:rPr>
              <a:t>细化Use</a:t>
            </a:r>
            <a:r>
              <a:rPr sz="2400" spc="-5" dirty="0">
                <a:latin typeface="微软雅黑" panose="020B0503020204020204" pitchFamily="34" charset="-122"/>
                <a:ea typeface="微软雅黑" panose="020B0503020204020204" pitchFamily="34" charset="-122"/>
                <a:cs typeface="华文新魏" panose="02010800040101010101" charset="-122"/>
              </a:rPr>
              <a:t> Case</a:t>
            </a:r>
            <a:r>
              <a:rPr sz="2400" dirty="0">
                <a:latin typeface="微软雅黑" panose="020B0503020204020204" pitchFamily="34" charset="-122"/>
                <a:ea typeface="微软雅黑" panose="020B0503020204020204" pitchFamily="34" charset="-122"/>
                <a:cs typeface="华文新魏" panose="02010800040101010101" charset="-122"/>
              </a:rPr>
              <a:t>图，解决Use </a:t>
            </a:r>
            <a:r>
              <a:rPr sz="2400" spc="-5" dirty="0">
                <a:latin typeface="微软雅黑" panose="020B0503020204020204" pitchFamily="34" charset="-122"/>
                <a:ea typeface="微软雅黑" panose="020B0503020204020204" pitchFamily="34" charset="-122"/>
                <a:cs typeface="华文新魏" panose="02010800040101010101" charset="-122"/>
              </a:rPr>
              <a:t>Case</a:t>
            </a:r>
            <a:r>
              <a:rPr sz="2400" dirty="0">
                <a:latin typeface="微软雅黑" panose="020B0503020204020204" pitchFamily="34" charset="-122"/>
                <a:ea typeface="微软雅黑" panose="020B0503020204020204" pitchFamily="34" charset="-122"/>
                <a:cs typeface="华文新魏" panose="02010800040101010101" charset="-122"/>
              </a:rPr>
              <a:t>间的重复与冲突问题。</a:t>
            </a:r>
          </a:p>
        </p:txBody>
      </p:sp>
      <p:sp>
        <p:nvSpPr>
          <p:cNvPr id="5" name="标题 4"/>
          <p:cNvSpPr>
            <a:spLocks noGrp="1"/>
          </p:cNvSpPr>
          <p:nvPr>
            <p:ph type="title"/>
          </p:nvPr>
        </p:nvSpPr>
        <p:spPr/>
        <p:txBody>
          <a:bodyPr/>
          <a:lstStyle/>
          <a:p>
            <a:r>
              <a:rPr lang="zh-CN" altLang="en-US" spc="-5" dirty="0"/>
              <a:t>总结：</a:t>
            </a:r>
            <a:r>
              <a:rPr lang="en-US" altLang="zh-CN" spc="-5" dirty="0">
                <a:latin typeface="Arial Narrow" panose="020B0606020202030204"/>
                <a:cs typeface="Arial Narrow" panose="020B0606020202030204"/>
              </a:rPr>
              <a:t>Use</a:t>
            </a:r>
            <a:r>
              <a:rPr lang="en-US" altLang="zh-CN" spc="-45" dirty="0">
                <a:latin typeface="Arial Narrow" panose="020B0606020202030204"/>
                <a:cs typeface="Arial Narrow" panose="020B0606020202030204"/>
              </a:rPr>
              <a:t> </a:t>
            </a:r>
            <a:r>
              <a:rPr lang="en-US" altLang="zh-CN" spc="-5" dirty="0">
                <a:latin typeface="Arial Narrow" panose="020B0606020202030204"/>
                <a:cs typeface="Arial Narrow" panose="020B0606020202030204"/>
              </a:rPr>
              <a:t>Case</a:t>
            </a:r>
            <a:r>
              <a:rPr lang="zh-CN" altLang="en-US" spc="-5" dirty="0"/>
              <a:t>模型的建立步骤</a:t>
            </a:r>
            <a:endParaRPr lang="zh-CN" altLang="en-US" dirty="0"/>
          </a:p>
        </p:txBody>
      </p:sp>
      <p:sp>
        <p:nvSpPr>
          <p:cNvPr id="6" name="灯片编号占位符 5"/>
          <p:cNvSpPr>
            <a:spLocks noGrp="1"/>
          </p:cNvSpPr>
          <p:nvPr>
            <p:ph type="sldNum" sz="quarter" idx="12"/>
          </p:nvPr>
        </p:nvSpPr>
        <p:spPr/>
        <p:txBody>
          <a:bodyPr/>
          <a:lstStyle/>
          <a:p>
            <a:fld id="{74D2AB8B-5816-41F2-8B4B-CA5C3E4E6A65}" type="slidenum">
              <a:rPr lang="zh-CN" altLang="en-US" smtClean="0"/>
              <a:t>60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6019"/>
    </mc:Choice>
    <mc:Fallback xmlns="">
      <p:transition spd="slow" advTm="76019"/>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参与者与用例间的关联关系</a:t>
            </a:r>
            <a:endParaRPr lang="en-US" altLang="zh-CN" dirty="0"/>
          </a:p>
        </p:txBody>
      </p:sp>
      <p:sp>
        <p:nvSpPr>
          <p:cNvPr id="3" name="内容占位符 2"/>
          <p:cNvSpPr>
            <a:spLocks noGrp="1"/>
          </p:cNvSpPr>
          <p:nvPr>
            <p:ph idx="1"/>
          </p:nvPr>
        </p:nvSpPr>
        <p:spPr/>
        <p:txBody>
          <a:bodyPr/>
          <a:lstStyle/>
          <a:p>
            <a:pPr marL="0" indent="0">
              <a:buNone/>
            </a:pPr>
            <a:r>
              <a:rPr lang="zh-CN" altLang="en-US" dirty="0"/>
              <a:t>关联关系，指参与者与用例之间的通信，也称为通信关系</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61</a:t>
            </a:fld>
            <a:endParaRPr lang="zh-CN" altLang="en-US"/>
          </a:p>
        </p:txBody>
      </p:sp>
      <p:pic>
        <p:nvPicPr>
          <p:cNvPr id="2050" name="Picture 2" descr="https://images0.cnblogs.com/blog/511616/201311/07190201-7405662ce109474e9e898557a92648c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8439" y="3334407"/>
            <a:ext cx="4695122" cy="20153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67795"/>
    </mc:Choice>
    <mc:Fallback xmlns="">
      <p:transition spd="slow" advTm="67795"/>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用例与用例的包含关系</a:t>
            </a:r>
          </a:p>
        </p:txBody>
      </p:sp>
      <p:sp>
        <p:nvSpPr>
          <p:cNvPr id="3" name="内容占位符 2"/>
          <p:cNvSpPr>
            <a:spLocks noGrp="1"/>
          </p:cNvSpPr>
          <p:nvPr>
            <p:ph idx="1"/>
          </p:nvPr>
        </p:nvSpPr>
        <p:spPr/>
        <p:txBody>
          <a:bodyPr/>
          <a:lstStyle/>
          <a:p>
            <a:pPr marL="0" indent="0">
              <a:buNone/>
            </a:pPr>
            <a:r>
              <a:rPr lang="zh-CN" altLang="en-US" dirty="0"/>
              <a:t>        包含关系描述的是一个用例需要某种功能，而该功能被另外一个用例定义，那么在用例的执行过程中，就可以调用已经定义好的用例。</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62</a:t>
            </a:fld>
            <a:endParaRPr lang="zh-CN" altLang="en-US"/>
          </a:p>
        </p:txBody>
      </p:sp>
      <p:pic>
        <p:nvPicPr>
          <p:cNvPr id="3074" name="Picture 2" descr="https://images0.cnblogs.com/blog/511616/201311/07191801-1fc851c2d659436d9b52adac32cfa5c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1902" y="3334407"/>
            <a:ext cx="4588195" cy="15944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57376"/>
    </mc:Choice>
    <mc:Fallback xmlns="">
      <p:transition spd="slow" advTm="57376"/>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包含关系的使用场景一</a:t>
            </a:r>
          </a:p>
        </p:txBody>
      </p:sp>
      <p:sp>
        <p:nvSpPr>
          <p:cNvPr id="3" name="内容占位符 2"/>
          <p:cNvSpPr>
            <a:spLocks noGrp="1"/>
          </p:cNvSpPr>
          <p:nvPr>
            <p:ph idx="1"/>
          </p:nvPr>
        </p:nvSpPr>
        <p:spPr/>
        <p:txBody>
          <a:bodyPr/>
          <a:lstStyle/>
          <a:p>
            <a:pPr marL="0" indent="0">
              <a:buNone/>
            </a:pPr>
            <a:r>
              <a:rPr lang="zh-CN" altLang="en-US" dirty="0"/>
              <a:t>如果</a:t>
            </a:r>
            <a:r>
              <a:rPr lang="zh-CN" altLang="en-US" b="1" dirty="0"/>
              <a:t>两个以上用例有大量一致的功能</a:t>
            </a:r>
            <a:r>
              <a:rPr lang="zh-CN" altLang="en-US" dirty="0"/>
              <a:t>，则可以将这个功能分解到另一个用例中，其他用例可以和这个用例建立包含关系</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63</a:t>
            </a:fld>
            <a:endParaRPr lang="zh-CN" altLang="en-US"/>
          </a:p>
        </p:txBody>
      </p:sp>
      <p:pic>
        <p:nvPicPr>
          <p:cNvPr id="5" name="Picture 2" descr="https://images0.cnblogs.com/blog/511616/201311/07191934-6ffa2a7adf334e8da7d475cce07f145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6464" y="2750748"/>
            <a:ext cx="4399071" cy="35611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96991"/>
    </mc:Choice>
    <mc:Fallback xmlns="">
      <p:transition spd="slow" advTm="96991"/>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包含关系的使用场景二</a:t>
            </a:r>
          </a:p>
        </p:txBody>
      </p:sp>
      <p:sp>
        <p:nvSpPr>
          <p:cNvPr id="3" name="内容占位符 2"/>
          <p:cNvSpPr>
            <a:spLocks noGrp="1"/>
          </p:cNvSpPr>
          <p:nvPr>
            <p:ph idx="1"/>
          </p:nvPr>
        </p:nvSpPr>
        <p:spPr/>
        <p:txBody>
          <a:bodyPr/>
          <a:lstStyle/>
          <a:p>
            <a:pPr marL="0" indent="0">
              <a:buNone/>
            </a:pPr>
            <a:r>
              <a:rPr lang="zh-CN" altLang="en-US" dirty="0"/>
              <a:t>一个用例的功能太多时，可以使用包含关系建立若干个更小的用例。</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64</a:t>
            </a:fld>
            <a:endParaRPr lang="zh-CN" altLang="en-US"/>
          </a:p>
        </p:txBody>
      </p:sp>
      <p:pic>
        <p:nvPicPr>
          <p:cNvPr id="5" name="Picture 6" descr="https://images0.cnblogs.com/blog/511616/201311/07194807-597aba8eecd148bbb7f4259c78fbd7b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8080" y="2414643"/>
            <a:ext cx="6895840" cy="37623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999" advTm="76504"/>
    </mc:Choice>
    <mc:Fallback xmlns="">
      <p:transition spd="slow" advTm="76504"/>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包含关系的特点</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65</a:t>
            </a:fld>
            <a:endParaRPr lang="zh-CN" altLang="en-US"/>
          </a:p>
        </p:txBody>
      </p:sp>
      <p:sp>
        <p:nvSpPr>
          <p:cNvPr id="8" name="内容占位符 7"/>
          <p:cNvSpPr>
            <a:spLocks noGrp="1"/>
          </p:cNvSpPr>
          <p:nvPr>
            <p:ph idx="1"/>
          </p:nvPr>
        </p:nvSpPr>
        <p:spPr>
          <a:xfrm>
            <a:off x="838200" y="1825625"/>
            <a:ext cx="10649607" cy="3835922"/>
          </a:xfrm>
          <a:prstGeom prst="rect">
            <a:avLst/>
          </a:prstGeom>
        </p:spPr>
        <p:txBody>
          <a:bodyPr wrap="square">
            <a:spAutoFit/>
          </a:bodyPr>
          <a:lstStyle/>
          <a:p>
            <a:pPr algn="just"/>
            <a:r>
              <a:rPr lang="zh-CN" altLang="en-US" dirty="0"/>
              <a:t>执行基用例时，每次都</a:t>
            </a:r>
            <a:r>
              <a:rPr lang="zh-CN" altLang="en-US" b="1" dirty="0"/>
              <a:t>必须调用</a:t>
            </a:r>
            <a:r>
              <a:rPr lang="zh-CN" altLang="en-US" dirty="0"/>
              <a:t>被包含用例。</a:t>
            </a:r>
            <a:endParaRPr lang="en-US" altLang="zh-CN" dirty="0"/>
          </a:p>
          <a:p>
            <a:pPr algn="just"/>
            <a:endParaRPr lang="en-US" altLang="zh-CN" dirty="0">
              <a:solidFill>
                <a:srgbClr val="4D4D4D"/>
              </a:solidFill>
              <a:latin typeface="微软雅黑" panose="020B0503020204020204" pitchFamily="34" charset="-122"/>
              <a:ea typeface="微软雅黑" panose="020B0503020204020204" pitchFamily="34" charset="-122"/>
            </a:endParaRPr>
          </a:p>
          <a:p>
            <a:pPr algn="just"/>
            <a:endParaRPr lang="en-US" altLang="zh-CN" dirty="0">
              <a:solidFill>
                <a:srgbClr val="4D4D4D"/>
              </a:solidFill>
              <a:latin typeface="微软雅黑" panose="020B0503020204020204" pitchFamily="34" charset="-122"/>
              <a:ea typeface="微软雅黑" panose="020B0503020204020204" pitchFamily="34" charset="-122"/>
            </a:endParaRPr>
          </a:p>
          <a:p>
            <a:pPr algn="just"/>
            <a:endParaRPr lang="en-US" altLang="zh-CN" dirty="0">
              <a:solidFill>
                <a:srgbClr val="4D4D4D"/>
              </a:solidFill>
              <a:latin typeface="微软雅黑" panose="020B0503020204020204" pitchFamily="34" charset="-122"/>
              <a:ea typeface="微软雅黑" panose="020B0503020204020204" pitchFamily="34" charset="-122"/>
            </a:endParaRPr>
          </a:p>
          <a:p>
            <a:pPr algn="just"/>
            <a:endParaRPr lang="en-US" altLang="zh-CN" dirty="0">
              <a:solidFill>
                <a:srgbClr val="4D4D4D"/>
              </a:solidFill>
              <a:latin typeface="微软雅黑" panose="020B0503020204020204" pitchFamily="34" charset="-122"/>
              <a:ea typeface="微软雅黑" panose="020B0503020204020204" pitchFamily="34" charset="-122"/>
            </a:endParaRPr>
          </a:p>
          <a:p>
            <a:pPr algn="just"/>
            <a:r>
              <a:rPr lang="zh-CN" altLang="en-US" dirty="0"/>
              <a:t>包含关系有利于在系统建模阶段提前设计和规划有助于将来实现系统时，确定哪些功能可以</a:t>
            </a:r>
            <a:r>
              <a:rPr lang="zh-CN" altLang="en-US" dirty="0">
                <a:solidFill>
                  <a:srgbClr val="FF0000"/>
                </a:solidFill>
              </a:rPr>
              <a:t>重用</a:t>
            </a:r>
            <a:r>
              <a:rPr lang="zh-CN" altLang="en-US" dirty="0"/>
              <a:t>，在编写代码时就可以实现代码的重用，缩短开发周期。</a:t>
            </a:r>
          </a:p>
        </p:txBody>
      </p:sp>
      <p:pic>
        <p:nvPicPr>
          <p:cNvPr id="10" name="Picture 2" descr="https://images0.cnblogs.com/blog/511616/201311/07191801-1fc851c2d659436d9b52adac32cfa5c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1902" y="2269552"/>
            <a:ext cx="4588195" cy="15944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27494"/>
    </mc:Choice>
    <mc:Fallback xmlns="">
      <p:transition spd="slow" advTm="27494"/>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用例与用例的扩展关系</a:t>
            </a:r>
          </a:p>
        </p:txBody>
      </p:sp>
      <p:sp>
        <p:nvSpPr>
          <p:cNvPr id="3" name="内容占位符 2"/>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当某个新用例在原来的用例基础上增加了新的步骤序列，则原来用例被称为基用例，这种关系称为扩展关系。</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66</a:t>
            </a:fld>
            <a:endParaRPr lang="zh-CN" altLang="en-US"/>
          </a:p>
        </p:txBody>
      </p:sp>
      <p:pic>
        <p:nvPicPr>
          <p:cNvPr id="5122" name="Picture 2" descr="https://images0.cnblogs.com/blog/511616/201311/07195505-e326fe0e8dd0443caafd1072d34160d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9345" y="3036670"/>
            <a:ext cx="5673309" cy="2523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87705"/>
    </mc:Choice>
    <mc:Fallback xmlns="">
      <p:transition spd="slow" advTm="87705"/>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扩展关系的特性</a:t>
            </a:r>
          </a:p>
        </p:txBody>
      </p:sp>
      <p:sp>
        <p:nvSpPr>
          <p:cNvPr id="3" name="内容占位符 2"/>
          <p:cNvSpPr>
            <a:spLocks noGrp="1"/>
          </p:cNvSpPr>
          <p:nvPr>
            <p:ph idx="1"/>
          </p:nvPr>
        </p:nvSpPr>
        <p:spPr/>
        <p:txBody>
          <a:bodyPr/>
          <a:lstStyle/>
          <a:p>
            <a:r>
              <a:rPr lang="zh-CN" altLang="en-US" dirty="0"/>
              <a:t>只有当扩展点被激活时，子用例才会被执行。</a:t>
            </a:r>
            <a:endParaRPr lang="en-US" altLang="zh-CN" dirty="0"/>
          </a:p>
          <a:p>
            <a:endParaRPr lang="en-US" altLang="zh-CN" dirty="0"/>
          </a:p>
          <a:p>
            <a:r>
              <a:rPr lang="zh-CN" altLang="en-US" dirty="0"/>
              <a:t>适合将一些常规的动作放在一个基本用例中，将可选的或只在特定条件下才执行的动作放在它的扩展用例中。</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4736"/>
    </mc:Choice>
    <mc:Fallback xmlns="">
      <p:transition spd="slow" advTm="54736"/>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用例和用例之间的泛化关系</a:t>
            </a:r>
          </a:p>
        </p:txBody>
      </p:sp>
      <p:sp>
        <p:nvSpPr>
          <p:cNvPr id="3" name="内容占位符 2"/>
          <p:cNvSpPr>
            <a:spLocks noGrp="1"/>
          </p:cNvSpPr>
          <p:nvPr>
            <p:ph idx="1"/>
          </p:nvPr>
        </p:nvSpPr>
        <p:spPr>
          <a:xfrm>
            <a:off x="692369" y="1861164"/>
            <a:ext cx="10807262" cy="4351338"/>
          </a:xfrm>
        </p:spPr>
        <p:txBody>
          <a:bodyPr/>
          <a:lstStyle/>
          <a:p>
            <a:r>
              <a:rPr lang="zh-CN" altLang="en-US" dirty="0"/>
              <a:t>由具体的、个别的扩大为一般的被称为</a:t>
            </a:r>
            <a:r>
              <a:rPr lang="zh-CN" altLang="en-US" b="1" dirty="0"/>
              <a:t>泛化</a:t>
            </a:r>
            <a:r>
              <a:rPr lang="zh-CN" altLang="en-US" dirty="0"/>
              <a:t>。</a:t>
            </a:r>
            <a:endParaRPr lang="en-US" altLang="zh-CN" dirty="0"/>
          </a:p>
          <a:p>
            <a:r>
              <a:rPr lang="zh-CN" altLang="en-US" dirty="0"/>
              <a:t>子用例从父用例处继承行为和属性，还可以添加行为或覆盖、改变已继承的行为。</a:t>
            </a:r>
          </a:p>
          <a:p>
            <a:pPr marL="0" indent="0">
              <a:buNone/>
            </a:pP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68</a:t>
            </a:fld>
            <a:endParaRPr lang="zh-CN" altLang="en-US"/>
          </a:p>
        </p:txBody>
      </p:sp>
      <p:pic>
        <p:nvPicPr>
          <p:cNvPr id="9218" name="Picture 2" descr="https://img-blog.csdn.net/20150121160337590?watermark/2/text/aHR0cDovL2Jsb2cuY3Nkbi5uZXQvbHMxNjQ1/font/5a6L5L2T/fontsize/400/fill/I0JBQkFCMA==/dissolve/70/gravity/Ce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5630" y="3334243"/>
            <a:ext cx="4400739" cy="231550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8986345" y="3951890"/>
            <a:ext cx="2280745" cy="461665"/>
          </a:xfrm>
          <a:prstGeom prst="rect">
            <a:avLst/>
          </a:prstGeom>
          <a:noFill/>
        </p:spPr>
        <p:txBody>
          <a:bodyPr wrap="square" rtlCol="0">
            <a:spAutoFit/>
          </a:bodyPr>
          <a:lstStyle/>
          <a:p>
            <a:r>
              <a:rPr lang="zh-CN" altLang="en-US" sz="2400" b="1" dirty="0">
                <a:solidFill>
                  <a:srgbClr val="FF0000"/>
                </a:solidFill>
              </a:rPr>
              <a:t>注意箭头方向！</a:t>
            </a:r>
            <a:endParaRPr lang="en-US" altLang="zh-CN" sz="24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55883"/>
    </mc:Choice>
    <mc:Fallback xmlns="">
      <p:transition spd="slow" advTm="55883"/>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泛化关系的特性</a:t>
            </a:r>
          </a:p>
        </p:txBody>
      </p:sp>
      <p:sp>
        <p:nvSpPr>
          <p:cNvPr id="3" name="内容占位符 2"/>
          <p:cNvSpPr>
            <a:spLocks noGrp="1"/>
          </p:cNvSpPr>
          <p:nvPr>
            <p:ph idx="1"/>
          </p:nvPr>
        </p:nvSpPr>
        <p:spPr/>
        <p:txBody>
          <a:bodyPr/>
          <a:lstStyle/>
          <a:p>
            <a:r>
              <a:rPr lang="zh-CN" altLang="en-US" dirty="0"/>
              <a:t>泛化关系在类中也有；</a:t>
            </a:r>
            <a:endParaRPr lang="en-US" altLang="zh-CN" dirty="0"/>
          </a:p>
          <a:p>
            <a:r>
              <a:rPr lang="zh-CN" altLang="en-US" dirty="0"/>
              <a:t>泛化和继承是不同的方向。泛化是从下到上的抽象过程，继承是从上到下，从一般到特殊的过程。</a:t>
            </a:r>
            <a:endParaRPr lang="en-US" altLang="zh-CN" dirty="0"/>
          </a:p>
          <a:p>
            <a:r>
              <a:rPr lang="zh-CN" altLang="en-US" dirty="0"/>
              <a:t>当系统中具有一个或多个用例是一般用例的特化时，就使用用例泛化。</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69</a:t>
            </a:fld>
            <a:endParaRPr lang="zh-CN" altLang="en-US"/>
          </a:p>
        </p:txBody>
      </p:sp>
      <p:pic>
        <p:nvPicPr>
          <p:cNvPr id="10242" name="Picture 2" descr="https://img-blog.csdn.net/20150121160341848?watermark/2/text/aHR0cDovL2Jsb2cuY3Nkbi5uZXQvbHMxNjQ1/font/5a6L5L2T/fontsize/400/fill/I0JBQkFCMA==/dissolve/70/gravity/Ce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0369" y="3646488"/>
            <a:ext cx="4711262" cy="2846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62806"/>
    </mc:Choice>
    <mc:Fallback xmlns="">
      <p:transition spd="slow" advTm="62806"/>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识别参与者，</a:t>
            </a:r>
            <a:r>
              <a:rPr lang="zh-CN" altLang="en-US" dirty="0">
                <a:cs typeface="华文新魏" panose="02010800040101010101" charset="-122"/>
              </a:rPr>
              <a:t>确定系统的边界和范围</a:t>
            </a:r>
            <a:endParaRPr lang="en-US" altLang="zh-CN" dirty="0"/>
          </a:p>
        </p:txBody>
      </p:sp>
      <p:sp>
        <p:nvSpPr>
          <p:cNvPr id="3" name="内容占位符 2"/>
          <p:cNvSpPr>
            <a:spLocks noGrp="1"/>
          </p:cNvSpPr>
          <p:nvPr>
            <p:ph idx="1"/>
          </p:nvPr>
        </p:nvSpPr>
        <p:spPr/>
        <p:txBody>
          <a:bodyPr/>
          <a:lstStyle/>
          <a:p>
            <a:pPr marL="0" indent="0">
              <a:buNone/>
            </a:pPr>
            <a:r>
              <a:rPr lang="zh-CN" altLang="en-US" dirty="0"/>
              <a:t>参与者：</a:t>
            </a:r>
            <a:endParaRPr lang="en-US" altLang="zh-CN" dirty="0"/>
          </a:p>
          <a:p>
            <a:r>
              <a:rPr lang="zh-CN" altLang="en-US" dirty="0"/>
              <a:t>系统外部的一个实体；</a:t>
            </a:r>
            <a:endParaRPr lang="en-US" altLang="zh-CN" dirty="0"/>
          </a:p>
          <a:p>
            <a:r>
              <a:rPr lang="zh-CN" altLang="en-US" dirty="0"/>
              <a:t>参与用例的执行过程；</a:t>
            </a:r>
            <a:endParaRPr lang="en-US" altLang="zh-CN" dirty="0"/>
          </a:p>
          <a:p>
            <a:r>
              <a:rPr lang="zh-CN" altLang="en-US" dirty="0"/>
              <a:t>通过向系统输入或请求系统输入某些事件来出发系统的执行；</a:t>
            </a:r>
            <a:endParaRPr lang="en-US" altLang="zh-CN" dirty="0"/>
          </a:p>
          <a:p>
            <a:r>
              <a:rPr lang="zh-CN" altLang="en-US" dirty="0"/>
              <a:t>由参与用例时的角色来表示；</a:t>
            </a:r>
            <a:endParaRPr lang="en-US" altLang="zh-CN" dirty="0"/>
          </a:p>
          <a:p>
            <a:r>
              <a:rPr lang="zh-CN" altLang="en-US" dirty="0"/>
              <a:t>每个参与者可以参与一个或多个用例；</a:t>
            </a:r>
            <a:endParaRPr lang="en-US" altLang="zh-CN" dirty="0"/>
          </a:p>
          <a:p>
            <a:r>
              <a:rPr lang="zh-CN" altLang="en-US" dirty="0"/>
              <a:t>参与者可以是系统用户，也可以是与系统交互的其它系统，还可以是一些可以运行的进程；</a:t>
            </a:r>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70</a:t>
            </a:fld>
            <a:endParaRPr lang="zh-CN" altLang="en-US"/>
          </a:p>
        </p:txBody>
      </p:sp>
      <p:pic>
        <p:nvPicPr>
          <p:cNvPr id="6" name="图片 5"/>
          <p:cNvPicPr>
            <a:picLocks noChangeAspect="1"/>
          </p:cNvPicPr>
          <p:nvPr/>
        </p:nvPicPr>
        <p:blipFill>
          <a:blip r:embed="rId2"/>
          <a:stretch>
            <a:fillRect/>
          </a:stretch>
        </p:blipFill>
        <p:spPr>
          <a:xfrm>
            <a:off x="8497449" y="1619610"/>
            <a:ext cx="809625" cy="1400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6512"/>
    </mc:Choice>
    <mc:Fallback xmlns="">
      <p:transition spd="slow" advTm="136512"/>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353800" cy="1325563"/>
          </a:xfrm>
        </p:spPr>
        <p:txBody>
          <a:bodyPr>
            <a:normAutofit/>
          </a:bodyPr>
          <a:lstStyle/>
          <a:p>
            <a:r>
              <a:rPr lang="en-US" altLang="zh-CN" dirty="0"/>
              <a:t>2.</a:t>
            </a:r>
            <a:r>
              <a:rPr lang="zh-CN" altLang="en-US" dirty="0"/>
              <a:t>识别用例</a:t>
            </a:r>
          </a:p>
        </p:txBody>
      </p:sp>
      <p:sp>
        <p:nvSpPr>
          <p:cNvPr id="3" name="内容占位符 2"/>
          <p:cNvSpPr>
            <a:spLocks noGrp="1"/>
          </p:cNvSpPr>
          <p:nvPr>
            <p:ph idx="1"/>
          </p:nvPr>
        </p:nvSpPr>
        <p:spPr>
          <a:xfrm>
            <a:off x="838200" y="1902371"/>
            <a:ext cx="10515600" cy="4274591"/>
          </a:xfrm>
        </p:spPr>
        <p:txBody>
          <a:bodyPr>
            <a:normAutofit/>
          </a:bodyPr>
          <a:lstStyle/>
          <a:p>
            <a:r>
              <a:rPr lang="zh-CN" altLang="en-US" sz="3200" dirty="0"/>
              <a:t>用例是外部可见的系统单元；</a:t>
            </a:r>
            <a:endParaRPr lang="en-US" altLang="zh-CN" sz="3200" dirty="0"/>
          </a:p>
          <a:p>
            <a:r>
              <a:rPr lang="zh-CN" altLang="en-US" sz="3200" dirty="0"/>
              <a:t>可以通过</a:t>
            </a:r>
            <a:r>
              <a:rPr lang="zh-CN" altLang="en-US" sz="3200" dirty="0">
                <a:cs typeface="华文新魏" panose="02010800040101010101" charset="-122"/>
              </a:rPr>
              <a:t>确定每个参与者所期望的系统行为来识别用例；</a:t>
            </a:r>
            <a:endParaRPr lang="en-US" altLang="zh-CN" sz="3200" dirty="0"/>
          </a:p>
          <a:p>
            <a:r>
              <a:rPr lang="zh-CN" altLang="en-US" sz="3200" dirty="0"/>
              <a:t>用例名称用动宾结构表示。</a:t>
            </a:r>
            <a:endParaRPr lang="en-US" altLang="zh-CN" sz="32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71</a:t>
            </a:fld>
            <a:endParaRPr lang="zh-CN" altLang="en-US"/>
          </a:p>
        </p:txBody>
      </p:sp>
      <p:sp>
        <p:nvSpPr>
          <p:cNvPr id="5" name="椭圆 4"/>
          <p:cNvSpPr/>
          <p:nvPr/>
        </p:nvSpPr>
        <p:spPr>
          <a:xfrm>
            <a:off x="5896304" y="3769132"/>
            <a:ext cx="1609458" cy="963777"/>
          </a:xfrm>
          <a:prstGeom prst="ellipse">
            <a:avLst/>
          </a:prstGeom>
          <a:solidFill>
            <a:schemeClr val="accent4">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 name="文本框 5"/>
          <p:cNvSpPr txBox="1"/>
          <p:nvPr/>
        </p:nvSpPr>
        <p:spPr>
          <a:xfrm>
            <a:off x="6080235" y="4066354"/>
            <a:ext cx="1241596"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维护信息</a:t>
            </a:r>
          </a:p>
        </p:txBody>
      </p:sp>
    </p:spTree>
  </p:cSld>
  <p:clrMapOvr>
    <a:masterClrMapping/>
  </p:clrMapOvr>
  <mc:AlternateContent xmlns:mc="http://schemas.openxmlformats.org/markup-compatibility/2006" xmlns:p14="http://schemas.microsoft.com/office/powerpoint/2010/main">
    <mc:Choice Requires="p14">
      <p:transition spd="slow" p14:dur="2000" advTm="27987"/>
    </mc:Choice>
    <mc:Fallback xmlns="">
      <p:transition spd="slow" advTm="27987"/>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对用例、参与者和它们之间的关系建模</a:t>
            </a:r>
          </a:p>
        </p:txBody>
      </p:sp>
      <p:sp>
        <p:nvSpPr>
          <p:cNvPr id="3" name="内容占位符 2"/>
          <p:cNvSpPr>
            <a:spLocks noGrp="1"/>
          </p:cNvSpPr>
          <p:nvPr>
            <p:ph idx="1"/>
          </p:nvPr>
        </p:nvSpPr>
        <p:spPr/>
        <p:txBody>
          <a:bodyPr>
            <a:normAutofit/>
          </a:bodyPr>
          <a:lstStyle/>
          <a:p>
            <a:r>
              <a:rPr lang="zh-CN" altLang="en-US" sz="3200" dirty="0"/>
              <a:t>确定参与者与用例之间的通信路径</a:t>
            </a:r>
            <a:r>
              <a:rPr lang="en-US" altLang="zh-CN" sz="3200" dirty="0"/>
              <a:t>—</a:t>
            </a:r>
            <a:r>
              <a:rPr lang="zh-CN" altLang="en-US" sz="3200" dirty="0"/>
              <a:t>关联关系</a:t>
            </a:r>
          </a:p>
          <a:p>
            <a:r>
              <a:rPr lang="zh-CN" altLang="en-US" sz="3200" dirty="0"/>
              <a:t>确定用例之间的包含、扩展和泛化关系</a:t>
            </a:r>
            <a:endParaRPr lang="en-US" altLang="zh-CN" sz="3200" dirty="0"/>
          </a:p>
          <a:p>
            <a:r>
              <a:rPr lang="zh-CN" altLang="en-US" sz="3200" dirty="0"/>
              <a:t>绘制用例图，描述用例：</a:t>
            </a:r>
            <a:endParaRPr lang="en-US" altLang="zh-CN" sz="3200" dirty="0"/>
          </a:p>
          <a:p>
            <a:pPr lvl="1">
              <a:buFont typeface="Wingdings" panose="05000000000000000000" pitchFamily="2" charset="2"/>
              <a:buChar char="Ø"/>
            </a:pPr>
            <a:r>
              <a:rPr lang="zh-CN" altLang="en-US" sz="3200" dirty="0"/>
              <a:t>简要说明</a:t>
            </a:r>
            <a:endParaRPr lang="en-US" altLang="zh-CN" sz="3200" dirty="0"/>
          </a:p>
          <a:p>
            <a:pPr lvl="1">
              <a:buFont typeface="Wingdings" panose="05000000000000000000" pitchFamily="2" charset="2"/>
              <a:buChar char="Ø"/>
            </a:pPr>
            <a:r>
              <a:rPr lang="zh-CN" altLang="en-US" sz="3200" dirty="0"/>
              <a:t>前置条件</a:t>
            </a:r>
            <a:endParaRPr lang="en-US" altLang="zh-CN" sz="3200" dirty="0"/>
          </a:p>
          <a:p>
            <a:pPr lvl="1">
              <a:buFont typeface="Wingdings" panose="05000000000000000000" pitchFamily="2" charset="2"/>
              <a:buChar char="Ø"/>
            </a:pPr>
            <a:r>
              <a:rPr lang="zh-CN" altLang="en-US" sz="3200" dirty="0"/>
              <a:t>事件流（主事件流、其它事件流、错误流）</a:t>
            </a:r>
            <a:endParaRPr lang="en-US" altLang="zh-CN" sz="3200" dirty="0"/>
          </a:p>
          <a:p>
            <a:pPr lvl="1">
              <a:buFont typeface="Wingdings" panose="05000000000000000000" pitchFamily="2" charset="2"/>
              <a:buChar char="Ø"/>
            </a:pPr>
            <a:r>
              <a:rPr lang="zh-CN" altLang="en-US" sz="3200" dirty="0"/>
              <a:t>后置条件</a:t>
            </a:r>
            <a:endParaRPr lang="en-US" altLang="zh-CN" sz="3200" dirty="0"/>
          </a:p>
          <a:p>
            <a:endParaRPr lang="zh-CN" altLang="en-US" sz="32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72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7271"/>
    </mc:Choice>
    <mc:Fallback xmlns="">
      <p:transition spd="slow" advTm="5727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用例图和用例描述设计实例</a:t>
            </a:r>
            <a:r>
              <a:rPr lang="en-US" altLang="zh-CN" dirty="0"/>
              <a:t>--</a:t>
            </a:r>
            <a:r>
              <a:rPr lang="zh-CN" altLang="en-US" dirty="0"/>
              <a:t>家教网站</a:t>
            </a:r>
          </a:p>
        </p:txBody>
      </p:sp>
      <p:sp>
        <p:nvSpPr>
          <p:cNvPr id="3" name="内容占位符 2"/>
          <p:cNvSpPr>
            <a:spLocks noGrp="1"/>
          </p:cNvSpPr>
          <p:nvPr>
            <p:ph idx="1"/>
          </p:nvPr>
        </p:nvSpPr>
        <p:spPr/>
        <p:txBody>
          <a:bodyPr/>
          <a:lstStyle/>
          <a:p>
            <a:r>
              <a:rPr lang="zh-CN" altLang="en-US" dirty="0"/>
              <a:t>前台客户系统的用例图：</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73</a:t>
            </a:fld>
            <a:endParaRPr lang="zh-CN" altLang="en-US"/>
          </a:p>
        </p:txBody>
      </p:sp>
      <p:pic>
        <p:nvPicPr>
          <p:cNvPr id="11266" name="Picture 2" descr="http://images.51cto.com/files/uploadimg/20060113/102924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7358" y="2522811"/>
            <a:ext cx="6577283" cy="23329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40753"/>
    </mc:Choice>
    <mc:Fallback xmlns="">
      <p:transition spd="slow" advTm="40753"/>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74</a:t>
            </a:fld>
            <a:endParaRPr lang="zh-CN" altLang="en-US"/>
          </a:p>
        </p:txBody>
      </p:sp>
      <p:sp>
        <p:nvSpPr>
          <p:cNvPr id="3" name="内容占位符 2"/>
          <p:cNvSpPr txBox="1"/>
          <p:nvPr/>
        </p:nvSpPr>
        <p:spPr>
          <a:xfrm>
            <a:off x="838200" y="683172"/>
            <a:ext cx="10515600" cy="54937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后台管理系统用例图：</a:t>
            </a:r>
          </a:p>
        </p:txBody>
      </p:sp>
      <p:pic>
        <p:nvPicPr>
          <p:cNvPr id="12290" name="Picture 2" descr="http://images.51cto.com/files/uploadimg/20060113/102924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492" y="1161193"/>
            <a:ext cx="5773956" cy="45356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33027"/>
    </mc:Choice>
    <mc:Fallback xmlns="">
      <p:transition spd="slow" advTm="33027"/>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75</a:t>
            </a:fld>
            <a:endParaRPr lang="zh-CN" altLang="en-US"/>
          </a:p>
        </p:txBody>
      </p:sp>
      <p:pic>
        <p:nvPicPr>
          <p:cNvPr id="3" name="图片 2"/>
          <p:cNvPicPr>
            <a:picLocks noChangeAspect="1"/>
          </p:cNvPicPr>
          <p:nvPr/>
        </p:nvPicPr>
        <p:blipFill>
          <a:blip r:embed="rId2"/>
          <a:stretch>
            <a:fillRect/>
          </a:stretch>
        </p:blipFill>
        <p:spPr>
          <a:xfrm>
            <a:off x="2861259" y="0"/>
            <a:ext cx="6469481" cy="6495393"/>
          </a:xfrm>
          <a:prstGeom prst="rect">
            <a:avLst/>
          </a:prstGeom>
        </p:spPr>
      </p:pic>
      <p:sp>
        <p:nvSpPr>
          <p:cNvPr id="5" name="矩形 4"/>
          <p:cNvSpPr/>
          <p:nvPr/>
        </p:nvSpPr>
        <p:spPr>
          <a:xfrm>
            <a:off x="450297" y="119775"/>
            <a:ext cx="2031325" cy="646331"/>
          </a:xfrm>
          <a:prstGeom prst="rect">
            <a:avLst/>
          </a:prstGeom>
        </p:spPr>
        <p:txBody>
          <a:bodyPr wrap="none">
            <a:spAutoFit/>
          </a:bodyPr>
          <a:lstStyle/>
          <a:p>
            <a:r>
              <a:rPr lang="zh-CN" altLang="en-US" sz="3600" dirty="0">
                <a:solidFill>
                  <a:prstClr val="black"/>
                </a:solidFill>
                <a:latin typeface="微软雅黑" panose="020B0503020204020204" pitchFamily="34" charset="-122"/>
                <a:ea typeface="微软雅黑" panose="020B0503020204020204" pitchFamily="34" charset="-122"/>
                <a:cs typeface="+mj-cs"/>
              </a:rPr>
              <a:t>用例描述</a:t>
            </a:r>
            <a:endParaRPr lang="zh-CN" altLang="en-US" sz="3600" dirty="0"/>
          </a:p>
        </p:txBody>
      </p:sp>
    </p:spTree>
  </p:cSld>
  <p:clrMapOvr>
    <a:masterClrMapping/>
  </p:clrMapOvr>
  <mc:AlternateContent xmlns:mc="http://schemas.openxmlformats.org/markup-compatibility/2006" xmlns:p14="http://schemas.microsoft.com/office/powerpoint/2010/main">
    <mc:Choice Requires="p14">
      <p:transition spd="slow" p14:dur="2000" advTm="135389"/>
    </mc:Choice>
    <mc:Fallback xmlns="">
      <p:transition spd="slow" advTm="135389"/>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统一建模语言</a:t>
            </a:r>
            <a:r>
              <a:rPr lang="en-US" altLang="zh-CN" dirty="0"/>
              <a:t>UML</a:t>
            </a:r>
            <a:endParaRPr lang="zh-CN" altLang="en-US" dirty="0"/>
          </a:p>
        </p:txBody>
      </p:sp>
      <p:sp>
        <p:nvSpPr>
          <p:cNvPr id="3" name="内容占位符 2"/>
          <p:cNvSpPr>
            <a:spLocks noGrp="1"/>
          </p:cNvSpPr>
          <p:nvPr>
            <p:ph idx="1"/>
          </p:nvPr>
        </p:nvSpPr>
        <p:spPr>
          <a:xfrm>
            <a:off x="838200" y="1587062"/>
            <a:ext cx="10515600" cy="4589901"/>
          </a:xfrm>
        </p:spPr>
        <p:txBody>
          <a:bodyPr>
            <a:normAutofit lnSpcReduction="10000"/>
          </a:bodyPr>
          <a:lstStyle/>
          <a:p>
            <a:r>
              <a:rPr lang="en-US" altLang="zh-CN" dirty="0"/>
              <a:t>UML</a:t>
            </a:r>
            <a:r>
              <a:rPr lang="zh-CN" altLang="en-US" dirty="0"/>
              <a:t>（</a:t>
            </a:r>
            <a:r>
              <a:rPr lang="en-US" altLang="zh-CN" dirty="0"/>
              <a:t>Unified Modeling Language</a:t>
            </a:r>
            <a:r>
              <a:rPr lang="zh-CN" altLang="en-US" dirty="0"/>
              <a:t>），是一种为面向对象系统的产品进行说明、可视化和编制文档的一种标准语言。</a:t>
            </a:r>
            <a:endParaRPr lang="en-US" altLang="zh-CN" dirty="0"/>
          </a:p>
          <a:p>
            <a:endParaRPr lang="en-US" altLang="zh-CN" dirty="0"/>
          </a:p>
          <a:p>
            <a:r>
              <a:rPr lang="zh-CN" altLang="en-US" dirty="0"/>
              <a:t>使用面向对象设计的建模工具，但独立于任何具体程序设计语言。</a:t>
            </a:r>
            <a:endParaRPr lang="en-US" altLang="zh-CN" dirty="0"/>
          </a:p>
          <a:p>
            <a:endParaRPr lang="en-US" altLang="zh-CN" dirty="0"/>
          </a:p>
          <a:p>
            <a:r>
              <a:rPr lang="en-US" altLang="zh-CN" dirty="0"/>
              <a:t>UML</a:t>
            </a:r>
            <a:r>
              <a:rPr lang="zh-CN" altLang="en-US" dirty="0"/>
              <a:t>有严格的语法和语义规范，采用一组图形符号来描述软件模型，可以直观地理解和阅读，由于具有规范性，所以能够保证模型的准确、一致。</a:t>
            </a:r>
            <a:endParaRPr lang="en-US" altLang="zh-CN" dirty="0"/>
          </a:p>
          <a:p>
            <a:endParaRPr lang="en-US" altLang="zh-CN" dirty="0"/>
          </a:p>
          <a:p>
            <a:r>
              <a:rPr lang="en-US" altLang="zh-CN" dirty="0"/>
              <a:t>UML</a:t>
            </a:r>
            <a:r>
              <a:rPr lang="zh-CN" altLang="en-US" dirty="0"/>
              <a:t>不仅可以用于软件建模，还可以用于其他领域的建模工作。</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76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8553"/>
    </mc:Choice>
    <mc:Fallback xmlns="">
      <p:transition spd="slow" advTm="48553"/>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2062"/>
            <a:ext cx="10515600" cy="1325563"/>
          </a:xfrm>
        </p:spPr>
        <p:txBody>
          <a:bodyPr/>
          <a:lstStyle/>
          <a:p>
            <a:r>
              <a:rPr lang="en-US" altLang="zh-CN" dirty="0"/>
              <a:t>UML2.0</a:t>
            </a:r>
            <a:endParaRPr lang="zh-CN" altLang="en-US" dirty="0"/>
          </a:p>
        </p:txBody>
      </p:sp>
      <p:sp>
        <p:nvSpPr>
          <p:cNvPr id="3" name="内容占位符 2"/>
          <p:cNvSpPr>
            <a:spLocks noGrp="1"/>
          </p:cNvSpPr>
          <p:nvPr>
            <p:ph idx="1"/>
          </p:nvPr>
        </p:nvSpPr>
        <p:spPr>
          <a:xfrm>
            <a:off x="838199" y="1825625"/>
            <a:ext cx="10901855" cy="4351338"/>
          </a:xfrm>
        </p:spPr>
        <p:txBody>
          <a:bodyPr>
            <a:normAutofit/>
          </a:bodyPr>
          <a:lstStyle/>
          <a:p>
            <a:pPr marL="0" indent="0">
              <a:buNone/>
            </a:pPr>
            <a:r>
              <a:rPr lang="en-US" altLang="zh-CN" dirty="0"/>
              <a:t>1.</a:t>
            </a:r>
            <a:r>
              <a:rPr lang="zh-CN" altLang="en-US" dirty="0">
                <a:solidFill>
                  <a:srgbClr val="FF0000"/>
                </a:solidFill>
              </a:rPr>
              <a:t>用例图：对系统的使用方式分类</a:t>
            </a:r>
            <a:r>
              <a:rPr lang="en-US" altLang="zh-CN" dirty="0">
                <a:solidFill>
                  <a:srgbClr val="FF0000"/>
                </a:solidFill>
              </a:rPr>
              <a:t>.</a:t>
            </a:r>
          </a:p>
          <a:p>
            <a:pPr marL="0" indent="0">
              <a:buNone/>
            </a:pPr>
            <a:r>
              <a:rPr lang="en-US" altLang="zh-CN" dirty="0"/>
              <a:t>2.</a:t>
            </a:r>
            <a:r>
              <a:rPr lang="zh-CN" altLang="en-US" dirty="0"/>
              <a:t>类图</a:t>
            </a:r>
            <a:r>
              <a:rPr lang="en-US" altLang="zh-CN" dirty="0"/>
              <a:t>:</a:t>
            </a:r>
            <a:r>
              <a:rPr lang="zh-CN" altLang="en-US" dirty="0"/>
              <a:t>显示类和它们的相互关系。</a:t>
            </a:r>
            <a:endParaRPr lang="en-US" altLang="zh-CN" dirty="0"/>
          </a:p>
          <a:p>
            <a:pPr marL="0" indent="0">
              <a:buNone/>
            </a:pPr>
            <a:r>
              <a:rPr lang="en-US" altLang="zh-CN" dirty="0"/>
              <a:t>3.</a:t>
            </a:r>
            <a:r>
              <a:rPr lang="zh-CN" altLang="en-US" dirty="0"/>
              <a:t>对象图：只显示对象及它们的相互关系。</a:t>
            </a:r>
            <a:endParaRPr lang="en-US" altLang="zh-CN" dirty="0"/>
          </a:p>
          <a:p>
            <a:pPr marL="0" indent="0">
              <a:buNone/>
            </a:pPr>
            <a:r>
              <a:rPr lang="en-US" altLang="zh-CN" dirty="0"/>
              <a:t>4.</a:t>
            </a:r>
            <a:r>
              <a:rPr lang="zh-CN" altLang="en-US" dirty="0"/>
              <a:t>活动图：显示人或对象的活动，其方式类似于流程图。</a:t>
            </a:r>
            <a:endParaRPr lang="en-US" altLang="zh-CN" dirty="0"/>
          </a:p>
          <a:p>
            <a:pPr marL="0" indent="0">
              <a:buNone/>
            </a:pPr>
            <a:r>
              <a:rPr lang="en-US" altLang="zh-CN" dirty="0"/>
              <a:t>5.</a:t>
            </a:r>
            <a:r>
              <a:rPr lang="zh-CN" altLang="en-US" dirty="0"/>
              <a:t>状态机图：显示生命周期比较有趣或复杂的对象的各种状态。</a:t>
            </a:r>
            <a:endParaRPr lang="en-US" altLang="zh-CN" dirty="0"/>
          </a:p>
          <a:p>
            <a:pPr marL="0" indent="0">
              <a:buNone/>
            </a:pPr>
            <a:r>
              <a:rPr lang="en-US" altLang="zh-CN" dirty="0"/>
              <a:t>6.</a:t>
            </a:r>
            <a:r>
              <a:rPr lang="zh-CN" altLang="en-US" dirty="0"/>
              <a:t>通信图：显示在某种情形下对象之间发送的消息。</a:t>
            </a:r>
            <a:endParaRPr lang="en-US" altLang="zh-CN" dirty="0"/>
          </a:p>
          <a:p>
            <a:pPr marL="0" indent="0">
              <a:buNone/>
            </a:pPr>
            <a:r>
              <a:rPr lang="en-US" altLang="zh-CN" dirty="0"/>
              <a:t>7.</a:t>
            </a:r>
            <a:r>
              <a:rPr lang="zh-CN" altLang="en-US" dirty="0"/>
              <a:t>顺序图：显示与通信图类以的信息，但强调的是顺序，而不是连接。</a:t>
            </a:r>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77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8016"/>
    </mc:Choice>
    <mc:Fallback xmlns="">
      <p:transition spd="slow" advTm="18016"/>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UML2.0</a:t>
            </a:r>
            <a:endParaRPr lang="zh-CN" altLang="en-US" dirty="0"/>
          </a:p>
        </p:txBody>
      </p:sp>
      <p:sp>
        <p:nvSpPr>
          <p:cNvPr id="3" name="内容占位符 2"/>
          <p:cNvSpPr>
            <a:spLocks noGrp="1"/>
          </p:cNvSpPr>
          <p:nvPr>
            <p:ph idx="1"/>
          </p:nvPr>
        </p:nvSpPr>
        <p:spPr/>
        <p:txBody>
          <a:bodyPr/>
          <a:lstStyle/>
          <a:p>
            <a:pPr marL="0" indent="0">
              <a:buNone/>
            </a:pPr>
            <a:r>
              <a:rPr lang="en-US" altLang="zh-CN" dirty="0"/>
              <a:t>8.</a:t>
            </a:r>
            <a:r>
              <a:rPr lang="zh-CN" altLang="en-US" dirty="0"/>
              <a:t>包图：显示相关的类如何组合，对开发人员有用。</a:t>
            </a:r>
            <a:endParaRPr lang="en-US" altLang="zh-CN" dirty="0"/>
          </a:p>
          <a:p>
            <a:pPr marL="0" indent="0">
              <a:buNone/>
            </a:pPr>
            <a:r>
              <a:rPr lang="en-US" altLang="zh-CN" dirty="0"/>
              <a:t>9.</a:t>
            </a:r>
            <a:r>
              <a:rPr lang="zh-CN" altLang="en-US" dirty="0"/>
              <a:t>部署图：显示安装已完成系统的机器、过程和部署制品。</a:t>
            </a:r>
            <a:endParaRPr lang="en-US" altLang="zh-CN" dirty="0"/>
          </a:p>
          <a:p>
            <a:pPr marL="0" indent="0">
              <a:buNone/>
            </a:pPr>
            <a:r>
              <a:rPr lang="en-US" altLang="zh-CN" dirty="0"/>
              <a:t>10.</a:t>
            </a:r>
            <a:r>
              <a:rPr lang="zh-CN" altLang="en-US" dirty="0"/>
              <a:t>组件图显示可重用的组件（对象或子系统）及其接口。</a:t>
            </a:r>
            <a:endParaRPr lang="en-US" altLang="zh-CN" dirty="0"/>
          </a:p>
          <a:p>
            <a:pPr marL="0" indent="0">
              <a:buNone/>
            </a:pPr>
            <a:r>
              <a:rPr lang="en-US" altLang="zh-CN" dirty="0"/>
              <a:t>11.</a:t>
            </a:r>
            <a:r>
              <a:rPr lang="zh-CN" altLang="en-US" dirty="0"/>
              <a:t>交互总图：活动图的一种形式，它的节点代表交互图。交互图包含顺序图，通信图，交互概览图和时间图。。</a:t>
            </a:r>
            <a:endParaRPr lang="en-US" altLang="zh-CN" dirty="0"/>
          </a:p>
          <a:p>
            <a:pPr marL="0" indent="0">
              <a:buNone/>
            </a:pPr>
            <a:r>
              <a:rPr lang="en-US" altLang="zh-CN" dirty="0"/>
              <a:t>12.</a:t>
            </a:r>
            <a:r>
              <a:rPr lang="zh-CN" altLang="en-US" dirty="0"/>
              <a:t>时间图：显示消息和对象状态的准确时间限制。</a:t>
            </a:r>
            <a:endParaRPr lang="en-US" altLang="zh-CN" dirty="0"/>
          </a:p>
          <a:p>
            <a:pPr marL="0" indent="0">
              <a:buNone/>
            </a:pPr>
            <a:r>
              <a:rPr lang="en-US" altLang="zh-CN" dirty="0"/>
              <a:t>13.</a:t>
            </a:r>
            <a:r>
              <a:rPr lang="zh-CN" altLang="en-US" dirty="0"/>
              <a:t>复合结构图：显示对象在聚合或复合中的相互关系，显示接口和协作的对象</a:t>
            </a:r>
          </a:p>
          <a:p>
            <a:pPr marL="0" indent="0">
              <a:buNone/>
            </a:pP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78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547"/>
    </mc:Choice>
    <mc:Fallback xmlns="">
      <p:transition spd="slow" advTm="35547"/>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的作用</a:t>
            </a:r>
          </a:p>
        </p:txBody>
      </p:sp>
      <p:sp>
        <p:nvSpPr>
          <p:cNvPr id="3" name="内容占位符 2"/>
          <p:cNvSpPr>
            <a:spLocks noGrp="1"/>
          </p:cNvSpPr>
          <p:nvPr>
            <p:ph idx="1"/>
          </p:nvPr>
        </p:nvSpPr>
        <p:spPr/>
        <p:txBody>
          <a:bodyPr/>
          <a:lstStyle/>
          <a:p>
            <a:r>
              <a:rPr lang="en-US" altLang="zh-CN" dirty="0"/>
              <a:t>UML</a:t>
            </a:r>
            <a:r>
              <a:rPr lang="zh-CN" altLang="en-US" dirty="0"/>
              <a:t>为软件系统建立可视化模型，便于直观理解和沟通。</a:t>
            </a:r>
            <a:endParaRPr lang="en-US" altLang="zh-CN" dirty="0"/>
          </a:p>
          <a:p>
            <a:endParaRPr lang="en-US" altLang="zh-CN" dirty="0"/>
          </a:p>
          <a:p>
            <a:r>
              <a:rPr lang="en-US" altLang="zh-CN" dirty="0"/>
              <a:t>UML</a:t>
            </a:r>
            <a:r>
              <a:rPr lang="zh-CN" altLang="en-US" dirty="0"/>
              <a:t>为软件系统建立构件，它的模型可以直接对应到各种各样的编程语言。</a:t>
            </a:r>
            <a:endParaRPr lang="en-US" altLang="zh-CN" dirty="0"/>
          </a:p>
          <a:p>
            <a:endParaRPr lang="en-US" altLang="zh-CN" dirty="0"/>
          </a:p>
          <a:p>
            <a:r>
              <a:rPr lang="en-US" altLang="zh-CN" dirty="0"/>
              <a:t>UML</a:t>
            </a:r>
            <a:r>
              <a:rPr lang="zh-CN" altLang="en-US" dirty="0"/>
              <a:t>为软件系统建立文档，不同的</a:t>
            </a:r>
            <a:r>
              <a:rPr lang="en-US" altLang="zh-CN" dirty="0"/>
              <a:t>UML</a:t>
            </a:r>
            <a:r>
              <a:rPr lang="zh-CN" altLang="en-US" dirty="0"/>
              <a:t>模型图可以作为项目不同阶段的软件开发文档。</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79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0530"/>
    </mc:Choice>
    <mc:Fallback xmlns="">
      <p:transition spd="slow" advTm="11053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48210" y="1382332"/>
            <a:ext cx="5047790" cy="1765868"/>
          </a:xfrm>
          <a:prstGeom prst="rect">
            <a:avLst/>
          </a:prstGeom>
        </p:spPr>
        <p:txBody>
          <a:bodyPr vert="horz" wrap="square" lIns="0" tIns="36830" rIns="0" bIns="0" rtlCol="0">
            <a:spAutoFit/>
          </a:bodyPr>
          <a:lstStyle/>
          <a:p>
            <a:pPr marL="241300" indent="-228600">
              <a:lnSpc>
                <a:spcPct val="100000"/>
              </a:lnSpc>
              <a:spcBef>
                <a:spcPts val="290"/>
              </a:spcBef>
              <a:buFont typeface="Arial" panose="020B0604020202020204"/>
              <a:buChar char="•"/>
              <a:tabLst>
                <a:tab pos="241300" algn="l"/>
              </a:tabLst>
            </a:pP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可视化模型表达</a:t>
            </a:r>
          </a:p>
          <a:p>
            <a:pPr marL="698500" lvl="1" indent="-228600">
              <a:lnSpc>
                <a:spcPct val="100000"/>
              </a:lnSpc>
              <a:spcBef>
                <a:spcPts val="16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UML模型</a:t>
            </a:r>
          </a:p>
          <a:p>
            <a:pPr marL="698500" lvl="1" indent="-228600">
              <a:lnSpc>
                <a:spcPct val="100000"/>
              </a:lnSpc>
              <a:spcBef>
                <a:spcPts val="300"/>
              </a:spcBef>
              <a:buFont typeface="Arial" panose="020B0604020202020204"/>
              <a:buChar char="•"/>
              <a:tabLst>
                <a:tab pos="697865" algn="l"/>
                <a:tab pos="698500" algn="l"/>
              </a:tabLst>
            </a:pPr>
            <a:r>
              <a:rPr sz="2000" dirty="0" err="1">
                <a:latin typeface="微软雅黑" panose="020B0503020204020204" pitchFamily="34" charset="-122"/>
                <a:ea typeface="微软雅黑" panose="020B0503020204020204" pitchFamily="34" charset="-122"/>
                <a:cs typeface="华文新魏" panose="02010800040101010101" charset="-122"/>
              </a:rPr>
              <a:t>Web模型，例如</a:t>
            </a:r>
            <a:r>
              <a:rPr lang="en-US" sz="2000" dirty="0" err="1">
                <a:latin typeface="微软雅黑" panose="020B0503020204020204" pitchFamily="34" charset="-122"/>
                <a:ea typeface="微软雅黑" panose="020B0503020204020204" pitchFamily="34" charset="-122"/>
                <a:cs typeface="华文新魏" panose="02010800040101010101" charset="-122"/>
              </a:rPr>
              <a:t>Axure</a:t>
            </a:r>
            <a:endParaRPr sz="20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数据库模型，例如Power</a:t>
            </a:r>
            <a:r>
              <a:rPr sz="2000" spc="-90" dirty="0">
                <a:latin typeface="微软雅黑" panose="020B0503020204020204" pitchFamily="34" charset="-122"/>
                <a:ea typeface="微软雅黑" panose="020B0503020204020204" pitchFamily="34" charset="-122"/>
                <a:cs typeface="华文新魏" panose="02010800040101010101" charset="-122"/>
              </a:rPr>
              <a:t> </a:t>
            </a:r>
            <a:r>
              <a:rPr sz="2000" dirty="0">
                <a:latin typeface="微软雅黑" panose="020B0503020204020204" pitchFamily="34" charset="-122"/>
                <a:ea typeface="微软雅黑" panose="020B0503020204020204" pitchFamily="34" charset="-122"/>
                <a:cs typeface="华文新魏" panose="02010800040101010101" charset="-122"/>
              </a:rPr>
              <a:t>Designer</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用户自定义模型，例如Visio</a:t>
            </a:r>
          </a:p>
        </p:txBody>
      </p:sp>
      <p:sp>
        <p:nvSpPr>
          <p:cNvPr id="4" name="object 4"/>
          <p:cNvSpPr txBox="1"/>
          <p:nvPr/>
        </p:nvSpPr>
        <p:spPr>
          <a:xfrm>
            <a:off x="1048210" y="3289150"/>
            <a:ext cx="1473200" cy="39116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画图工具</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txBox="1"/>
          <p:nvPr/>
        </p:nvSpPr>
        <p:spPr>
          <a:xfrm>
            <a:off x="1048210" y="6019650"/>
            <a:ext cx="3911600" cy="39116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辅助开发流程中的项目管理</a:t>
            </a:r>
            <a:endParaRPr sz="2400">
              <a:latin typeface="微软雅黑" panose="020B0503020204020204" pitchFamily="34" charset="-122"/>
              <a:ea typeface="微软雅黑" panose="020B0503020204020204" pitchFamily="34" charset="-122"/>
              <a:cs typeface="华文新魏" panose="02010800040101010101" charset="-122"/>
            </a:endParaRPr>
          </a:p>
        </p:txBody>
      </p:sp>
      <p:sp>
        <p:nvSpPr>
          <p:cNvPr id="6" name="object 6"/>
          <p:cNvSpPr txBox="1"/>
          <p:nvPr/>
        </p:nvSpPr>
        <p:spPr>
          <a:xfrm>
            <a:off x="11325356" y="6649721"/>
            <a:ext cx="8636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华文新魏" panose="02010800040101010101" charset="-122"/>
                <a:cs typeface="华文新魏" panose="02010800040101010101" charset="-122"/>
              </a:rPr>
              <a:t>1</a:t>
            </a:r>
            <a:endParaRPr sz="1200">
              <a:latin typeface="华文新魏" panose="02010800040101010101" charset="-122"/>
              <a:cs typeface="华文新魏" panose="02010800040101010101" charset="-122"/>
            </a:endParaRPr>
          </a:p>
        </p:txBody>
      </p:sp>
      <p:sp>
        <p:nvSpPr>
          <p:cNvPr id="7" name="object 7"/>
          <p:cNvSpPr/>
          <p:nvPr/>
        </p:nvSpPr>
        <p:spPr>
          <a:xfrm>
            <a:off x="1258719" y="3679965"/>
            <a:ext cx="3555998" cy="2285999"/>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txBox="1"/>
          <p:nvPr/>
        </p:nvSpPr>
        <p:spPr>
          <a:xfrm>
            <a:off x="3475498" y="3434245"/>
            <a:ext cx="1339219" cy="289823"/>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0000"/>
                </a:solidFill>
                <a:latin typeface="微软雅黑" panose="020B0503020204020204" pitchFamily="34" charset="-122"/>
                <a:ea typeface="微软雅黑" panose="020B0503020204020204" pitchFamily="34" charset="-122"/>
                <a:cs typeface="Calibri" panose="020F0502020204030204"/>
              </a:rPr>
              <a:t>StarUML</a:t>
            </a:r>
            <a:endParaRPr sz="1800" dirty="0">
              <a:latin typeface="微软雅黑" panose="020B0503020204020204" pitchFamily="34" charset="-122"/>
              <a:ea typeface="微软雅黑" panose="020B0503020204020204" pitchFamily="34" charset="-122"/>
              <a:cs typeface="Calibri" panose="020F0502020204030204"/>
            </a:endParaRPr>
          </a:p>
        </p:txBody>
      </p:sp>
      <p:sp>
        <p:nvSpPr>
          <p:cNvPr id="9" name="object 9"/>
          <p:cNvSpPr/>
          <p:nvPr/>
        </p:nvSpPr>
        <p:spPr>
          <a:xfrm>
            <a:off x="5691769" y="1719205"/>
            <a:ext cx="6500231" cy="4076588"/>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txBox="1"/>
          <p:nvPr/>
        </p:nvSpPr>
        <p:spPr>
          <a:xfrm>
            <a:off x="10086141" y="3064912"/>
            <a:ext cx="924759"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微软雅黑" panose="020B0503020204020204" pitchFamily="34" charset="-122"/>
                <a:ea typeface="微软雅黑" panose="020B0503020204020204" pitchFamily="34" charset="-122"/>
                <a:cs typeface="Calibri" panose="020F0502020204030204"/>
              </a:rPr>
              <a:t>V</a:t>
            </a:r>
            <a:r>
              <a:rPr sz="1800" b="1" spc="-5" dirty="0">
                <a:solidFill>
                  <a:srgbClr val="FF0000"/>
                </a:solidFill>
                <a:latin typeface="微软雅黑" panose="020B0503020204020204" pitchFamily="34" charset="-122"/>
                <a:ea typeface="微软雅黑" panose="020B0503020204020204" pitchFamily="34" charset="-122"/>
                <a:cs typeface="Calibri" panose="020F0502020204030204"/>
              </a:rPr>
              <a:t>i</a:t>
            </a:r>
            <a:r>
              <a:rPr sz="1800" b="1" dirty="0">
                <a:solidFill>
                  <a:srgbClr val="FF0000"/>
                </a:solidFill>
                <a:latin typeface="微软雅黑" panose="020B0503020204020204" pitchFamily="34" charset="-122"/>
                <a:ea typeface="微软雅黑" panose="020B0503020204020204" pitchFamily="34" charset="-122"/>
                <a:cs typeface="Calibri" panose="020F0502020204030204"/>
              </a:rPr>
              <a:t>s</a:t>
            </a:r>
            <a:r>
              <a:rPr sz="1800" b="1" spc="-5" dirty="0">
                <a:solidFill>
                  <a:srgbClr val="FF0000"/>
                </a:solidFill>
                <a:latin typeface="微软雅黑" panose="020B0503020204020204" pitchFamily="34" charset="-122"/>
                <a:ea typeface="微软雅黑" panose="020B0503020204020204" pitchFamily="34" charset="-122"/>
                <a:cs typeface="Calibri" panose="020F0502020204030204"/>
              </a:rPr>
              <a:t>i</a:t>
            </a:r>
            <a:r>
              <a:rPr sz="1800" b="1" dirty="0">
                <a:solidFill>
                  <a:srgbClr val="FF0000"/>
                </a:solidFill>
                <a:latin typeface="微软雅黑" panose="020B0503020204020204" pitchFamily="34" charset="-122"/>
                <a:ea typeface="微软雅黑" panose="020B0503020204020204" pitchFamily="34" charset="-122"/>
                <a:cs typeface="Calibri" panose="020F0502020204030204"/>
              </a:rPr>
              <a:t>o</a:t>
            </a:r>
            <a:endParaRPr sz="1800" dirty="0">
              <a:latin typeface="微软雅黑" panose="020B0503020204020204" pitchFamily="34" charset="-122"/>
              <a:ea typeface="微软雅黑" panose="020B0503020204020204" pitchFamily="34" charset="-122"/>
              <a:cs typeface="Calibri" panose="020F0502020204030204"/>
            </a:endParaRPr>
          </a:p>
        </p:txBody>
      </p:sp>
      <p:sp>
        <p:nvSpPr>
          <p:cNvPr id="13" name="标题 12"/>
          <p:cNvSpPr>
            <a:spLocks noGrp="1"/>
          </p:cNvSpPr>
          <p:nvPr>
            <p:ph type="title"/>
          </p:nvPr>
        </p:nvSpPr>
        <p:spPr/>
        <p:txBody>
          <a:bodyPr/>
          <a:lstStyle/>
          <a:p>
            <a:r>
              <a:rPr lang="zh-CN" altLang="en-US" dirty="0"/>
              <a:t>系统建模工具的主要功能</a:t>
            </a:r>
          </a:p>
        </p:txBody>
      </p:sp>
      <p:sp>
        <p:nvSpPr>
          <p:cNvPr id="14" name="灯片编号占位符 13"/>
          <p:cNvSpPr>
            <a:spLocks noGrp="1"/>
          </p:cNvSpPr>
          <p:nvPr>
            <p:ph type="sldNum" sz="quarter" idx="12"/>
          </p:nvPr>
        </p:nvSpPr>
        <p:spPr/>
        <p:txBody>
          <a:bodyPr/>
          <a:lstStyle/>
          <a:p>
            <a:fld id="{74D2AB8B-5816-41F2-8B4B-CA5C3E4E6A65}" type="slidenum">
              <a:rPr lang="zh-CN" altLang="en-US" smtClean="0"/>
              <a:t>80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5289"/>
    </mc:Choice>
    <mc:Fallback xmlns="">
      <p:transition spd="slow" advTm="45289"/>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48639" y="1690688"/>
            <a:ext cx="5390156" cy="3599960"/>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sz="2800" spc="-5" dirty="0">
                <a:latin typeface="微软雅黑" panose="020B0503020204020204" pitchFamily="34" charset="-122"/>
                <a:ea typeface="微软雅黑" panose="020B0503020204020204" pitchFamily="34" charset="-122"/>
                <a:cs typeface="Arial" panose="020B0604020202020204"/>
              </a:rPr>
              <a:t>IBM </a:t>
            </a:r>
            <a:r>
              <a:rPr sz="2800" dirty="0">
                <a:latin typeface="微软雅黑" panose="020B0503020204020204" pitchFamily="34" charset="-122"/>
                <a:ea typeface="微软雅黑" panose="020B0503020204020204" pitchFamily="34" charset="-122"/>
                <a:cs typeface="Arial" panose="020B0604020202020204"/>
              </a:rPr>
              <a:t>Rational</a:t>
            </a:r>
            <a:r>
              <a:rPr sz="2800" spc="-10" dirty="0">
                <a:latin typeface="微软雅黑" panose="020B0503020204020204" pitchFamily="34" charset="-122"/>
                <a:ea typeface="微软雅黑" panose="020B0503020204020204" pitchFamily="34" charset="-122"/>
                <a:cs typeface="Arial" panose="020B0604020202020204"/>
              </a:rPr>
              <a:t> </a:t>
            </a:r>
            <a:r>
              <a:rPr sz="2800" dirty="0">
                <a:latin typeface="微软雅黑" panose="020B0503020204020204" pitchFamily="34" charset="-122"/>
                <a:ea typeface="微软雅黑" panose="020B0503020204020204" pitchFamily="34" charset="-122"/>
                <a:cs typeface="Arial" panose="020B0604020202020204"/>
              </a:rPr>
              <a:t>Rose</a:t>
            </a:r>
          </a:p>
          <a:p>
            <a:pPr marL="469900" marR="81915" lvl="1" algn="just">
              <a:lnSpc>
                <a:spcPct val="171000"/>
              </a:lnSpc>
              <a:spcBef>
                <a:spcPts val="40"/>
              </a:spcBef>
              <a:buChar char="•"/>
              <a:tabLst>
                <a:tab pos="698500" algn="l"/>
              </a:tabLst>
            </a:pPr>
            <a:r>
              <a:rPr sz="2000" dirty="0">
                <a:latin typeface="微软雅黑" panose="020B0503020204020204" pitchFamily="34" charset="-122"/>
                <a:ea typeface="微软雅黑" panose="020B0503020204020204" pitchFamily="34" charset="-122"/>
                <a:cs typeface="Arial" panose="020B0604020202020204"/>
              </a:rPr>
              <a:t>Rationa</a:t>
            </a:r>
            <a:r>
              <a:rPr sz="2000" spc="-5" dirty="0">
                <a:latin typeface="微软雅黑" panose="020B0503020204020204" pitchFamily="34" charset="-122"/>
                <a:ea typeface="微软雅黑" panose="020B0503020204020204" pitchFamily="34" charset="-122"/>
                <a:cs typeface="Arial" panose="020B0604020202020204"/>
              </a:rPr>
              <a:t>l</a:t>
            </a:r>
            <a:r>
              <a:rPr sz="2000" dirty="0">
                <a:latin typeface="微软雅黑" panose="020B0503020204020204" pitchFamily="34" charset="-122"/>
                <a:ea typeface="微软雅黑" panose="020B0503020204020204" pitchFamily="34" charset="-122"/>
                <a:cs typeface="华文新魏" panose="02010800040101010101" charset="-122"/>
              </a:rPr>
              <a:t>是</a:t>
            </a:r>
            <a:r>
              <a:rPr sz="2000" spc="-5" dirty="0">
                <a:latin typeface="微软雅黑" panose="020B0503020204020204" pitchFamily="34" charset="-122"/>
                <a:ea typeface="微软雅黑" panose="020B0503020204020204" pitchFamily="34" charset="-122"/>
                <a:cs typeface="Arial" panose="020B0604020202020204"/>
              </a:rPr>
              <a:t>I</a:t>
            </a:r>
            <a:r>
              <a:rPr sz="2000" dirty="0">
                <a:latin typeface="微软雅黑" panose="020B0503020204020204" pitchFamily="34" charset="-122"/>
                <a:ea typeface="微软雅黑" panose="020B0503020204020204" pitchFamily="34" charset="-122"/>
                <a:cs typeface="Arial" panose="020B0604020202020204"/>
              </a:rPr>
              <a:t>BM</a:t>
            </a:r>
            <a:r>
              <a:rPr sz="2000" dirty="0">
                <a:latin typeface="微软雅黑" panose="020B0503020204020204" pitchFamily="34" charset="-122"/>
                <a:ea typeface="微软雅黑" panose="020B0503020204020204" pitchFamily="34" charset="-122"/>
                <a:cs typeface="华文新魏" panose="02010800040101010101" charset="-122"/>
              </a:rPr>
              <a:t>设计的集成设计、建模和 开发软件应用程序套件。</a:t>
            </a:r>
            <a:r>
              <a:rPr sz="2000" dirty="0">
                <a:latin typeface="微软雅黑" panose="020B0503020204020204" pitchFamily="34" charset="-122"/>
                <a:ea typeface="微软雅黑" panose="020B0503020204020204" pitchFamily="34" charset="-122"/>
                <a:cs typeface="Arial" panose="020B0604020202020204"/>
              </a:rPr>
              <a:t>Ros</a:t>
            </a:r>
            <a:r>
              <a:rPr sz="2000" spc="-5" dirty="0">
                <a:latin typeface="微软雅黑" panose="020B0503020204020204" pitchFamily="34" charset="-122"/>
                <a:ea typeface="微软雅黑" panose="020B0503020204020204" pitchFamily="34" charset="-122"/>
                <a:cs typeface="Arial" panose="020B0604020202020204"/>
              </a:rPr>
              <a:t>e</a:t>
            </a:r>
            <a:r>
              <a:rPr sz="2000" dirty="0">
                <a:latin typeface="微软雅黑" panose="020B0503020204020204" pitchFamily="34" charset="-122"/>
                <a:ea typeface="微软雅黑" panose="020B0503020204020204" pitchFamily="34" charset="-122"/>
                <a:cs typeface="华文新魏" panose="02010800040101010101" charset="-122"/>
              </a:rPr>
              <a:t>是其中的可 视化建模工具</a:t>
            </a:r>
          </a:p>
          <a:p>
            <a:pPr marL="698500" lvl="1" indent="-228600" algn="just">
              <a:lnSpc>
                <a:spcPct val="100000"/>
              </a:lnSpc>
              <a:spcBef>
                <a:spcPts val="1700"/>
              </a:spcBef>
              <a:buFont typeface="Arial" panose="020B0604020202020204"/>
              <a:buChar char="•"/>
              <a:tabLst>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适用于应用程序开发、数据建模、</a:t>
            </a:r>
          </a:p>
          <a:p>
            <a:pPr marL="469900">
              <a:lnSpc>
                <a:spcPct val="100000"/>
              </a:lnSpc>
              <a:spcBef>
                <a:spcPts val="1700"/>
              </a:spcBef>
            </a:pPr>
            <a:r>
              <a:rPr sz="2000" spc="-15" dirty="0">
                <a:latin typeface="微软雅黑" panose="020B0503020204020204" pitchFamily="34" charset="-122"/>
                <a:ea typeface="微软雅黑" panose="020B0503020204020204" pitchFamily="34" charset="-122"/>
                <a:cs typeface="Arial" panose="020B0604020202020204"/>
              </a:rPr>
              <a:t>Web</a:t>
            </a:r>
            <a:r>
              <a:rPr sz="2000" spc="-60" dirty="0">
                <a:latin typeface="微软雅黑" panose="020B0503020204020204" pitchFamily="34" charset="-122"/>
                <a:ea typeface="微软雅黑" panose="020B0503020204020204" pitchFamily="34" charset="-122"/>
                <a:cs typeface="Arial" panose="020B0604020202020204"/>
              </a:rPr>
              <a:t> </a:t>
            </a:r>
            <a:r>
              <a:rPr sz="2000" spc="-5" dirty="0">
                <a:latin typeface="微软雅黑" panose="020B0503020204020204" pitchFamily="34" charset="-122"/>
                <a:ea typeface="微软雅黑" panose="020B0503020204020204" pitchFamily="34" charset="-122"/>
                <a:cs typeface="Arial" panose="020B0604020202020204"/>
              </a:rPr>
              <a:t>Service</a:t>
            </a:r>
            <a:r>
              <a:rPr sz="2000" dirty="0">
                <a:latin typeface="微软雅黑" panose="020B0503020204020204" pitchFamily="34" charset="-122"/>
                <a:ea typeface="微软雅黑" panose="020B0503020204020204" pitchFamily="34" charset="-122"/>
                <a:cs typeface="华文新魏" panose="02010800040101010101" charset="-122"/>
              </a:rPr>
              <a:t>设计、业务建模、组件建模等</a:t>
            </a:r>
          </a:p>
          <a:p>
            <a:pPr marL="698500" lvl="1" indent="-228600" algn="just">
              <a:lnSpc>
                <a:spcPct val="100000"/>
              </a:lnSpc>
              <a:spcBef>
                <a:spcPts val="1700"/>
              </a:spcBef>
              <a:buFont typeface="Arial" panose="020B0604020202020204"/>
              <a:buChar char="•"/>
              <a:tabLst>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支持模型与代码之间的转化，逆向工程</a:t>
            </a:r>
          </a:p>
        </p:txBody>
      </p:sp>
      <p:sp>
        <p:nvSpPr>
          <p:cNvPr id="4" name="object 4"/>
          <p:cNvSpPr/>
          <p:nvPr/>
        </p:nvSpPr>
        <p:spPr>
          <a:xfrm>
            <a:off x="5938795" y="1565184"/>
            <a:ext cx="6037303" cy="4927691"/>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525778" y="5533621"/>
            <a:ext cx="4956175"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华文新魏" panose="02010800040101010101" charset="-122"/>
                <a:cs typeface="华文新魏" panose="02010800040101010101" charset="-122"/>
              </a:rPr>
              <a:t>资源链接</a:t>
            </a:r>
            <a:r>
              <a:rPr sz="1400" spc="-5" dirty="0">
                <a:latin typeface="华文新魏" panose="02010800040101010101" charset="-122"/>
                <a:cs typeface="华文新魏" panose="02010800040101010101" charset="-122"/>
              </a:rPr>
              <a:t>：</a:t>
            </a:r>
            <a:r>
              <a:rPr sz="1400" spc="-5" dirty="0">
                <a:latin typeface="Arial" panose="020B0604020202020204"/>
                <a:cs typeface="Arial" panose="020B0604020202020204"/>
                <a:hlinkClick r:id="rId4"/>
              </a:rPr>
              <a:t>http://www.ibm.com/developerworks/cn/rational/uml</a:t>
            </a:r>
            <a:endParaRPr sz="1400">
              <a:latin typeface="Arial" panose="020B0604020202020204"/>
              <a:cs typeface="Arial" panose="020B0604020202020204"/>
            </a:endParaRPr>
          </a:p>
        </p:txBody>
      </p:sp>
      <p:sp>
        <p:nvSpPr>
          <p:cNvPr id="8" name="标题 7"/>
          <p:cNvSpPr>
            <a:spLocks noGrp="1"/>
          </p:cNvSpPr>
          <p:nvPr>
            <p:ph type="title"/>
          </p:nvPr>
        </p:nvSpPr>
        <p:spPr/>
        <p:txBody>
          <a:bodyPr/>
          <a:lstStyle/>
          <a:p>
            <a:r>
              <a:rPr lang="zh-CN" altLang="en-US" dirty="0"/>
              <a:t>常用的系统建模工具</a:t>
            </a:r>
            <a:r>
              <a:rPr lang="en-US" altLang="zh-CN" dirty="0"/>
              <a:t>(UML2.0)</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81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4646"/>
    </mc:Choice>
    <mc:Fallback xmlns="">
      <p:transition spd="slow" advTm="44646"/>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3909"/>
            <a:ext cx="5538470" cy="3470181"/>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sz="2800" dirty="0">
                <a:latin typeface="微软雅黑" panose="020B0503020204020204" pitchFamily="34" charset="-122"/>
                <a:ea typeface="微软雅黑" panose="020B0503020204020204" pitchFamily="34" charset="-122"/>
                <a:cs typeface="Arial" panose="020B0604020202020204"/>
              </a:rPr>
              <a:t>JUDE</a:t>
            </a:r>
          </a:p>
          <a:p>
            <a:pPr marL="698500" lvl="1" indent="-228600">
              <a:lnSpc>
                <a:spcPct val="100000"/>
              </a:lnSpc>
              <a:spcBef>
                <a:spcPts val="1740"/>
              </a:spcBef>
              <a:buFont typeface="Arial" panose="020B0604020202020204"/>
              <a:buChar char="•"/>
              <a:tabLst>
                <a:tab pos="697865" algn="l"/>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轻量级的</a:t>
            </a:r>
            <a:r>
              <a:rPr sz="2800" dirty="0">
                <a:latin typeface="微软雅黑" panose="020B0503020204020204" pitchFamily="34" charset="-122"/>
                <a:ea typeface="微软雅黑" panose="020B0503020204020204" pitchFamily="34" charset="-122"/>
                <a:cs typeface="Arial" panose="020B0604020202020204"/>
              </a:rPr>
              <a:t>UML</a:t>
            </a:r>
            <a:r>
              <a:rPr sz="2800" dirty="0">
                <a:latin typeface="微软雅黑" panose="020B0503020204020204" pitchFamily="34" charset="-122"/>
                <a:ea typeface="微软雅黑" panose="020B0503020204020204" pitchFamily="34" charset="-122"/>
                <a:cs typeface="华文新魏" panose="02010800040101010101" charset="-122"/>
              </a:rPr>
              <a:t>建模工具</a:t>
            </a:r>
          </a:p>
          <a:p>
            <a:pPr marL="698500" lvl="1" indent="-228600">
              <a:lnSpc>
                <a:spcPct val="100000"/>
              </a:lnSpc>
              <a:spcBef>
                <a:spcPts val="1700"/>
              </a:spcBef>
              <a:buFont typeface="Arial" panose="020B0604020202020204"/>
              <a:buChar char="•"/>
              <a:tabLst>
                <a:tab pos="697865" algn="l"/>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支持项目团队中的协同工作</a:t>
            </a:r>
          </a:p>
          <a:p>
            <a:pPr marL="698500" lvl="1" indent="-228600">
              <a:lnSpc>
                <a:spcPct val="100000"/>
              </a:lnSpc>
              <a:spcBef>
                <a:spcPts val="1700"/>
              </a:spcBef>
              <a:buFont typeface="Arial" panose="020B0604020202020204"/>
              <a:buChar char="•"/>
              <a:tabLst>
                <a:tab pos="697865" algn="l"/>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文档转换</a:t>
            </a:r>
          </a:p>
          <a:p>
            <a:pPr marL="698500" lvl="1" indent="-228600">
              <a:lnSpc>
                <a:spcPct val="100000"/>
              </a:lnSpc>
              <a:spcBef>
                <a:spcPts val="1700"/>
              </a:spcBef>
              <a:buFont typeface="Arial" panose="020B0604020202020204"/>
              <a:buChar char="•"/>
              <a:tabLst>
                <a:tab pos="697865" algn="l"/>
                <a:tab pos="698500" algn="l"/>
              </a:tabLst>
            </a:pPr>
            <a:r>
              <a:rPr sz="2800" dirty="0">
                <a:latin typeface="微软雅黑" panose="020B0503020204020204" pitchFamily="34" charset="-122"/>
                <a:ea typeface="微软雅黑" panose="020B0503020204020204" pitchFamily="34" charset="-122"/>
                <a:cs typeface="华文新魏" panose="02010800040101010101" charset="-122"/>
              </a:rPr>
              <a:t>全面支持</a:t>
            </a:r>
            <a:r>
              <a:rPr sz="2800" spc="-5" dirty="0">
                <a:latin typeface="微软雅黑" panose="020B0503020204020204" pitchFamily="34" charset="-122"/>
                <a:ea typeface="微软雅黑" panose="020B0503020204020204" pitchFamily="34" charset="-122"/>
                <a:cs typeface="Arial" panose="020B0604020202020204"/>
              </a:rPr>
              <a:t>UML1.4</a:t>
            </a:r>
            <a:r>
              <a:rPr sz="2800" spc="-5" dirty="0">
                <a:latin typeface="微软雅黑" panose="020B0503020204020204" pitchFamily="34" charset="-122"/>
                <a:ea typeface="微软雅黑" panose="020B0503020204020204" pitchFamily="34" charset="-122"/>
                <a:cs typeface="华文新魏" panose="02010800040101010101" charset="-122"/>
              </a:rPr>
              <a:t>，</a:t>
            </a:r>
            <a:r>
              <a:rPr sz="2800" dirty="0">
                <a:latin typeface="微软雅黑" panose="020B0503020204020204" pitchFamily="34" charset="-122"/>
                <a:ea typeface="微软雅黑" panose="020B0503020204020204" pitchFamily="34" charset="-122"/>
                <a:cs typeface="华文新魏" panose="02010800040101010101" charset="-122"/>
              </a:rPr>
              <a:t>支持</a:t>
            </a:r>
            <a:r>
              <a:rPr sz="2800" spc="-5" dirty="0">
                <a:latin typeface="微软雅黑" panose="020B0503020204020204" pitchFamily="34" charset="-122"/>
                <a:ea typeface="微软雅黑" panose="020B0503020204020204" pitchFamily="34" charset="-122"/>
                <a:cs typeface="Arial" panose="020B0604020202020204"/>
              </a:rPr>
              <a:t>UML2.0</a:t>
            </a:r>
            <a:r>
              <a:rPr sz="2800" dirty="0">
                <a:latin typeface="微软雅黑" panose="020B0503020204020204" pitchFamily="34" charset="-122"/>
                <a:ea typeface="微软雅黑" panose="020B0503020204020204" pitchFamily="34" charset="-122"/>
                <a:cs typeface="华文新魏" panose="02010800040101010101" charset="-122"/>
              </a:rPr>
              <a:t>中部分模型</a:t>
            </a:r>
          </a:p>
        </p:txBody>
      </p:sp>
      <p:sp>
        <p:nvSpPr>
          <p:cNvPr id="4" name="object 4"/>
          <p:cNvSpPr/>
          <p:nvPr/>
        </p:nvSpPr>
        <p:spPr>
          <a:xfrm>
            <a:off x="6349998" y="1541465"/>
            <a:ext cx="4813300" cy="4951410"/>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t>常用的系统建模工具</a:t>
            </a:r>
            <a:r>
              <a:rPr lang="en-US" altLang="zh-CN" dirty="0"/>
              <a:t>(UML2.0)</a:t>
            </a:r>
            <a:endParaRPr lang="zh-CN" altLang="en-US" dirty="0"/>
          </a:p>
        </p:txBody>
      </p:sp>
      <p:sp>
        <p:nvSpPr>
          <p:cNvPr id="8" name="灯片编号占位符 7"/>
          <p:cNvSpPr>
            <a:spLocks noGrp="1"/>
          </p:cNvSpPr>
          <p:nvPr>
            <p:ph type="sldNum" sz="quarter" idx="12"/>
          </p:nvPr>
        </p:nvSpPr>
        <p:spPr/>
        <p:txBody>
          <a:bodyPr/>
          <a:lstStyle/>
          <a:p>
            <a:fld id="{74D2AB8B-5816-41F2-8B4B-CA5C3E4E6A65}" type="slidenum">
              <a:rPr lang="zh-CN" altLang="en-US" smtClean="0"/>
              <a:t>82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8630"/>
    </mc:Choice>
    <mc:Fallback xmlns="">
      <p:transition spd="slow" advTm="2863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2157" y="1548857"/>
            <a:ext cx="6236734" cy="4432300"/>
          </a:xfrm>
          <a:prstGeom prst="rect">
            <a:avLst/>
          </a:prstGeom>
        </p:spPr>
        <p:txBody>
          <a:bodyPr vert="horz" wrap="square" lIns="0" tIns="12700" rIns="0" bIns="0" rtlCol="0">
            <a:spAutoFit/>
          </a:bodyPr>
          <a:lstStyle/>
          <a:p>
            <a:pPr marL="241300" indent="-228600">
              <a:lnSpc>
                <a:spcPct val="100000"/>
              </a:lnSpc>
              <a:spcBef>
                <a:spcPts val="100"/>
              </a:spcBef>
              <a:buChar char="•"/>
              <a:tabLst>
                <a:tab pos="241300" algn="l"/>
              </a:tabLst>
            </a:pPr>
            <a:r>
              <a:rPr sz="2800" spc="-5" dirty="0">
                <a:latin typeface="微软雅黑" panose="020B0503020204020204" pitchFamily="34" charset="-122"/>
                <a:ea typeface="微软雅黑" panose="020B0503020204020204" pitchFamily="34" charset="-122"/>
                <a:cs typeface="Arial" panose="020B0604020202020204"/>
              </a:rPr>
              <a:t>Enterprise</a:t>
            </a:r>
            <a:r>
              <a:rPr sz="2800" spc="-160" dirty="0">
                <a:latin typeface="微软雅黑" panose="020B0503020204020204" pitchFamily="34" charset="-122"/>
                <a:ea typeface="微软雅黑" panose="020B0503020204020204" pitchFamily="34" charset="-122"/>
                <a:cs typeface="Arial" panose="020B0604020202020204"/>
              </a:rPr>
              <a:t> </a:t>
            </a:r>
            <a:r>
              <a:rPr sz="2800" spc="-5" dirty="0">
                <a:latin typeface="微软雅黑" panose="020B0503020204020204" pitchFamily="34" charset="-122"/>
                <a:ea typeface="微软雅黑" panose="020B0503020204020204" pitchFamily="34" charset="-122"/>
                <a:cs typeface="Arial" panose="020B0604020202020204"/>
              </a:rPr>
              <a:t>Architect</a:t>
            </a:r>
            <a:r>
              <a:rPr sz="2800" spc="-5" dirty="0">
                <a:latin typeface="微软雅黑" panose="020B0503020204020204" pitchFamily="34" charset="-122"/>
                <a:ea typeface="微软雅黑" panose="020B0503020204020204" pitchFamily="34" charset="-122"/>
                <a:cs typeface="华文新魏" panose="02010800040101010101" charset="-122"/>
              </a:rPr>
              <a:t>（</a:t>
            </a:r>
            <a:r>
              <a:rPr sz="2800" spc="-5" dirty="0">
                <a:latin typeface="微软雅黑" panose="020B0503020204020204" pitchFamily="34" charset="-122"/>
                <a:ea typeface="微软雅黑" panose="020B0503020204020204" pitchFamily="34" charset="-122"/>
                <a:cs typeface="Arial" panose="020B0604020202020204"/>
              </a:rPr>
              <a:t>EA</a:t>
            </a:r>
            <a:r>
              <a:rPr sz="2800" spc="-5" dirty="0">
                <a:latin typeface="微软雅黑" panose="020B0503020204020204" pitchFamily="34" charset="-122"/>
                <a:ea typeface="微软雅黑" panose="020B0503020204020204" pitchFamily="34" charset="-122"/>
                <a:cs typeface="华文新魏" panose="02010800040101010101" charset="-122"/>
              </a:rPr>
              <a:t>）</a:t>
            </a:r>
            <a:endParaRPr sz="28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7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全功能的，基于</a:t>
            </a:r>
            <a:r>
              <a:rPr sz="2000" spc="-5" dirty="0">
                <a:latin typeface="微软雅黑" panose="020B0503020204020204" pitchFamily="34" charset="-122"/>
                <a:ea typeface="微软雅黑" panose="020B0503020204020204" pitchFamily="34" charset="-122"/>
                <a:cs typeface="Arial" panose="020B0604020202020204"/>
              </a:rPr>
              <a:t>UML2.0</a:t>
            </a:r>
            <a:r>
              <a:rPr sz="2000" dirty="0">
                <a:latin typeface="微软雅黑" panose="020B0503020204020204" pitchFamily="34" charset="-122"/>
                <a:ea typeface="微软雅黑" panose="020B0503020204020204" pitchFamily="34" charset="-122"/>
                <a:cs typeface="华文新魏" panose="02010800040101010101" charset="-122"/>
              </a:rPr>
              <a:t>的可视化工具</a:t>
            </a:r>
          </a:p>
          <a:p>
            <a:pPr marL="698500" marR="5080" lvl="1" indent="-228600">
              <a:lnSpc>
                <a:spcPct val="15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用于设计、编写、构建并管理以目标为导 向的软件系统。</a:t>
            </a:r>
          </a:p>
          <a:p>
            <a:pPr marL="698500" marR="5080" lvl="1" indent="-228600">
              <a:lnSpc>
                <a:spcPct val="150000"/>
              </a:lnSpc>
              <a:spcBef>
                <a:spcPts val="500"/>
              </a:spcBef>
              <a:buFont typeface="Arial" panose="020B0604020202020204"/>
              <a:buChar char="•"/>
              <a:tabLst>
                <a:tab pos="697865" algn="l"/>
                <a:tab pos="698500" algn="l"/>
              </a:tabLst>
            </a:pPr>
            <a:r>
              <a:rPr sz="2000" dirty="0" err="1">
                <a:latin typeface="微软雅黑" panose="020B0503020204020204" pitchFamily="34" charset="-122"/>
                <a:ea typeface="微软雅黑" panose="020B0503020204020204" pitchFamily="34" charset="-122"/>
                <a:cs typeface="华文新魏" panose="02010800040101010101" charset="-122"/>
              </a:rPr>
              <a:t>为整个团队提供系统开发不同阶段所需的信息建模，服务于不同身份的成员</a:t>
            </a:r>
            <a:endParaRPr sz="2000" dirty="0">
              <a:latin typeface="微软雅黑" panose="020B0503020204020204" pitchFamily="34" charset="-122"/>
              <a:ea typeface="微软雅黑" panose="020B0503020204020204" pitchFamily="34" charset="-122"/>
              <a:cs typeface="华文新魏" panose="02010800040101010101" charset="-122"/>
            </a:endParaRPr>
          </a:p>
          <a:p>
            <a:pPr marL="698500" marR="5080" lvl="1" indent="-228600">
              <a:lnSpc>
                <a:spcPct val="150000"/>
              </a:lnSpc>
              <a:spcBef>
                <a:spcPts val="500"/>
              </a:spcBef>
              <a:buFont typeface="Arial" panose="020B0604020202020204"/>
              <a:buChar char="•"/>
              <a:tabLst>
                <a:tab pos="697865" algn="l"/>
                <a:tab pos="698500" algn="l"/>
              </a:tabLst>
            </a:pPr>
            <a:r>
              <a:rPr sz="2000" dirty="0" err="1">
                <a:latin typeface="微软雅黑" panose="020B0503020204020204" pitchFamily="34" charset="-122"/>
                <a:ea typeface="微软雅黑" panose="020B0503020204020204" pitchFamily="34" charset="-122"/>
                <a:cs typeface="华文新魏" panose="02010800040101010101" charset="-122"/>
              </a:rPr>
              <a:t>提供从需求分析、软件设计一直到执行和部署整个过程的全面可跟踪性</a:t>
            </a:r>
            <a:endParaRPr sz="20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新魏" panose="02010800040101010101" charset="-122"/>
              </a:rPr>
              <a:t>支持多种语言的前向或逆向生成代码工程</a:t>
            </a:r>
          </a:p>
        </p:txBody>
      </p:sp>
      <p:sp>
        <p:nvSpPr>
          <p:cNvPr id="4" name="object 4"/>
          <p:cNvSpPr txBox="1"/>
          <p:nvPr/>
        </p:nvSpPr>
        <p:spPr>
          <a:xfrm>
            <a:off x="79211" y="6101100"/>
            <a:ext cx="6329680" cy="228268"/>
          </a:xfrm>
          <a:prstGeom prst="rect">
            <a:avLst/>
          </a:prstGeom>
        </p:spPr>
        <p:txBody>
          <a:bodyPr vert="horz" wrap="square" lIns="0" tIns="12700" rIns="0" bIns="0" rtlCol="0">
            <a:spAutoFit/>
          </a:bodyPr>
          <a:lstStyle/>
          <a:p>
            <a:pPr marL="12700">
              <a:lnSpc>
                <a:spcPct val="100000"/>
              </a:lnSpc>
              <a:spcBef>
                <a:spcPts val="100"/>
              </a:spcBef>
            </a:pPr>
            <a:r>
              <a:rPr sz="1400" dirty="0" err="1">
                <a:latin typeface="华文新魏" panose="02010800040101010101" charset="-122"/>
                <a:cs typeface="华文新魏" panose="02010800040101010101" charset="-122"/>
              </a:rPr>
              <a:t>资源链接</a:t>
            </a:r>
            <a:r>
              <a:rPr sz="1400" spc="-5" dirty="0">
                <a:latin typeface="华文新魏" panose="02010800040101010101" charset="-122"/>
                <a:cs typeface="华文新魏" panose="02010800040101010101" charset="-122"/>
              </a:rPr>
              <a:t>：</a:t>
            </a:r>
            <a:r>
              <a:rPr lang="en-US" sz="1400" spc="-5" dirty="0">
                <a:latin typeface="Arial" panose="020B0604020202020204"/>
                <a:cs typeface="Arial" panose="020B0604020202020204"/>
              </a:rPr>
              <a:t> https://sparxsystems.com/products/ea/trial/request.html</a:t>
            </a:r>
            <a:endParaRPr sz="1400" dirty="0">
              <a:latin typeface="Arial" panose="020B0604020202020204"/>
              <a:cs typeface="Arial" panose="020B0604020202020204"/>
            </a:endParaRPr>
          </a:p>
        </p:txBody>
      </p:sp>
      <p:sp>
        <p:nvSpPr>
          <p:cNvPr id="5" name="object 5"/>
          <p:cNvSpPr/>
          <p:nvPr/>
        </p:nvSpPr>
        <p:spPr>
          <a:xfrm>
            <a:off x="6642099" y="1895019"/>
            <a:ext cx="5336247" cy="3384376"/>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t>常用的系统建模工具</a:t>
            </a:r>
            <a:r>
              <a:rPr lang="en-US" altLang="zh-CN" dirty="0"/>
              <a:t>(UML2.0)</a:t>
            </a:r>
            <a:endParaRPr lang="zh-CN" altLang="en-US" dirty="0"/>
          </a:p>
        </p:txBody>
      </p:sp>
      <p:sp>
        <p:nvSpPr>
          <p:cNvPr id="9" name="灯片编号占位符 8"/>
          <p:cNvSpPr>
            <a:spLocks noGrp="1"/>
          </p:cNvSpPr>
          <p:nvPr>
            <p:ph type="sldNum" sz="quarter" idx="12"/>
          </p:nvPr>
        </p:nvSpPr>
        <p:spPr/>
        <p:txBody>
          <a:bodyPr/>
          <a:lstStyle/>
          <a:p>
            <a:fld id="{74D2AB8B-5816-41F2-8B4B-CA5C3E4E6A65}" type="slidenum">
              <a:rPr lang="zh-CN" altLang="en-US" smtClean="0"/>
              <a:t>83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585"/>
    </mc:Choice>
    <mc:Fallback xmlns="">
      <p:transition spd="slow" advTm="40585"/>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以下哪种关于用户故事和用例描述的说法是不正确的？</a:t>
            </a:r>
          </a:p>
        </p:txBody>
      </p:sp>
      <p:sp>
        <p:nvSpPr>
          <p:cNvPr id="5" name="文本框 4"/>
          <p:cNvSpPr txBox="1"/>
          <p:nvPr>
            <p:custDataLst>
              <p:tags r:id="rId3"/>
            </p:custDataLst>
          </p:nvPr>
        </p:nvSpPr>
        <p:spPr>
          <a:xfrm>
            <a:off x="2392680" y="218734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用户故事用于敏捷过程；用例描述用于统一建模过程</a:t>
            </a:r>
          </a:p>
        </p:txBody>
      </p:sp>
      <p:sp>
        <p:nvSpPr>
          <p:cNvPr id="6" name="文本框 5"/>
          <p:cNvSpPr txBox="1"/>
          <p:nvPr>
            <p:custDataLst>
              <p:tags r:id="rId4"/>
            </p:custDataLst>
          </p:nvPr>
        </p:nvSpPr>
        <p:spPr>
          <a:xfrm>
            <a:off x="2392680" y="304459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用户故事作为开发者与用户交互面对面交互时的提示；用例作为项目文档保存</a:t>
            </a:r>
          </a:p>
        </p:txBody>
      </p:sp>
      <p:sp>
        <p:nvSpPr>
          <p:cNvPr id="7" name="文本框 6"/>
          <p:cNvSpPr txBox="1"/>
          <p:nvPr>
            <p:custDataLst>
              <p:tags r:id="rId5"/>
            </p:custDataLst>
          </p:nvPr>
        </p:nvSpPr>
        <p:spPr>
          <a:xfrm>
            <a:off x="2392680" y="390184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用户故事可以用于估算；用例描述则不能用于估算</a:t>
            </a:r>
          </a:p>
        </p:txBody>
      </p:sp>
      <p:sp>
        <p:nvSpPr>
          <p:cNvPr id="8" name="文本框 7"/>
          <p:cNvSpPr txBox="1"/>
          <p:nvPr>
            <p:custDataLst>
              <p:tags r:id="rId6"/>
            </p:custDataLst>
          </p:nvPr>
        </p:nvSpPr>
        <p:spPr>
          <a:xfrm>
            <a:off x="2392680" y="475909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用户故事采用自然语言文本描述；用例主要采用图形化的模型表示</a:t>
            </a:r>
          </a:p>
        </p:txBody>
      </p:sp>
      <p:sp>
        <p:nvSpPr>
          <p:cNvPr id="13" name="矩形: 圆角 12"/>
          <p:cNvSpPr/>
          <p:nvPr>
            <p:custDataLst>
              <p:tags r:id="rId7"/>
            </p:custDataLst>
          </p:nvPr>
        </p:nvSpPr>
        <p:spPr>
          <a:xfrm>
            <a:off x="9429750" y="1493929"/>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056024FC-2445-3098-4D98-0EC788EA6C59}"/>
              </a:ext>
            </a:extLst>
          </p:cNvPr>
          <p:cNvSpPr txBox="1"/>
          <p:nvPr/>
        </p:nvSpPr>
        <p:spPr>
          <a:xfrm>
            <a:off x="1659360" y="223577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701993"/>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需求说明文档通常不会采用以下哪种方式组织撰写？</a:t>
            </a:r>
          </a:p>
        </p:txBody>
      </p:sp>
      <p:sp>
        <p:nvSpPr>
          <p:cNvPr id="5" name="文本框 4"/>
          <p:cNvSpPr txBox="1"/>
          <p:nvPr>
            <p:custDataLst>
              <p:tags r:id="rId3"/>
            </p:custDataLst>
          </p:nvPr>
        </p:nvSpPr>
        <p:spPr>
          <a:xfrm>
            <a:off x="2721428"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用户手册</a:t>
            </a:r>
          </a:p>
        </p:txBody>
      </p:sp>
      <p:sp>
        <p:nvSpPr>
          <p:cNvPr id="6" name="文本框 5"/>
          <p:cNvSpPr txBox="1"/>
          <p:nvPr>
            <p:custDataLst>
              <p:tags r:id="rId4"/>
            </p:custDataLst>
          </p:nvPr>
        </p:nvSpPr>
        <p:spPr>
          <a:xfrm>
            <a:off x="2721428"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用户故事</a:t>
            </a:r>
          </a:p>
        </p:txBody>
      </p:sp>
      <p:sp>
        <p:nvSpPr>
          <p:cNvPr id="7" name="文本框 6"/>
          <p:cNvSpPr txBox="1"/>
          <p:nvPr>
            <p:custDataLst>
              <p:tags r:id="rId5"/>
            </p:custDataLst>
          </p:nvPr>
        </p:nvSpPr>
        <p:spPr>
          <a:xfrm>
            <a:off x="2721428"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用例模型</a:t>
            </a:r>
          </a:p>
        </p:txBody>
      </p:sp>
      <p:sp>
        <p:nvSpPr>
          <p:cNvPr id="8" name="文本框 7"/>
          <p:cNvSpPr txBox="1"/>
          <p:nvPr>
            <p:custDataLst>
              <p:tags r:id="rId6"/>
            </p:custDataLst>
          </p:nvPr>
        </p:nvSpPr>
        <p:spPr>
          <a:xfrm>
            <a:off x="2721428"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测试用例</a:t>
            </a:r>
          </a:p>
        </p:txBody>
      </p:sp>
      <p:sp>
        <p:nvSpPr>
          <p:cNvPr id="13" name="矩形: 圆角 12"/>
          <p:cNvSpPr/>
          <p:nvPr>
            <p:custDataLst>
              <p:tags r:id="rId7"/>
            </p:custDataLst>
          </p:nvPr>
        </p:nvSpPr>
        <p:spPr>
          <a:xfrm>
            <a:off x="7271657" y="20872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008015C1-5200-A107-D29F-6F0681735762}"/>
              </a:ext>
            </a:extLst>
          </p:cNvPr>
          <p:cNvSpPr txBox="1"/>
          <p:nvPr/>
        </p:nvSpPr>
        <p:spPr>
          <a:xfrm>
            <a:off x="1659360" y="223577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用例图中，当一个用例只在一定条件下比另一个用例增加少数步骤时，用哪种关系建模最合适？</a:t>
            </a:r>
          </a:p>
        </p:txBody>
      </p:sp>
      <p:sp>
        <p:nvSpPr>
          <p:cNvPr id="5" name="文本框 4"/>
          <p:cNvSpPr txBox="1"/>
          <p:nvPr>
            <p:custDataLst>
              <p:tags r:id="rId3"/>
            </p:custDataLst>
          </p:nvPr>
        </p:nvSpPr>
        <p:spPr>
          <a:xfrm>
            <a:off x="2895600" y="2293938"/>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extends</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895600" y="3151188"/>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includes</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895600" y="4008438"/>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uses</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895600" y="4865688"/>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inherits</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6531429" y="178800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56F4E2CD-A7A2-7233-9594-7FD2745491C7}"/>
              </a:ext>
            </a:extLst>
          </p:cNvPr>
          <p:cNvSpPr txBox="1"/>
          <p:nvPr/>
        </p:nvSpPr>
        <p:spPr>
          <a:xfrm>
            <a:off x="1956060" y="2400083"/>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取消订单用例与查询订单用例建模为以下哪种关系最合适？</a:t>
            </a:r>
          </a:p>
        </p:txBody>
      </p:sp>
      <p:sp>
        <p:nvSpPr>
          <p:cNvPr id="5" name="文本框 4"/>
          <p:cNvSpPr txBox="1"/>
          <p:nvPr>
            <p:custDataLst>
              <p:tags r:id="rId3"/>
            </p:custDataLst>
          </p:nvPr>
        </p:nvSpPr>
        <p:spPr>
          <a:xfrm>
            <a:off x="3211286" y="22344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关联关系</a:t>
            </a:r>
          </a:p>
        </p:txBody>
      </p:sp>
      <p:sp>
        <p:nvSpPr>
          <p:cNvPr id="6" name="文本框 5"/>
          <p:cNvSpPr txBox="1"/>
          <p:nvPr>
            <p:custDataLst>
              <p:tags r:id="rId4"/>
            </p:custDataLst>
          </p:nvPr>
        </p:nvSpPr>
        <p:spPr>
          <a:xfrm>
            <a:off x="3211286" y="30916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依赖关系</a:t>
            </a:r>
          </a:p>
        </p:txBody>
      </p:sp>
      <p:sp>
        <p:nvSpPr>
          <p:cNvPr id="7" name="文本框 6"/>
          <p:cNvSpPr txBox="1"/>
          <p:nvPr>
            <p:custDataLst>
              <p:tags r:id="rId5"/>
            </p:custDataLst>
          </p:nvPr>
        </p:nvSpPr>
        <p:spPr>
          <a:xfrm>
            <a:off x="3211286" y="39489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包含关系</a:t>
            </a:r>
          </a:p>
        </p:txBody>
      </p:sp>
      <p:sp>
        <p:nvSpPr>
          <p:cNvPr id="8" name="文本框 7"/>
          <p:cNvSpPr txBox="1"/>
          <p:nvPr>
            <p:custDataLst>
              <p:tags r:id="rId6"/>
            </p:custDataLst>
          </p:nvPr>
        </p:nvSpPr>
        <p:spPr>
          <a:xfrm>
            <a:off x="3211286" y="48061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扩展关系</a:t>
            </a:r>
          </a:p>
        </p:txBody>
      </p:sp>
      <p:sp>
        <p:nvSpPr>
          <p:cNvPr id="13" name="矩形: 圆角 12"/>
          <p:cNvSpPr/>
          <p:nvPr>
            <p:custDataLst>
              <p:tags r:id="rId7"/>
            </p:custDataLst>
          </p:nvPr>
        </p:nvSpPr>
        <p:spPr>
          <a:xfrm>
            <a:off x="6988628" y="2028666"/>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4584CCCE-533D-58EF-9B36-1F05169D6218}"/>
              </a:ext>
            </a:extLst>
          </p:cNvPr>
          <p:cNvSpPr txBox="1"/>
          <p:nvPr/>
        </p:nvSpPr>
        <p:spPr>
          <a:xfrm>
            <a:off x="1956060" y="2328767"/>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8139" y="894522"/>
            <a:ext cx="10495722" cy="3416320"/>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  </a:t>
            </a:r>
            <a:r>
              <a:rPr lang="zh-CN" altLang="en-US" sz="2400" b="1" dirty="0">
                <a:latin typeface="微软雅黑" panose="020B0503020204020204" pitchFamily="34" charset="-122"/>
                <a:ea typeface="微软雅黑" panose="020B0503020204020204" pitchFamily="34" charset="-122"/>
              </a:rPr>
              <a:t>扩展关系（</a:t>
            </a:r>
            <a:r>
              <a:rPr lang="en-US" altLang="zh-CN" sz="2400" b="1" dirty="0">
                <a:latin typeface="微软雅黑" panose="020B0503020204020204" pitchFamily="34" charset="-122"/>
                <a:ea typeface="微软雅黑" panose="020B0503020204020204" pitchFamily="34" charset="-122"/>
              </a:rPr>
              <a:t>Extend</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宋体" panose="02010600030101010101" pitchFamily="2" charset="-122"/>
                <a:ea typeface="宋体" panose="02010600030101010101" pitchFamily="2" charset="-122"/>
              </a:rPr>
              <a:t>这里的基用例是一个完整的用例，即使没有子用例的参与，也可以完成一个完整的功能，</a:t>
            </a:r>
            <a:r>
              <a:rPr lang="zh-CN" altLang="en-US" sz="2400" b="1" dirty="0">
                <a:solidFill>
                  <a:srgbClr val="FF0000"/>
                </a:solidFill>
                <a:latin typeface="宋体" panose="02010600030101010101" pitchFamily="2" charset="-122"/>
                <a:ea typeface="宋体" panose="02010600030101010101" pitchFamily="2" charset="-122"/>
              </a:rPr>
              <a:t>只有当扩展点被激活时，子用例才会被执行</a:t>
            </a:r>
            <a:r>
              <a:rPr lang="zh-CN" altLang="en-US" sz="2400" b="1"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由子用例指向基用例，比如说充值金额查询用例中有导出</a:t>
            </a:r>
            <a:r>
              <a:rPr lang="en-US" altLang="zh-CN" sz="2400" dirty="0">
                <a:latin typeface="宋体" panose="02010600030101010101" pitchFamily="2" charset="-122"/>
                <a:ea typeface="宋体" panose="02010600030101010101" pitchFamily="2" charset="-122"/>
              </a:rPr>
              <a:t>Excel</a:t>
            </a:r>
            <a:r>
              <a:rPr lang="zh-CN" altLang="en-US" sz="2400" dirty="0">
                <a:latin typeface="宋体" panose="02010600030101010101" pitchFamily="2" charset="-122"/>
                <a:ea typeface="宋体" panose="02010600030101010101" pitchFamily="2" charset="-122"/>
              </a:rPr>
              <a:t>子用例，离开子用例不影响充值金额查询的功能，这就是扩展关系。        </a:t>
            </a:r>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r>
              <a:rPr lang="zh-CN" altLang="en-US" sz="2400" b="1" dirty="0">
                <a:latin typeface="微软雅黑" panose="020B0503020204020204" pitchFamily="34" charset="-122"/>
                <a:ea typeface="微软雅黑" panose="020B0503020204020204" pitchFamily="34" charset="-122"/>
              </a:rPr>
              <a:t>  包含关系（</a:t>
            </a:r>
            <a:r>
              <a:rPr lang="en-US" altLang="zh-CN" sz="2400" b="1" dirty="0">
                <a:latin typeface="微软雅黑" panose="020B0503020204020204" pitchFamily="34" charset="-122"/>
                <a:ea typeface="微软雅黑" panose="020B0503020204020204" pitchFamily="34" charset="-122"/>
              </a:rPr>
              <a:t>include</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宋体" panose="02010600030101010101" pitchFamily="2" charset="-122"/>
                <a:ea typeface="宋体" panose="02010600030101010101" pitchFamily="2" charset="-122"/>
              </a:rPr>
              <a:t>几个用例可以提取他们共用的用例作为子用例，使其成为自己行为的一部分，因为子用例被提出，基用例并非一个完整的用例，所以</a:t>
            </a:r>
            <a:r>
              <a:rPr lang="en-US" altLang="zh-CN" sz="2400" dirty="0">
                <a:latin typeface="宋体" panose="02010600030101010101" pitchFamily="2" charset="-122"/>
                <a:ea typeface="宋体" panose="02010600030101010101" pitchFamily="2" charset="-122"/>
              </a:rPr>
              <a:t>include</a:t>
            </a:r>
            <a:r>
              <a:rPr lang="zh-CN" altLang="en-US" sz="2400" dirty="0">
                <a:latin typeface="宋体" panose="02010600030101010101" pitchFamily="2" charset="-122"/>
                <a:ea typeface="宋体" panose="02010600030101010101" pitchFamily="2" charset="-122"/>
              </a:rPr>
              <a:t>关系中的</a:t>
            </a:r>
            <a:r>
              <a:rPr lang="zh-CN" altLang="en-US" sz="2400" b="1" dirty="0">
                <a:solidFill>
                  <a:srgbClr val="FF0000"/>
                </a:solidFill>
                <a:latin typeface="宋体" panose="02010600030101010101" pitchFamily="2" charset="-122"/>
                <a:ea typeface="宋体" panose="02010600030101010101" pitchFamily="2" charset="-122"/>
              </a:rPr>
              <a:t>基用例必须和子用例一起使用</a:t>
            </a:r>
            <a:r>
              <a:rPr lang="zh-CN" altLang="en-US" sz="2400" dirty="0">
                <a:latin typeface="宋体" panose="02010600030101010101" pitchFamily="2" charset="-122"/>
                <a:ea typeface="宋体" panose="02010600030101010101" pitchFamily="2" charset="-122"/>
              </a:rPr>
              <a:t>才够完整，子用例也必然被执行。</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img-blog.csdn.net/20141130205043268?watermark/2/text/aHR0cDovL2Jsb2cuY3Nkbi5uZXQvd2FuZ3dlbnJ1NjY4OA==/font/5a6L5L2T/fontsize/400/fill/I0JBQkFCMA==/dissolve/70/gravity/Ce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4084" y="1340125"/>
            <a:ext cx="4891916" cy="39544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img-blog.csdn.net/20141130205106622?watermark/2/text/aHR0cDovL2Jsb2cuY3Nkbi5uZXQvd2FuZ3dlbnJ1NjY4OA==/font/5a6L5L2T/fontsize/400/fill/I0JBQkFCMA==/dissolve/70/gravity/Cen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080627"/>
            <a:ext cx="5583577" cy="337210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p:nvCxnSpPr>
        <p:spPr>
          <a:xfrm>
            <a:off x="6021457" y="0"/>
            <a:ext cx="74543" cy="685800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029085" y="425546"/>
            <a:ext cx="1620957" cy="523220"/>
          </a:xfrm>
          <a:prstGeom prst="rect">
            <a:avLst/>
          </a:prstGeom>
          <a:noFill/>
        </p:spPr>
        <p:txBody>
          <a:bodyPr wrap="none" rtlCol="0">
            <a:spAutoFit/>
          </a:bodyPr>
          <a:lstStyle/>
          <a:p>
            <a:r>
              <a:rPr lang="zh-CN" altLang="en-US" sz="2800" b="1" dirty="0"/>
              <a:t>扩展关系</a:t>
            </a:r>
          </a:p>
        </p:txBody>
      </p:sp>
      <p:sp>
        <p:nvSpPr>
          <p:cNvPr id="8" name="文本框 7"/>
          <p:cNvSpPr txBox="1"/>
          <p:nvPr/>
        </p:nvSpPr>
        <p:spPr>
          <a:xfrm>
            <a:off x="7916363" y="425546"/>
            <a:ext cx="1620957" cy="523220"/>
          </a:xfrm>
          <a:prstGeom prst="rect">
            <a:avLst/>
          </a:prstGeom>
          <a:noFill/>
        </p:spPr>
        <p:txBody>
          <a:bodyPr wrap="none" rtlCol="0">
            <a:spAutoFit/>
          </a:bodyPr>
          <a:lstStyle/>
          <a:p>
            <a:r>
              <a:rPr lang="zh-CN" altLang="en-US" sz="2800" b="1" dirty="0"/>
              <a:t>包含关系</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以下哪个关于用例建模的说法是正确的？</a:t>
            </a:r>
          </a:p>
        </p:txBody>
      </p:sp>
      <p:sp>
        <p:nvSpPr>
          <p:cNvPr id="5" name="文本框 4"/>
          <p:cNvSpPr txBox="1"/>
          <p:nvPr>
            <p:custDataLst>
              <p:tags r:id="rId3"/>
            </p:custDataLst>
          </p:nvPr>
        </p:nvSpPr>
        <p:spPr>
          <a:xfrm>
            <a:off x="2614613"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用例可以定义系统功能性需求的优先级</a:t>
            </a:r>
          </a:p>
        </p:txBody>
      </p:sp>
      <p:sp>
        <p:nvSpPr>
          <p:cNvPr id="6" name="文本框 5"/>
          <p:cNvSpPr txBox="1"/>
          <p:nvPr>
            <p:custDataLst>
              <p:tags r:id="rId4"/>
            </p:custDataLst>
          </p:nvPr>
        </p:nvSpPr>
        <p:spPr>
          <a:xfrm>
            <a:off x="2614613"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用例建模是对系统进行功能分解的过程</a:t>
            </a:r>
          </a:p>
        </p:txBody>
      </p:sp>
      <p:sp>
        <p:nvSpPr>
          <p:cNvPr id="7" name="文本框 6"/>
          <p:cNvSpPr txBox="1"/>
          <p:nvPr>
            <p:custDataLst>
              <p:tags r:id="rId5"/>
            </p:custDataLst>
          </p:nvPr>
        </p:nvSpPr>
        <p:spPr>
          <a:xfrm>
            <a:off x="2614613"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用例能够描述非功能性的需求</a:t>
            </a:r>
          </a:p>
        </p:txBody>
      </p:sp>
      <p:sp>
        <p:nvSpPr>
          <p:cNvPr id="8" name="文本框 7"/>
          <p:cNvSpPr txBox="1"/>
          <p:nvPr>
            <p:custDataLst>
              <p:tags r:id="rId6"/>
            </p:custDataLst>
          </p:nvPr>
        </p:nvSpPr>
        <p:spPr>
          <a:xfrm>
            <a:off x="2614613"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用例的参与者只能是系统用户</a:t>
            </a:r>
          </a:p>
        </p:txBody>
      </p:sp>
      <p:sp>
        <p:nvSpPr>
          <p:cNvPr id="13" name="矩形: 圆角 12"/>
          <p:cNvSpPr/>
          <p:nvPr>
            <p:custDataLst>
              <p:tags r:id="rId7"/>
            </p:custDataLst>
          </p:nvPr>
        </p:nvSpPr>
        <p:spPr>
          <a:xfrm>
            <a:off x="8088086" y="150082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55FCF141-8131-D9F4-1EBA-E8986A2289CC}"/>
              </a:ext>
            </a:extLst>
          </p:cNvPr>
          <p:cNvSpPr txBox="1"/>
          <p:nvPr/>
        </p:nvSpPr>
        <p:spPr>
          <a:xfrm>
            <a:off x="1659360" y="223577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可以选用以下哪种工具进行用例建模？</a:t>
            </a:r>
          </a:p>
        </p:txBody>
      </p:sp>
      <p:sp>
        <p:nvSpPr>
          <p:cNvPr id="5" name="文本框 4"/>
          <p:cNvSpPr txBox="1"/>
          <p:nvPr>
            <p:custDataLst>
              <p:tags r:id="rId3"/>
            </p:custDataLst>
          </p:nvPr>
        </p:nvSpPr>
        <p:spPr>
          <a:xfrm>
            <a:off x="2841172" y="2234406"/>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Microsoft Project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841172" y="3091656"/>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Enterprise Architect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841172" y="3948906"/>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Enterprise Architecture</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841172" y="4806156"/>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IBM Rational DOORS</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7347857"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0FD63244-AC73-3488-BF33-C23B6FE6879D}"/>
              </a:ext>
            </a:extLst>
          </p:cNvPr>
          <p:cNvSpPr txBox="1"/>
          <p:nvPr/>
        </p:nvSpPr>
        <p:spPr>
          <a:xfrm>
            <a:off x="1827246" y="234055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38419" y="582067"/>
            <a:ext cx="10315161" cy="5262979"/>
          </a:xfrm>
          <a:prstGeom prst="rect">
            <a:avLst/>
          </a:prstGeom>
        </p:spPr>
        <p:txBody>
          <a:bodyPr wrap="square">
            <a:spAutoFit/>
          </a:bodyPr>
          <a:lstStyle/>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我们在为一家互联网电商开发订单处理软件，该公司从供应商那里购买产品，然后销售给客户。这家公司在线发布商品目录，并将其推送给客户和其他感兴趣的人。</a:t>
            </a:r>
          </a:p>
          <a:p>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以提交商品列表并向电商付费的方式购买商品。电商填写帐单，并委托快递公司把商品运送到客户的地址。订单处理软件记录从收到订单直到商品被运送给客户的整个过程。电商将提供快捷的服务，以最快、最有效的方法来发送客户订购的产品。</a:t>
            </a:r>
          </a:p>
          <a:p>
            <a:r>
              <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客户可以退货，但有时要付运费。</a:t>
            </a:r>
            <a:endParaRPr lang="en-US" altLang="zh-CN"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084028" y="1009755"/>
            <a:ext cx="9753600" cy="1805464"/>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电商订单处理软件系统的参与者不包括：</a:t>
            </a:r>
          </a:p>
        </p:txBody>
      </p:sp>
      <p:sp>
        <p:nvSpPr>
          <p:cNvPr id="5" name="文本框 4"/>
          <p:cNvSpPr txBox="1"/>
          <p:nvPr>
            <p:custDataLst>
              <p:tags r:id="rId3"/>
            </p:custDataLst>
          </p:nvPr>
        </p:nvSpPr>
        <p:spPr>
          <a:xfrm>
            <a:off x="2810124" y="23327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网络电商</a:t>
            </a:r>
          </a:p>
        </p:txBody>
      </p:sp>
      <p:sp>
        <p:nvSpPr>
          <p:cNvPr id="6" name="文本框 5"/>
          <p:cNvSpPr txBox="1"/>
          <p:nvPr>
            <p:custDataLst>
              <p:tags r:id="rId4"/>
            </p:custDataLst>
          </p:nvPr>
        </p:nvSpPr>
        <p:spPr>
          <a:xfrm>
            <a:off x="2810124" y="31899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a:t>
            </a:r>
          </a:p>
        </p:txBody>
      </p:sp>
      <p:sp>
        <p:nvSpPr>
          <p:cNvPr id="7" name="文本框 6"/>
          <p:cNvSpPr txBox="1"/>
          <p:nvPr>
            <p:custDataLst>
              <p:tags r:id="rId5"/>
            </p:custDataLst>
          </p:nvPr>
        </p:nvSpPr>
        <p:spPr>
          <a:xfrm>
            <a:off x="2810124" y="40472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其它感兴趣的人</a:t>
            </a:r>
          </a:p>
        </p:txBody>
      </p:sp>
      <p:sp>
        <p:nvSpPr>
          <p:cNvPr id="8" name="文本框 7"/>
          <p:cNvSpPr txBox="1"/>
          <p:nvPr>
            <p:custDataLst>
              <p:tags r:id="rId6"/>
            </p:custDataLst>
          </p:nvPr>
        </p:nvSpPr>
        <p:spPr>
          <a:xfrm>
            <a:off x="2810124" y="49044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快递公司</a:t>
            </a:r>
          </a:p>
        </p:txBody>
      </p:sp>
      <p:sp>
        <p:nvSpPr>
          <p:cNvPr id="13" name="矩形: 圆角 12"/>
          <p:cNvSpPr/>
          <p:nvPr>
            <p:custDataLst>
              <p:tags r:id="rId7"/>
            </p:custDataLst>
          </p:nvPr>
        </p:nvSpPr>
        <p:spPr>
          <a:xfrm>
            <a:off x="7434943" y="1752229"/>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D1D69B38-55FF-EC37-816E-EC4081913469}"/>
              </a:ext>
            </a:extLst>
          </p:cNvPr>
          <p:cNvSpPr txBox="1"/>
          <p:nvPr/>
        </p:nvSpPr>
        <p:spPr>
          <a:xfrm>
            <a:off x="1897348" y="2438869"/>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在网络电商客户定单处理应用中与客户有关的用例不包括：</a:t>
            </a:r>
          </a:p>
        </p:txBody>
      </p:sp>
      <p:sp>
        <p:nvSpPr>
          <p:cNvPr id="5" name="文本框 4"/>
          <p:cNvSpPr txBox="1"/>
          <p:nvPr>
            <p:custDataLst>
              <p:tags r:id="rId3"/>
            </p:custDataLst>
          </p:nvPr>
        </p:nvSpPr>
        <p:spPr>
          <a:xfrm>
            <a:off x="3113314"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退货</a:t>
            </a:r>
          </a:p>
        </p:txBody>
      </p:sp>
      <p:sp>
        <p:nvSpPr>
          <p:cNvPr id="6" name="文本框 5"/>
          <p:cNvSpPr txBox="1"/>
          <p:nvPr>
            <p:custDataLst>
              <p:tags r:id="rId4"/>
            </p:custDataLst>
          </p:nvPr>
        </p:nvSpPr>
        <p:spPr>
          <a:xfrm>
            <a:off x="3113314"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计算运费</a:t>
            </a:r>
          </a:p>
        </p:txBody>
      </p:sp>
      <p:sp>
        <p:nvSpPr>
          <p:cNvPr id="7" name="文本框 6"/>
          <p:cNvSpPr txBox="1"/>
          <p:nvPr>
            <p:custDataLst>
              <p:tags r:id="rId5"/>
            </p:custDataLst>
          </p:nvPr>
        </p:nvSpPr>
        <p:spPr>
          <a:xfrm>
            <a:off x="3113314"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浏览商品</a:t>
            </a:r>
          </a:p>
        </p:txBody>
      </p:sp>
      <p:sp>
        <p:nvSpPr>
          <p:cNvPr id="8" name="文本框 7"/>
          <p:cNvSpPr txBox="1"/>
          <p:nvPr>
            <p:custDataLst>
              <p:tags r:id="rId6"/>
            </p:custDataLst>
          </p:nvPr>
        </p:nvSpPr>
        <p:spPr>
          <a:xfrm>
            <a:off x="3113314"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订单查询</a:t>
            </a:r>
          </a:p>
        </p:txBody>
      </p:sp>
      <p:sp>
        <p:nvSpPr>
          <p:cNvPr id="13" name="矩形: 圆角 12"/>
          <p:cNvSpPr/>
          <p:nvPr>
            <p:custDataLst>
              <p:tags r:id="rId7"/>
            </p:custDataLst>
          </p:nvPr>
        </p:nvSpPr>
        <p:spPr>
          <a:xfrm>
            <a:off x="8022771" y="211216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A758915C-8ADC-19B4-AE58-3A69480DE0D7}"/>
              </a:ext>
            </a:extLst>
          </p:cNvPr>
          <p:cNvSpPr txBox="1"/>
          <p:nvPr/>
        </p:nvSpPr>
        <p:spPr>
          <a:xfrm>
            <a:off x="2193084" y="2362408"/>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进入订购商品用例的前置条件是：</a:t>
            </a:r>
          </a:p>
        </p:txBody>
      </p:sp>
      <p:sp>
        <p:nvSpPr>
          <p:cNvPr id="5" name="文本框 4"/>
          <p:cNvSpPr txBox="1"/>
          <p:nvPr>
            <p:custDataLst>
              <p:tags r:id="rId3"/>
            </p:custDataLst>
          </p:nvPr>
        </p:nvSpPr>
        <p:spPr>
          <a:xfrm>
            <a:off x="2614613" y="22744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客户对商品感兴趣</a:t>
            </a:r>
          </a:p>
        </p:txBody>
      </p:sp>
      <p:sp>
        <p:nvSpPr>
          <p:cNvPr id="6" name="文本框 5"/>
          <p:cNvSpPr txBox="1"/>
          <p:nvPr>
            <p:custDataLst>
              <p:tags r:id="rId4"/>
            </p:custDataLst>
          </p:nvPr>
        </p:nvSpPr>
        <p:spPr>
          <a:xfrm>
            <a:off x="2614613" y="31316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客户安装了与系统兼容的浏览器版本</a:t>
            </a:r>
          </a:p>
        </p:txBody>
      </p:sp>
      <p:sp>
        <p:nvSpPr>
          <p:cNvPr id="7" name="文本框 6"/>
          <p:cNvSpPr txBox="1"/>
          <p:nvPr>
            <p:custDataLst>
              <p:tags r:id="rId5"/>
            </p:custDataLst>
          </p:nvPr>
        </p:nvSpPr>
        <p:spPr>
          <a:xfrm>
            <a:off x="2614613" y="39889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商品已经放入购物车</a:t>
            </a:r>
          </a:p>
        </p:txBody>
      </p:sp>
      <p:sp>
        <p:nvSpPr>
          <p:cNvPr id="8" name="文本框 7"/>
          <p:cNvSpPr txBox="1"/>
          <p:nvPr>
            <p:custDataLst>
              <p:tags r:id="rId6"/>
            </p:custDataLst>
          </p:nvPr>
        </p:nvSpPr>
        <p:spPr>
          <a:xfrm>
            <a:off x="2614613" y="48461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客户通过合法账户登入系统</a:t>
            </a:r>
          </a:p>
        </p:txBody>
      </p:sp>
      <p:sp>
        <p:nvSpPr>
          <p:cNvPr id="13" name="矩形: 圆角 12"/>
          <p:cNvSpPr/>
          <p:nvPr>
            <p:custDataLst>
              <p:tags r:id="rId7"/>
            </p:custDataLst>
          </p:nvPr>
        </p:nvSpPr>
        <p:spPr>
          <a:xfrm>
            <a:off x="6881813" y="147186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DC053151-56D2-D831-EDB4-92BCB1B3BEAA}"/>
              </a:ext>
            </a:extLst>
          </p:cNvPr>
          <p:cNvSpPr txBox="1"/>
          <p:nvPr/>
        </p:nvSpPr>
        <p:spPr>
          <a:xfrm>
            <a:off x="1802073" y="230266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使用订单处理系统一段时间以后，电商希望增加一种功能</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为老顾客提供折扣。以下哪种方法比较合适？</a:t>
            </a:r>
          </a:p>
        </p:txBody>
      </p:sp>
      <p:sp>
        <p:nvSpPr>
          <p:cNvPr id="5" name="文本框 4"/>
          <p:cNvSpPr txBox="1"/>
          <p:nvPr>
            <p:custDataLst>
              <p:tags r:id="rId3"/>
            </p:custDataLst>
          </p:nvPr>
        </p:nvSpPr>
        <p:spPr>
          <a:xfrm>
            <a:off x="2614613" y="22021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建立老顾客折扣新用例</a:t>
            </a:r>
          </a:p>
        </p:txBody>
      </p:sp>
      <p:sp>
        <p:nvSpPr>
          <p:cNvPr id="6" name="文本框 5"/>
          <p:cNvSpPr txBox="1"/>
          <p:nvPr>
            <p:custDataLst>
              <p:tags r:id="rId4"/>
            </p:custDataLst>
          </p:nvPr>
        </p:nvSpPr>
        <p:spPr>
          <a:xfrm>
            <a:off x="2614613" y="30594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扩展订购商品用例 </a:t>
            </a:r>
          </a:p>
        </p:txBody>
      </p:sp>
      <p:sp>
        <p:nvSpPr>
          <p:cNvPr id="7" name="文本框 6"/>
          <p:cNvSpPr txBox="1"/>
          <p:nvPr>
            <p:custDataLst>
              <p:tags r:id="rId5"/>
            </p:custDataLst>
          </p:nvPr>
        </p:nvSpPr>
        <p:spPr>
          <a:xfrm>
            <a:off x="2614613" y="391668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在订购商品用例中包含老顾客提供折扣用例</a:t>
            </a:r>
          </a:p>
        </p:txBody>
      </p:sp>
      <p:sp>
        <p:nvSpPr>
          <p:cNvPr id="8" name="文本框 7"/>
          <p:cNvSpPr txBox="1"/>
          <p:nvPr>
            <p:custDataLst>
              <p:tags r:id="rId6"/>
            </p:custDataLst>
          </p:nvPr>
        </p:nvSpPr>
        <p:spPr>
          <a:xfrm>
            <a:off x="2614613" y="477393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为订购商品用例建立两个子用例：普通顾客订购商品和老顾客订购商品</a:t>
            </a:r>
          </a:p>
        </p:txBody>
      </p:sp>
      <p:sp>
        <p:nvSpPr>
          <p:cNvPr id="13" name="矩形: 圆角 12"/>
          <p:cNvSpPr/>
          <p:nvPr>
            <p:custDataLst>
              <p:tags r:id="rId7"/>
            </p:custDataLst>
          </p:nvPr>
        </p:nvSpPr>
        <p:spPr>
          <a:xfrm>
            <a:off x="7859485" y="179070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B94ABEE1-1EA8-23C2-F7F9-56063CFCF493}"/>
              </a:ext>
            </a:extLst>
          </p:cNvPr>
          <p:cNvSpPr txBox="1"/>
          <p:nvPr/>
        </p:nvSpPr>
        <p:spPr>
          <a:xfrm>
            <a:off x="1678213" y="230832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7.5|3|24|4.9"/>
</p:tagLst>
</file>

<file path=ppt/tags/tag2.xml><?xml version="1.0" encoding="utf-8"?>
<p:tagLst xmlns:a="http://schemas.openxmlformats.org/drawingml/2006/main" xmlns:r="http://schemas.openxmlformats.org/officeDocument/2006/relationships" xmlns:p="http://schemas.openxmlformats.org/presentationml/2006/main">
  <p:tag name="TIMING" val="|22.3|4"/>
</p:tagLst>
</file>

<file path=ppt/tags/tag3.xml><?xml version="1.0" encoding="utf-8"?>
<p:tagLst xmlns:a="http://schemas.openxmlformats.org/drawingml/2006/main" xmlns:r="http://schemas.openxmlformats.org/officeDocument/2006/relationships" xmlns:p="http://schemas.openxmlformats.org/presentationml/2006/main">
  <p:tag name="TIMING" val="|4.3|13.3|31.9|11.6"/>
</p:tagLst>
</file>

<file path=ppt/tags/tag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5223</TotalTime>
  <Words>12399</Words>
  <Application>Microsoft Office PowerPoint</Application>
  <PresentationFormat>宽屏</PresentationFormat>
  <Paragraphs>1133</Paragraphs>
  <Slides>96</Slides>
  <Notes>68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96</vt:i4>
      </vt:variant>
    </vt:vector>
  </HeadingPairs>
  <TitlesOfParts>
    <vt:vector size="112" baseType="lpstr">
      <vt:lpstr>Arial Unicode MS</vt:lpstr>
      <vt:lpstr>Malgun Gothic</vt:lpstr>
      <vt:lpstr>等线</vt:lpstr>
      <vt:lpstr>华文楷体</vt:lpstr>
      <vt:lpstr>华文新魏</vt:lpstr>
      <vt:lpstr>宋体</vt:lpstr>
      <vt:lpstr>微软雅黑</vt:lpstr>
      <vt:lpstr>Arial</vt:lpstr>
      <vt:lpstr>Arial Narrow</vt:lpstr>
      <vt:lpstr>Bookman Old Style</vt:lpstr>
      <vt:lpstr>Calibri</vt:lpstr>
      <vt:lpstr>Calibri Light</vt:lpstr>
      <vt:lpstr>Symbol</vt:lpstr>
      <vt:lpstr>Times New Roman</vt:lpstr>
      <vt:lpstr>Wingdings</vt:lpstr>
      <vt:lpstr>Office 主题</vt:lpstr>
      <vt:lpstr>需求文档 Requirements Documentation</vt:lpstr>
      <vt:lpstr>软件需求规格说明  （Software Requirements Speciﬁcation, SRS)</vt:lpstr>
      <vt:lpstr>需求文档的组织形式</vt:lpstr>
      <vt:lpstr>软件需求规格说明  SRS的风格</vt:lpstr>
      <vt:lpstr>选择合适的需求规格说明方式</vt:lpstr>
      <vt:lpstr>生成不同风格SRS的方法总览</vt:lpstr>
      <vt:lpstr>用户手册作为SRS</vt:lpstr>
      <vt:lpstr>高质量需求规格说明</vt:lpstr>
      <vt:lpstr>高质量需求规格说明的评价标准</vt:lpstr>
      <vt:lpstr>PowerPoint 演示文稿</vt:lpstr>
      <vt:lpstr>需求规格说明生成过程</vt:lpstr>
      <vt:lpstr>需求规格说明SRS模板</vt:lpstr>
      <vt:lpstr>IEEE-830 SRS模板大纲</vt:lpstr>
      <vt:lpstr>IEEE-830 SRS模板第三部分</vt:lpstr>
      <vt:lpstr>SRS模板的优缺点</vt:lpstr>
      <vt:lpstr>PowerPoint 演示文稿</vt:lpstr>
      <vt:lpstr>随时准备迎接需求变化</vt:lpstr>
      <vt:lpstr>软件系统建模与设计 </vt:lpstr>
      <vt:lpstr>情景驱动的需求建模   -- 用例建模  Use Case Modelling</vt:lpstr>
      <vt:lpstr>用例在需求管理过程中的作用</vt:lpstr>
      <vt:lpstr>为什么需要用例建模——描述系统的功能性需求</vt:lpstr>
      <vt:lpstr>用例模型的表示——文本描述</vt:lpstr>
      <vt:lpstr>用例模型的表示——用例图</vt:lpstr>
      <vt:lpstr>用例模型的表示——用例图</vt:lpstr>
      <vt:lpstr>用例图的主要元素</vt:lpstr>
      <vt:lpstr>什么是用例？</vt:lpstr>
      <vt:lpstr>用例包含软件系统需求</vt:lpstr>
      <vt:lpstr>参与者的定义：关注角色</vt:lpstr>
      <vt:lpstr>例：参与者定义与角色划分</vt:lpstr>
      <vt:lpstr>交互——关联（Association）</vt:lpstr>
      <vt:lpstr>箭头的使用习惯</vt:lpstr>
      <vt:lpstr>场景是用例的实例</vt:lpstr>
      <vt:lpstr>构建用例模型的步骤</vt:lpstr>
      <vt:lpstr>寻找参与者</vt:lpstr>
      <vt:lpstr>识别参与者——是谁与系统进行交互？</vt:lpstr>
      <vt:lpstr>参与者的描述</vt:lpstr>
      <vt:lpstr>寻找用例</vt:lpstr>
      <vt:lpstr>识别用例</vt:lpstr>
      <vt:lpstr>用例的描述</vt:lpstr>
      <vt:lpstr>用例的命名</vt:lpstr>
      <vt:lpstr>用例建模过程中的检查项</vt:lpstr>
      <vt:lpstr>构建用例模型的步骤</vt:lpstr>
      <vt:lpstr>用例建模的过程： 用例图  用例提纲    用例详细规约</vt:lpstr>
      <vt:lpstr>用例的全生命周期</vt:lpstr>
      <vt:lpstr>用例简述的例子</vt:lpstr>
      <vt:lpstr>用例概述的例子</vt:lpstr>
      <vt:lpstr>详细用例规约的例子</vt:lpstr>
      <vt:lpstr>用例文档模板</vt:lpstr>
      <vt:lpstr>一、设定系统边界</vt:lpstr>
      <vt:lpstr>系统边界定义之一</vt:lpstr>
      <vt:lpstr>系统边界定义之二</vt:lpstr>
      <vt:lpstr>系统边界定义之三</vt:lpstr>
      <vt:lpstr>二、不要把用例定义成功能分解</vt:lpstr>
      <vt:lpstr>功能分解：一个例子</vt:lpstr>
      <vt:lpstr>走出功能分解：正确的用例建模</vt:lpstr>
      <vt:lpstr>如何避免功能性分解？</vt:lpstr>
      <vt:lpstr>三、何时使用包含关系？</vt:lpstr>
      <vt:lpstr>四、何时使用扩展关系？</vt:lpstr>
      <vt:lpstr>五、用例图中的主要图标</vt:lpstr>
      <vt:lpstr>总结：Use Case模型的建立步骤</vt:lpstr>
      <vt:lpstr>参与者与用例间的关联关系</vt:lpstr>
      <vt:lpstr>用例与用例的包含关系</vt:lpstr>
      <vt:lpstr>包含关系的使用场景一</vt:lpstr>
      <vt:lpstr>包含关系的使用场景二</vt:lpstr>
      <vt:lpstr>包含关系的特点</vt:lpstr>
      <vt:lpstr>用例与用例的扩展关系</vt:lpstr>
      <vt:lpstr>扩展关系的特性</vt:lpstr>
      <vt:lpstr>用例和用例之间的泛化关系</vt:lpstr>
      <vt:lpstr>泛化关系的特性</vt:lpstr>
      <vt:lpstr>1.识别参与者，确定系统的边界和范围</vt:lpstr>
      <vt:lpstr>2.识别用例</vt:lpstr>
      <vt:lpstr>3.对用例、参与者和它们之间的关系建模</vt:lpstr>
      <vt:lpstr>用例图和用例描述设计实例--家教网站</vt:lpstr>
      <vt:lpstr>PowerPoint 演示文稿</vt:lpstr>
      <vt:lpstr>PowerPoint 演示文稿</vt:lpstr>
      <vt:lpstr>统一建模语言UML</vt:lpstr>
      <vt:lpstr>UML2.0</vt:lpstr>
      <vt:lpstr>UML2.0</vt:lpstr>
      <vt:lpstr>UML的作用</vt:lpstr>
      <vt:lpstr>系统建模工具的主要功能</vt:lpstr>
      <vt:lpstr>常用的系统建模工具(UML2.0)</vt:lpstr>
      <vt:lpstr>常用的系统建模工具(UML2.0)</vt:lpstr>
      <vt:lpstr>常用的系统建模工具(UML2.0)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不同类型的测试</dc:title>
  <dc:creator>徐 思涵</dc:creator>
  <cp:lastModifiedBy>lenovo</cp:lastModifiedBy>
  <cp:revision>116</cp:revision>
  <dcterms:created xsi:type="dcterms:W3CDTF">2021-03-21T16:28:00Z</dcterms:created>
  <dcterms:modified xsi:type="dcterms:W3CDTF">2026-03-29T12:41:26Z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11B3FCF479024F71BB953360F776D7DB</vt:lpwstr>
  </property>
  <property fmtid="{D5CDD505-2E9C-101B-9397-08002B2CF9AE}" pid="3" name="KSOProductBuildVer">
    <vt:lpwstr>2052-11.1.0.10356</vt:lpwstr>
  </property>
</Properties>
</file>