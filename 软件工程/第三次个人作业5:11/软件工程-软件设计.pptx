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6"/>
  </p:notesMasterIdLst>
  <p:sldIdLst>
    <p:sldId id="354" r:id="rId2"/>
    <p:sldId id="353" r:id="rId3"/>
    <p:sldId id="350" r:id="rId4"/>
    <p:sldId id="355" r:id="rId5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 autoAdjust="0"/>
    <p:restoredTop sz="94707"/>
  </p:normalViewPr>
  <p:slideViewPr>
    <p:cSldViewPr snapToGrid="0">
      <p:cViewPr varScale="1">
        <p:scale>
          <a:sx n="75" d="100"/>
          <a:sy n="75" d="100"/>
        </p:scale>
        <p:origin x="141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82B2A-20E8-4CCF-8219-0022322B4E9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C42CA-8358-4247-8870-0B0EF32AEC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699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08F8E-A66F-462A-B457-A69A741C093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59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44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020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2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23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045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362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3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51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305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13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401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7B4F6A1A-E37F-5453-0580-C2E5F3F7B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945" y="3126341"/>
            <a:ext cx="10515600" cy="1767417"/>
          </a:xfrm>
        </p:spPr>
        <p:txBody>
          <a:bodyPr>
            <a:noAutofit/>
          </a:bodyPr>
          <a:lstStyle/>
          <a:p>
            <a:pPr algn="ctr"/>
            <a:r>
              <a:rPr lang="zh-CN" altLang="en-US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  <a:t>软件工程第三次作业</a:t>
            </a:r>
            <a:br>
              <a:rPr lang="en-US" altLang="zh-CN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</a:br>
            <a:r>
              <a:rPr lang="en-US" altLang="zh-CN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  <a:t>--</a:t>
            </a:r>
            <a:r>
              <a:rPr lang="zh-CN" altLang="en-US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  <a:t>软件设计</a:t>
            </a:r>
            <a:br>
              <a:rPr lang="en-US" altLang="zh-CN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</a:br>
            <a:br>
              <a:rPr lang="en-US" altLang="zh-CN" sz="5400" b="1" dirty="0">
                <a:solidFill>
                  <a:prstClr val="black"/>
                </a:solidFill>
                <a:latin typeface="等线 Light"/>
                <a:ea typeface="等线 Light" panose="02010600030101010101" pitchFamily="2" charset="-122"/>
              </a:rPr>
            </a:br>
            <a:r>
              <a:rPr lang="zh-CN" altLang="en-US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截至日期：</a:t>
            </a:r>
            <a: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5</a:t>
            </a:r>
            <a:r>
              <a:rPr lang="zh-CN" altLang="en-US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月</a:t>
            </a:r>
            <a: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11</a:t>
            </a:r>
            <a:r>
              <a:rPr lang="zh-CN" altLang="en-US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日晚上</a:t>
            </a:r>
            <a: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24</a:t>
            </a:r>
            <a:r>
              <a:rPr lang="zh-CN" altLang="en-US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  <a:t>点</a:t>
            </a:r>
            <a:b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</a:br>
            <a:br>
              <a:rPr lang="en-US" altLang="zh-CN" sz="5400" b="1" dirty="0">
                <a:solidFill>
                  <a:srgbClr val="FF0000"/>
                </a:solidFill>
                <a:latin typeface="等线 Light"/>
                <a:ea typeface="等线 Light" panose="02010600030101010101" pitchFamily="2" charset="-122"/>
              </a:rPr>
            </a:br>
            <a:r>
              <a:rPr lang="zh-CN" altLang="en-US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/>
                <a:ea typeface="等线 Light" panose="02010600030101010101" pitchFamily="2" charset="-122"/>
              </a:rPr>
              <a:t>分数：</a:t>
            </a:r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/>
                <a:ea typeface="等线 Light" panose="02010600030101010101" pitchFamily="2" charset="-122"/>
              </a:rPr>
              <a:t>20</a:t>
            </a:r>
            <a:endParaRPr lang="zh-CN" altLang="en-US" sz="5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06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A75EC40-4871-4A1B-43E6-7CDD9D214FF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40106" y="1957156"/>
            <a:ext cx="11070003" cy="438422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defTabSz="713105">
              <a:lnSpc>
                <a:spcPct val="150000"/>
              </a:lnSpc>
              <a:defRPr/>
            </a:pP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题目：</a:t>
            </a:r>
            <a:endParaRPr lang="en-US" altLang="zh-CN" sz="3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3105">
              <a:lnSpc>
                <a:spcPct val="150000"/>
              </a:lnSpc>
              <a:defRPr/>
            </a:pP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3105">
              <a:lnSpc>
                <a:spcPct val="150000"/>
              </a:lnSpc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智能城市生成系统软件的开发正处于快速发展阶段，随着人工智能技术（尤其是大模型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）与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技术的深度融合，城市建模的自动化与智能化水平显著提升。这类系统通常结合自然语言处理、图像识别、动态仿真等多种技术，旨在为场景建模师和行业分析师提供更加高效、精准和具象化的城市设计体验。未来在开发智能城市生成系统时，考虑使用智能化工具将极大提高开发效率和系统的智能水平。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3105">
              <a:lnSpc>
                <a:spcPct val="150000"/>
              </a:lnSpc>
              <a:defRPr/>
            </a:pP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3105">
              <a:lnSpc>
                <a:spcPct val="150000"/>
              </a:lnSpc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请针对智能城市生成系统，撰写一份软件设计报告。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6907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2AB8B-5816-41F2-8B4B-CA5C3E4E6A65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988810C-367E-3D7C-FF4B-83CCFA3E8AA0}"/>
              </a:ext>
            </a:extLst>
          </p:cNvPr>
          <p:cNvSpPr txBox="1"/>
          <p:nvPr/>
        </p:nvSpPr>
        <p:spPr>
          <a:xfrm>
            <a:off x="1114041" y="637923"/>
            <a:ext cx="7352626" cy="7099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软件设计分析报告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一、用例图</a:t>
            </a:r>
            <a:endParaRPr lang="en-US" altLang="zh-CN" sz="32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3200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二、活动图</a:t>
            </a:r>
            <a:endParaRPr lang="en-US" altLang="zh-CN" sz="3200" u="sng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三、类图</a:t>
            </a:r>
            <a:endParaRPr lang="en-US" altLang="zh-CN" sz="32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四、顺序图</a:t>
            </a:r>
            <a:endParaRPr lang="en-US" altLang="zh-CN" sz="32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3200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五、协作图</a:t>
            </a:r>
            <a:endParaRPr lang="en-US" altLang="zh-CN" sz="3200" u="sng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六、状态图</a:t>
            </a:r>
            <a:endParaRPr lang="en-US" altLang="zh-CN" sz="32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3200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七、构件图</a:t>
            </a:r>
            <a:endParaRPr lang="en-US" altLang="zh-CN" sz="3200" u="sng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3200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八、部署图</a:t>
            </a:r>
            <a:endParaRPr lang="en-US" altLang="zh-CN" sz="3200" u="sng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CN" sz="3200" u="sng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3200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带下横线的</a:t>
            </a:r>
            <a:r>
              <a:rPr lang="en-US" altLang="zh-CN" sz="3200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UML</a:t>
            </a:r>
            <a:r>
              <a:rPr lang="zh-CN" altLang="en-US" sz="3200" u="sng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图需要自学</a:t>
            </a:r>
            <a:endParaRPr lang="en-US" altLang="zh-CN" sz="3200" u="sng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428A465-1C7C-900D-A5C6-875EB8B36284}"/>
              </a:ext>
            </a:extLst>
          </p:cNvPr>
          <p:cNvSpPr txBox="1"/>
          <p:nvPr/>
        </p:nvSpPr>
        <p:spPr>
          <a:xfrm>
            <a:off x="897226" y="864167"/>
            <a:ext cx="9123468" cy="5562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提交要求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 algn="just" defTabSz="9144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该软件分析作业</a:t>
            </a:r>
            <a:endParaRPr lang="en-US" altLang="zh-CN" sz="2800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lvl="0" algn="just" defTabSz="914400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en-US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截止时间：</a:t>
            </a:r>
            <a:r>
              <a:rPr lang="en-US" altLang="zh-CN" sz="2800" b="1" kern="1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2026.5.11</a:t>
            </a:r>
            <a:r>
              <a:rPr lang="zh-CN" altLang="en-US" sz="2800" b="1" kern="1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8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24:00</a:t>
            </a:r>
          </a:p>
          <a:p>
            <a:pPr marL="228600" lvl="0" indent="-228600" defTabSz="9144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每人</a:t>
            </a:r>
            <a:r>
              <a:rPr lang="zh-CN" altLang="en-US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提交一份软件设计报告，统一为</a:t>
            </a:r>
            <a:r>
              <a:rPr lang="en-US" altLang="zh-CN" sz="2800" b="1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.pdf</a:t>
            </a:r>
            <a:r>
              <a:rPr lang="zh-CN" altLang="en-US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格式，命名为“学号</a:t>
            </a:r>
            <a:r>
              <a:rPr lang="en-US" altLang="zh-CN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姓名</a:t>
            </a:r>
            <a:r>
              <a:rPr lang="en-US" altLang="zh-CN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第三次个人作业”，通过问卷上交作业</a:t>
            </a:r>
            <a:r>
              <a:rPr lang="en-US" altLang="zh-CN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https://</a:t>
            </a:r>
            <a:r>
              <a:rPr lang="en-US" altLang="zh-CN" sz="2800" kern="1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nankai.feishu.cn</a:t>
            </a:r>
            <a:r>
              <a:rPr lang="en-US" altLang="zh-CN" sz="2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/share/base/form/shrcncFrLgCsoSYxb2lnDmrjzpd</a:t>
            </a:r>
          </a:p>
        </p:txBody>
      </p:sp>
    </p:spTree>
    <p:extLst>
      <p:ext uri="{BB962C8B-B14F-4D97-AF65-F5344CB8AC3E}">
        <p14:creationId xmlns:p14="http://schemas.microsoft.com/office/powerpoint/2010/main" val="41122974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350</TotalTime>
  <Words>253</Words>
  <Application>Microsoft Macintosh PowerPoint</Application>
  <PresentationFormat>自定义</PresentationFormat>
  <Paragraphs>25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等线 Light</vt:lpstr>
      <vt:lpstr>宋体</vt:lpstr>
      <vt:lpstr>微软雅黑</vt:lpstr>
      <vt:lpstr>Arial</vt:lpstr>
      <vt:lpstr>Calibri</vt:lpstr>
      <vt:lpstr>Calibri Light</vt:lpstr>
      <vt:lpstr>Office 主题​​</vt:lpstr>
      <vt:lpstr>软件工程第三次作业 --软件设计  截至日期：5月11日晚上24点  分数：20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第0次个人作业  截至日期：3月1日中午12点</dc:title>
  <dc:creator>小亮 王</dc:creator>
  <cp:lastModifiedBy>Microsoft Office User</cp:lastModifiedBy>
  <cp:revision>61</cp:revision>
  <dcterms:created xsi:type="dcterms:W3CDTF">2024-03-01T02:56:35Z</dcterms:created>
  <dcterms:modified xsi:type="dcterms:W3CDTF">2026-04-20T01:24:01Z</dcterms:modified>
</cp:coreProperties>
</file>